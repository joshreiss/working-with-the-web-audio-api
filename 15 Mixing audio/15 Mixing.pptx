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4"/>
  </p:notesMasterIdLst>
  <p:sldIdLst>
    <p:sldId id="291" r:id="rId3"/>
    <p:sldId id="293" r:id="rId4"/>
    <p:sldId id="295" r:id="rId5"/>
    <p:sldId id="303" r:id="rId6"/>
    <p:sldId id="301" r:id="rId7"/>
    <p:sldId id="302" r:id="rId8"/>
    <p:sldId id="298" r:id="rId9"/>
    <p:sldId id="304" r:id="rId10"/>
    <p:sldId id="300" r:id="rId11"/>
    <p:sldId id="297" r:id="rId12"/>
    <p:sldId id="29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13321F-92F3-494A-B19F-839F3BD89956}" v="30" dt="2021-02-24T12:26:51.207"/>
    <p1510:client id="{2F17AE17-7CE1-4417-B946-53A929DDF0D1}" v="68" dt="2021-02-25T07:47:05.2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273" autoAdjust="0"/>
  </p:normalViewPr>
  <p:slideViewPr>
    <p:cSldViewPr snapToGrid="0" showGuides="1">
      <p:cViewPr varScale="1">
        <p:scale>
          <a:sx n="44" d="100"/>
          <a:sy n="44" d="100"/>
        </p:scale>
        <p:origin x="51" y="123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40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 Reiss" userId="a90d6cd88c30b6c6" providerId="LiveId" clId="{25FB55F3-BE07-459B-B3ED-1C0ADFF0B566}"/>
    <pc:docChg chg="undo redo custSel addSld delSld modSld sldOrd">
      <pc:chgData name="Josh Reiss" userId="a90d6cd88c30b6c6" providerId="LiveId" clId="{25FB55F3-BE07-459B-B3ED-1C0ADFF0B566}" dt="2020-07-21T10:21:17.538" v="1603"/>
      <pc:docMkLst>
        <pc:docMk/>
      </pc:docMkLst>
      <pc:sldChg chg="addSp delSp modSp mod">
        <pc:chgData name="Josh Reiss" userId="a90d6cd88c30b6c6" providerId="LiveId" clId="{25FB55F3-BE07-459B-B3ED-1C0ADFF0B566}" dt="2020-07-14T15:38:26.143" v="708" actId="1035"/>
        <pc:sldMkLst>
          <pc:docMk/>
          <pc:sldMk cId="0" sldId="265"/>
        </pc:sldMkLst>
        <pc:spChg chg="mod">
          <ac:chgData name="Josh Reiss" userId="a90d6cd88c30b6c6" providerId="LiveId" clId="{25FB55F3-BE07-459B-B3ED-1C0ADFF0B566}" dt="2020-07-14T09:09:41.513" v="159" actId="1036"/>
          <ac:spMkLst>
            <pc:docMk/>
            <pc:sldMk cId="0" sldId="265"/>
            <ac:spMk id="2" creationId="{30914E5E-CCC3-449C-A967-3D8F775020FC}"/>
          </ac:spMkLst>
        </pc:spChg>
        <pc:spChg chg="mod">
          <ac:chgData name="Josh Reiss" userId="a90d6cd88c30b6c6" providerId="LiveId" clId="{25FB55F3-BE07-459B-B3ED-1C0ADFF0B566}" dt="2020-07-14T09:09:41.513" v="159" actId="1036"/>
          <ac:spMkLst>
            <pc:docMk/>
            <pc:sldMk cId="0" sldId="265"/>
            <ac:spMk id="3" creationId="{715BA243-CD44-4E4D-A7FD-4253BBC0EDF7}"/>
          </ac:spMkLst>
        </pc:spChg>
        <pc:spChg chg="mod">
          <ac:chgData name="Josh Reiss" userId="a90d6cd88c30b6c6" providerId="LiveId" clId="{25FB55F3-BE07-459B-B3ED-1C0ADFF0B566}" dt="2020-07-14T09:09:41.513" v="159" actId="1036"/>
          <ac:spMkLst>
            <pc:docMk/>
            <pc:sldMk cId="0" sldId="265"/>
            <ac:spMk id="4" creationId="{C834D527-FB75-491C-931F-429C8E3FA6BD}"/>
          </ac:spMkLst>
        </pc:spChg>
        <pc:spChg chg="mod">
          <ac:chgData name="Josh Reiss" userId="a90d6cd88c30b6c6" providerId="LiveId" clId="{25FB55F3-BE07-459B-B3ED-1C0ADFF0B566}" dt="2020-07-14T09:09:41.513" v="159" actId="1036"/>
          <ac:spMkLst>
            <pc:docMk/>
            <pc:sldMk cId="0" sldId="265"/>
            <ac:spMk id="5" creationId="{F8D7588A-4036-4DF2-B70E-738A46C38A47}"/>
          </ac:spMkLst>
        </pc:spChg>
        <pc:spChg chg="mod">
          <ac:chgData name="Josh Reiss" userId="a90d6cd88c30b6c6" providerId="LiveId" clId="{25FB55F3-BE07-459B-B3ED-1C0ADFF0B566}" dt="2020-07-14T09:09:41.513" v="159" actId="1036"/>
          <ac:spMkLst>
            <pc:docMk/>
            <pc:sldMk cId="0" sldId="265"/>
            <ac:spMk id="6" creationId="{C98BC7F4-53A2-42E6-BA1D-2A1A6E1F996A}"/>
          </ac:spMkLst>
        </pc:spChg>
        <pc:spChg chg="mod">
          <ac:chgData name="Josh Reiss" userId="a90d6cd88c30b6c6" providerId="LiveId" clId="{25FB55F3-BE07-459B-B3ED-1C0ADFF0B566}" dt="2020-07-14T09:09:41.513" v="159" actId="1036"/>
          <ac:spMkLst>
            <pc:docMk/>
            <pc:sldMk cId="0" sldId="265"/>
            <ac:spMk id="7" creationId="{1451AA5B-3BDF-4E22-A4E4-E470DAFE40CA}"/>
          </ac:spMkLst>
        </pc:spChg>
        <pc:spChg chg="mod">
          <ac:chgData name="Josh Reiss" userId="a90d6cd88c30b6c6" providerId="LiveId" clId="{25FB55F3-BE07-459B-B3ED-1C0ADFF0B566}" dt="2020-07-14T09:09:41.513" v="159" actId="1036"/>
          <ac:spMkLst>
            <pc:docMk/>
            <pc:sldMk cId="0" sldId="265"/>
            <ac:spMk id="8" creationId="{95E01B8B-EF95-46C2-862A-D624B1D616C3}"/>
          </ac:spMkLst>
        </pc:spChg>
        <pc:spChg chg="mod">
          <ac:chgData name="Josh Reiss" userId="a90d6cd88c30b6c6" providerId="LiveId" clId="{25FB55F3-BE07-459B-B3ED-1C0ADFF0B566}" dt="2020-07-14T09:09:41.513" v="159" actId="1036"/>
          <ac:spMkLst>
            <pc:docMk/>
            <pc:sldMk cId="0" sldId="265"/>
            <ac:spMk id="9" creationId="{EE07E869-81B9-440A-9070-9286CCBB694F}"/>
          </ac:spMkLst>
        </pc:spChg>
        <pc:spChg chg="mod">
          <ac:chgData name="Josh Reiss" userId="a90d6cd88c30b6c6" providerId="LiveId" clId="{25FB55F3-BE07-459B-B3ED-1C0ADFF0B566}" dt="2020-07-14T09:09:41.513" v="159" actId="1036"/>
          <ac:spMkLst>
            <pc:docMk/>
            <pc:sldMk cId="0" sldId="265"/>
            <ac:spMk id="10" creationId="{BB04AB1D-953D-48F2-B863-F3FBE7DB3E07}"/>
          </ac:spMkLst>
        </pc:spChg>
        <pc:spChg chg="mod">
          <ac:chgData name="Josh Reiss" userId="a90d6cd88c30b6c6" providerId="LiveId" clId="{25FB55F3-BE07-459B-B3ED-1C0ADFF0B566}" dt="2020-07-14T09:09:41.513" v="159" actId="1036"/>
          <ac:spMkLst>
            <pc:docMk/>
            <pc:sldMk cId="0" sldId="265"/>
            <ac:spMk id="11" creationId="{B3855309-3D72-43D2-9A49-64246ED85B91}"/>
          </ac:spMkLst>
        </pc:spChg>
        <pc:spChg chg="mod">
          <ac:chgData name="Josh Reiss" userId="a90d6cd88c30b6c6" providerId="LiveId" clId="{25FB55F3-BE07-459B-B3ED-1C0ADFF0B566}" dt="2020-07-14T09:09:41.513" v="159" actId="1036"/>
          <ac:spMkLst>
            <pc:docMk/>
            <pc:sldMk cId="0" sldId="265"/>
            <ac:spMk id="12" creationId="{26CA953B-71DD-4596-A3C9-D75C28B1BD07}"/>
          </ac:spMkLst>
        </pc:spChg>
        <pc:spChg chg="mod">
          <ac:chgData name="Josh Reiss" userId="a90d6cd88c30b6c6" providerId="LiveId" clId="{25FB55F3-BE07-459B-B3ED-1C0ADFF0B566}" dt="2020-07-14T09:09:41.513" v="159" actId="1036"/>
          <ac:spMkLst>
            <pc:docMk/>
            <pc:sldMk cId="0" sldId="265"/>
            <ac:spMk id="13" creationId="{87CC2257-336B-443E-99D6-5D1D4F5C2578}"/>
          </ac:spMkLst>
        </pc:spChg>
        <pc:spChg chg="add del">
          <ac:chgData name="Josh Reiss" userId="a90d6cd88c30b6c6" providerId="LiveId" clId="{25FB55F3-BE07-459B-B3ED-1C0ADFF0B566}" dt="2020-07-14T09:01:54.553" v="1" actId="478"/>
          <ac:spMkLst>
            <pc:docMk/>
            <pc:sldMk cId="0" sldId="265"/>
            <ac:spMk id="14" creationId="{59BB8805-71B3-42E2-BB9F-B2B74C993AB7}"/>
          </ac:spMkLst>
        </pc:spChg>
        <pc:spChg chg="mod">
          <ac:chgData name="Josh Reiss" userId="a90d6cd88c30b6c6" providerId="LiveId" clId="{25FB55F3-BE07-459B-B3ED-1C0ADFF0B566}" dt="2020-07-14T09:09:41.513" v="159" actId="1036"/>
          <ac:spMkLst>
            <pc:docMk/>
            <pc:sldMk cId="0" sldId="265"/>
            <ac:spMk id="15" creationId="{ED991ED0-1733-494A-AB86-43335937E019}"/>
          </ac:spMkLst>
        </pc:spChg>
        <pc:spChg chg="mod">
          <ac:chgData name="Josh Reiss" userId="a90d6cd88c30b6c6" providerId="LiveId" clId="{25FB55F3-BE07-459B-B3ED-1C0ADFF0B566}" dt="2020-07-14T09:09:41.513" v="159" actId="1036"/>
          <ac:spMkLst>
            <pc:docMk/>
            <pc:sldMk cId="0" sldId="265"/>
            <ac:spMk id="16" creationId="{0E61EADC-6F56-48BE-94F5-171146CB84F8}"/>
          </ac:spMkLst>
        </pc:spChg>
        <pc:spChg chg="mod">
          <ac:chgData name="Josh Reiss" userId="a90d6cd88c30b6c6" providerId="LiveId" clId="{25FB55F3-BE07-459B-B3ED-1C0ADFF0B566}" dt="2020-07-14T09:09:41.513" v="159" actId="1036"/>
          <ac:spMkLst>
            <pc:docMk/>
            <pc:sldMk cId="0" sldId="265"/>
            <ac:spMk id="17" creationId="{484CF237-4B11-45C7-9DDB-22C5C5FBDED6}"/>
          </ac:spMkLst>
        </pc:spChg>
        <pc:spChg chg="mod">
          <ac:chgData name="Josh Reiss" userId="a90d6cd88c30b6c6" providerId="LiveId" clId="{25FB55F3-BE07-459B-B3ED-1C0ADFF0B566}" dt="2020-07-14T09:09:41.513" v="159" actId="1036"/>
          <ac:spMkLst>
            <pc:docMk/>
            <pc:sldMk cId="0" sldId="265"/>
            <ac:spMk id="18" creationId="{6A41E20D-335C-4EF9-A5ED-6C4A347C5DD8}"/>
          </ac:spMkLst>
        </pc:spChg>
        <pc:spChg chg="mod">
          <ac:chgData name="Josh Reiss" userId="a90d6cd88c30b6c6" providerId="LiveId" clId="{25FB55F3-BE07-459B-B3ED-1C0ADFF0B566}" dt="2020-07-14T09:09:41.513" v="159" actId="1036"/>
          <ac:spMkLst>
            <pc:docMk/>
            <pc:sldMk cId="0" sldId="265"/>
            <ac:spMk id="19" creationId="{97C4356F-92F4-4029-82F5-6320F0318ABF}"/>
          </ac:spMkLst>
        </pc:spChg>
        <pc:spChg chg="mod">
          <ac:chgData name="Josh Reiss" userId="a90d6cd88c30b6c6" providerId="LiveId" clId="{25FB55F3-BE07-459B-B3ED-1C0ADFF0B566}" dt="2020-07-14T09:09:41.513" v="159" actId="1036"/>
          <ac:spMkLst>
            <pc:docMk/>
            <pc:sldMk cId="0" sldId="265"/>
            <ac:spMk id="20" creationId="{E7BF82FB-25F3-4F9C-9F7E-DDB99F0BF9FF}"/>
          </ac:spMkLst>
        </pc:spChg>
        <pc:spChg chg="mod">
          <ac:chgData name="Josh Reiss" userId="a90d6cd88c30b6c6" providerId="LiveId" clId="{25FB55F3-BE07-459B-B3ED-1C0ADFF0B566}" dt="2020-07-14T09:09:41.513" v="159" actId="1036"/>
          <ac:spMkLst>
            <pc:docMk/>
            <pc:sldMk cId="0" sldId="265"/>
            <ac:spMk id="21" creationId="{1360542A-D075-43F8-9461-25E91AC6F89E}"/>
          </ac:spMkLst>
        </pc:spChg>
        <pc:spChg chg="mod">
          <ac:chgData name="Josh Reiss" userId="a90d6cd88c30b6c6" providerId="LiveId" clId="{25FB55F3-BE07-459B-B3ED-1C0ADFF0B566}" dt="2020-07-14T09:09:41.513" v="159" actId="1036"/>
          <ac:spMkLst>
            <pc:docMk/>
            <pc:sldMk cId="0" sldId="265"/>
            <ac:spMk id="22" creationId="{CB74AC4B-EFD9-43C4-9844-82C641B824FF}"/>
          </ac:spMkLst>
        </pc:spChg>
        <pc:spChg chg="mod">
          <ac:chgData name="Josh Reiss" userId="a90d6cd88c30b6c6" providerId="LiveId" clId="{25FB55F3-BE07-459B-B3ED-1C0ADFF0B566}" dt="2020-07-14T09:09:41.513" v="159" actId="1036"/>
          <ac:spMkLst>
            <pc:docMk/>
            <pc:sldMk cId="0" sldId="265"/>
            <ac:spMk id="23" creationId="{39FA7264-9D0A-400C-B21D-80935FA28E54}"/>
          </ac:spMkLst>
        </pc:spChg>
        <pc:spChg chg="mod">
          <ac:chgData name="Josh Reiss" userId="a90d6cd88c30b6c6" providerId="LiveId" clId="{25FB55F3-BE07-459B-B3ED-1C0ADFF0B566}" dt="2020-07-14T09:09:41.513" v="159" actId="1036"/>
          <ac:spMkLst>
            <pc:docMk/>
            <pc:sldMk cId="0" sldId="265"/>
            <ac:spMk id="24" creationId="{5FB66CD7-5252-47A6-9EEA-F8FC25EE7EB4}"/>
          </ac:spMkLst>
        </pc:spChg>
        <pc:spChg chg="mod">
          <ac:chgData name="Josh Reiss" userId="a90d6cd88c30b6c6" providerId="LiveId" clId="{25FB55F3-BE07-459B-B3ED-1C0ADFF0B566}" dt="2020-07-14T09:09:41.513" v="159" actId="1036"/>
          <ac:spMkLst>
            <pc:docMk/>
            <pc:sldMk cId="0" sldId="265"/>
            <ac:spMk id="25" creationId="{CB279C5F-9427-4686-AE05-910534821282}"/>
          </ac:spMkLst>
        </pc:spChg>
        <pc:spChg chg="mod">
          <ac:chgData name="Josh Reiss" userId="a90d6cd88c30b6c6" providerId="LiveId" clId="{25FB55F3-BE07-459B-B3ED-1C0ADFF0B566}" dt="2020-07-14T09:09:41.513" v="159" actId="1036"/>
          <ac:spMkLst>
            <pc:docMk/>
            <pc:sldMk cId="0" sldId="265"/>
            <ac:spMk id="26" creationId="{D226363D-10BB-46E9-A6CA-A3ABF5A76189}"/>
          </ac:spMkLst>
        </pc:spChg>
        <pc:spChg chg="mod">
          <ac:chgData name="Josh Reiss" userId="a90d6cd88c30b6c6" providerId="LiveId" clId="{25FB55F3-BE07-459B-B3ED-1C0ADFF0B566}" dt="2020-07-14T09:09:41.513" v="159" actId="1036"/>
          <ac:spMkLst>
            <pc:docMk/>
            <pc:sldMk cId="0" sldId="265"/>
            <ac:spMk id="27" creationId="{1145F48A-F095-49E1-B734-58ABAA49EC79}"/>
          </ac:spMkLst>
        </pc:spChg>
        <pc:spChg chg="mod">
          <ac:chgData name="Josh Reiss" userId="a90d6cd88c30b6c6" providerId="LiveId" clId="{25FB55F3-BE07-459B-B3ED-1C0ADFF0B566}" dt="2020-07-14T09:09:41.513" v="159" actId="1036"/>
          <ac:spMkLst>
            <pc:docMk/>
            <pc:sldMk cId="0" sldId="265"/>
            <ac:spMk id="28" creationId="{877271DF-ACDA-4A5B-A4E2-83418BC0BD53}"/>
          </ac:spMkLst>
        </pc:spChg>
        <pc:spChg chg="add del">
          <ac:chgData name="Josh Reiss" userId="a90d6cd88c30b6c6" providerId="LiveId" clId="{25FB55F3-BE07-459B-B3ED-1C0ADFF0B566}" dt="2020-07-14T09:01:54.553" v="1" actId="478"/>
          <ac:spMkLst>
            <pc:docMk/>
            <pc:sldMk cId="0" sldId="265"/>
            <ac:spMk id="29" creationId="{4D2ADA92-2EB6-4DD0-BA2E-0548476533F0}"/>
          </ac:spMkLst>
        </pc:spChg>
        <pc:spChg chg="del mod">
          <ac:chgData name="Josh Reiss" userId="a90d6cd88c30b6c6" providerId="LiveId" clId="{25FB55F3-BE07-459B-B3ED-1C0ADFF0B566}" dt="2020-07-14T09:09:31.889" v="124" actId="478"/>
          <ac:spMkLst>
            <pc:docMk/>
            <pc:sldMk cId="0" sldId="265"/>
            <ac:spMk id="31" creationId="{D146CC9A-B57F-4FA3-834D-5EF932EF78A5}"/>
          </ac:spMkLst>
        </pc:spChg>
        <pc:spChg chg="mod">
          <ac:chgData name="Josh Reiss" userId="a90d6cd88c30b6c6" providerId="LiveId" clId="{25FB55F3-BE07-459B-B3ED-1C0ADFF0B566}" dt="2020-07-14T09:10:23.813" v="191" actId="1035"/>
          <ac:spMkLst>
            <pc:docMk/>
            <pc:sldMk cId="0" sldId="265"/>
            <ac:spMk id="102" creationId="{D1AE325B-527E-49F4-AB37-129D609AE1BB}"/>
          </ac:spMkLst>
        </pc:spChg>
        <pc:spChg chg="mod">
          <ac:chgData name="Josh Reiss" userId="a90d6cd88c30b6c6" providerId="LiveId" clId="{25FB55F3-BE07-459B-B3ED-1C0ADFF0B566}" dt="2020-07-14T09:10:23.813" v="191" actId="1035"/>
          <ac:spMkLst>
            <pc:docMk/>
            <pc:sldMk cId="0" sldId="265"/>
            <ac:spMk id="103" creationId="{6305D698-3070-48E5-8AA7-50C68D493CDA}"/>
          </ac:spMkLst>
        </pc:spChg>
        <pc:spChg chg="mod">
          <ac:chgData name="Josh Reiss" userId="a90d6cd88c30b6c6" providerId="LiveId" clId="{25FB55F3-BE07-459B-B3ED-1C0ADFF0B566}" dt="2020-07-14T09:10:23.813" v="191" actId="1035"/>
          <ac:spMkLst>
            <pc:docMk/>
            <pc:sldMk cId="0" sldId="265"/>
            <ac:spMk id="104" creationId="{ED4ACBE3-DFC1-4796-BBDD-B5F906A78F4C}"/>
          </ac:spMkLst>
        </pc:spChg>
        <pc:spChg chg="mod">
          <ac:chgData name="Josh Reiss" userId="a90d6cd88c30b6c6" providerId="LiveId" clId="{25FB55F3-BE07-459B-B3ED-1C0ADFF0B566}" dt="2020-07-14T09:10:23.813" v="191" actId="1035"/>
          <ac:spMkLst>
            <pc:docMk/>
            <pc:sldMk cId="0" sldId="265"/>
            <ac:spMk id="105" creationId="{870DF648-5051-4DA5-AF43-2035A2621C22}"/>
          </ac:spMkLst>
        </pc:spChg>
        <pc:spChg chg="mod">
          <ac:chgData name="Josh Reiss" userId="a90d6cd88c30b6c6" providerId="LiveId" clId="{25FB55F3-BE07-459B-B3ED-1C0ADFF0B566}" dt="2020-07-14T09:10:23.813" v="191" actId="1035"/>
          <ac:spMkLst>
            <pc:docMk/>
            <pc:sldMk cId="0" sldId="265"/>
            <ac:spMk id="106" creationId="{00E39128-C871-4C64-93F0-1923A37E31C0}"/>
          </ac:spMkLst>
        </pc:spChg>
        <pc:spChg chg="mod">
          <ac:chgData name="Josh Reiss" userId="a90d6cd88c30b6c6" providerId="LiveId" clId="{25FB55F3-BE07-459B-B3ED-1C0ADFF0B566}" dt="2020-07-14T09:10:23.813" v="191" actId="1035"/>
          <ac:spMkLst>
            <pc:docMk/>
            <pc:sldMk cId="0" sldId="265"/>
            <ac:spMk id="107" creationId="{B0A4FA9F-9812-4FB8-82D2-A37B00AC359D}"/>
          </ac:spMkLst>
        </pc:spChg>
        <pc:spChg chg="mod">
          <ac:chgData name="Josh Reiss" userId="a90d6cd88c30b6c6" providerId="LiveId" clId="{25FB55F3-BE07-459B-B3ED-1C0ADFF0B566}" dt="2020-07-14T09:10:23.813" v="191" actId="1035"/>
          <ac:spMkLst>
            <pc:docMk/>
            <pc:sldMk cId="0" sldId="265"/>
            <ac:spMk id="108" creationId="{B7BF21AF-0A51-4DD1-BFEA-E423B6B68C74}"/>
          </ac:spMkLst>
        </pc:spChg>
        <pc:spChg chg="mod">
          <ac:chgData name="Josh Reiss" userId="a90d6cd88c30b6c6" providerId="LiveId" clId="{25FB55F3-BE07-459B-B3ED-1C0ADFF0B566}" dt="2020-07-14T09:10:23.813" v="191" actId="1035"/>
          <ac:spMkLst>
            <pc:docMk/>
            <pc:sldMk cId="0" sldId="265"/>
            <ac:spMk id="109" creationId="{8197C618-4A92-426C-9EFF-2C75368B4949}"/>
          </ac:spMkLst>
        </pc:spChg>
        <pc:spChg chg="mod">
          <ac:chgData name="Josh Reiss" userId="a90d6cd88c30b6c6" providerId="LiveId" clId="{25FB55F3-BE07-459B-B3ED-1C0ADFF0B566}" dt="2020-07-14T09:10:23.813" v="191" actId="1035"/>
          <ac:spMkLst>
            <pc:docMk/>
            <pc:sldMk cId="0" sldId="265"/>
            <ac:spMk id="110" creationId="{71279A23-F732-4F87-93D2-5A6E4C930587}"/>
          </ac:spMkLst>
        </pc:spChg>
        <pc:spChg chg="mod">
          <ac:chgData name="Josh Reiss" userId="a90d6cd88c30b6c6" providerId="LiveId" clId="{25FB55F3-BE07-459B-B3ED-1C0ADFF0B566}" dt="2020-07-14T09:10:23.813" v="191" actId="1035"/>
          <ac:spMkLst>
            <pc:docMk/>
            <pc:sldMk cId="0" sldId="265"/>
            <ac:spMk id="111" creationId="{A8E0E61F-FAF4-425C-AE23-9FEC94372539}"/>
          </ac:spMkLst>
        </pc:spChg>
        <pc:spChg chg="mod">
          <ac:chgData name="Josh Reiss" userId="a90d6cd88c30b6c6" providerId="LiveId" clId="{25FB55F3-BE07-459B-B3ED-1C0ADFF0B566}" dt="2020-07-14T09:10:23.813" v="191" actId="1035"/>
          <ac:spMkLst>
            <pc:docMk/>
            <pc:sldMk cId="0" sldId="265"/>
            <ac:spMk id="112" creationId="{FFDF36BA-0D1D-4EA8-BC39-06CA4407FCEA}"/>
          </ac:spMkLst>
        </pc:spChg>
        <pc:spChg chg="mod">
          <ac:chgData name="Josh Reiss" userId="a90d6cd88c30b6c6" providerId="LiveId" clId="{25FB55F3-BE07-459B-B3ED-1C0ADFF0B566}" dt="2020-07-14T09:10:23.813" v="191" actId="1035"/>
          <ac:spMkLst>
            <pc:docMk/>
            <pc:sldMk cId="0" sldId="265"/>
            <ac:spMk id="113" creationId="{26B16A0A-44BC-4878-9371-8F571A850956}"/>
          </ac:spMkLst>
        </pc:spChg>
        <pc:spChg chg="add del">
          <ac:chgData name="Josh Reiss" userId="a90d6cd88c30b6c6" providerId="LiveId" clId="{25FB55F3-BE07-459B-B3ED-1C0ADFF0B566}" dt="2020-07-14T09:01:54.553" v="1" actId="478"/>
          <ac:spMkLst>
            <pc:docMk/>
            <pc:sldMk cId="0" sldId="265"/>
            <ac:spMk id="114" creationId="{EAA918F7-7915-4CCD-A7AC-521848653504}"/>
          </ac:spMkLst>
        </pc:spChg>
        <pc:spChg chg="mod">
          <ac:chgData name="Josh Reiss" userId="a90d6cd88c30b6c6" providerId="LiveId" clId="{25FB55F3-BE07-459B-B3ED-1C0ADFF0B566}" dt="2020-07-14T09:10:36.202" v="193" actId="14100"/>
          <ac:spMkLst>
            <pc:docMk/>
            <pc:sldMk cId="0" sldId="265"/>
            <ac:spMk id="23611" creationId="{00000000-0000-0000-0000-000000000000}"/>
          </ac:spMkLst>
        </pc:spChg>
        <pc:spChg chg="add mod">
          <ac:chgData name="Josh Reiss" userId="a90d6cd88c30b6c6" providerId="LiveId" clId="{25FB55F3-BE07-459B-B3ED-1C0ADFF0B566}" dt="2020-07-14T15:38:26.143" v="708" actId="1035"/>
          <ac:spMkLst>
            <pc:docMk/>
            <pc:sldMk cId="0" sldId="265"/>
            <ac:spMk id="28672" creationId="{1C002F06-C460-46A3-BFB7-562D32E9FB9E}"/>
          </ac:spMkLst>
        </pc:spChg>
        <pc:spChg chg="mod">
          <ac:chgData name="Josh Reiss" userId="a90d6cd88c30b6c6" providerId="LiveId" clId="{25FB55F3-BE07-459B-B3ED-1C0ADFF0B566}" dt="2020-07-14T09:11:17.531" v="198" actId="114"/>
          <ac:spMkLst>
            <pc:docMk/>
            <pc:sldMk cId="0" sldId="265"/>
            <ac:spMk id="28674" creationId="{00000000-0000-0000-0000-000000000000}"/>
          </ac:spMkLst>
        </pc:spChg>
        <pc:spChg chg="mod">
          <ac:chgData name="Josh Reiss" userId="a90d6cd88c30b6c6" providerId="LiveId" clId="{25FB55F3-BE07-459B-B3ED-1C0ADFF0B566}" dt="2020-07-14T09:08:50.507" v="73" actId="20577"/>
          <ac:spMkLst>
            <pc:docMk/>
            <pc:sldMk cId="0" sldId="265"/>
            <ac:spMk id="28675" creationId="{00000000-0000-0000-0000-000000000000}"/>
          </ac:spMkLst>
        </pc:spChg>
        <pc:spChg chg="mod">
          <ac:chgData name="Josh Reiss" userId="a90d6cd88c30b6c6" providerId="LiveId" clId="{25FB55F3-BE07-459B-B3ED-1C0ADFF0B566}" dt="2020-07-14T09:10:23.813" v="191" actId="1035"/>
          <ac:spMkLst>
            <pc:docMk/>
            <pc:sldMk cId="0" sldId="265"/>
            <ac:spMk id="28676" creationId="{00000000-0000-0000-0000-000000000000}"/>
          </ac:spMkLst>
        </pc:spChg>
        <pc:spChg chg="mod">
          <ac:chgData name="Josh Reiss" userId="a90d6cd88c30b6c6" providerId="LiveId" clId="{25FB55F3-BE07-459B-B3ED-1C0ADFF0B566}" dt="2020-07-14T09:10:23.813" v="191" actId="1035"/>
          <ac:spMkLst>
            <pc:docMk/>
            <pc:sldMk cId="0" sldId="265"/>
            <ac:spMk id="28677" creationId="{00000000-0000-0000-0000-000000000000}"/>
          </ac:spMkLst>
        </pc:spChg>
        <pc:spChg chg="mod">
          <ac:chgData name="Josh Reiss" userId="a90d6cd88c30b6c6" providerId="LiveId" clId="{25FB55F3-BE07-459B-B3ED-1C0ADFF0B566}" dt="2020-07-14T09:10:23.813" v="191" actId="1035"/>
          <ac:spMkLst>
            <pc:docMk/>
            <pc:sldMk cId="0" sldId="265"/>
            <ac:spMk id="28678" creationId="{00000000-0000-0000-0000-000000000000}"/>
          </ac:spMkLst>
        </pc:spChg>
        <pc:spChg chg="mod">
          <ac:chgData name="Josh Reiss" userId="a90d6cd88c30b6c6" providerId="LiveId" clId="{25FB55F3-BE07-459B-B3ED-1C0ADFF0B566}" dt="2020-07-14T09:10:23.813" v="191" actId="1035"/>
          <ac:spMkLst>
            <pc:docMk/>
            <pc:sldMk cId="0" sldId="265"/>
            <ac:spMk id="28679" creationId="{00000000-0000-0000-0000-000000000000}"/>
          </ac:spMkLst>
        </pc:spChg>
        <pc:spChg chg="mod">
          <ac:chgData name="Josh Reiss" userId="a90d6cd88c30b6c6" providerId="LiveId" clId="{25FB55F3-BE07-459B-B3ED-1C0ADFF0B566}" dt="2020-07-14T09:10:23.813" v="191" actId="1035"/>
          <ac:spMkLst>
            <pc:docMk/>
            <pc:sldMk cId="0" sldId="265"/>
            <ac:spMk id="28680" creationId="{00000000-0000-0000-0000-000000000000}"/>
          </ac:spMkLst>
        </pc:spChg>
        <pc:spChg chg="mod">
          <ac:chgData name="Josh Reiss" userId="a90d6cd88c30b6c6" providerId="LiveId" clId="{25FB55F3-BE07-459B-B3ED-1C0ADFF0B566}" dt="2020-07-14T09:10:23.813" v="191" actId="1035"/>
          <ac:spMkLst>
            <pc:docMk/>
            <pc:sldMk cId="0" sldId="265"/>
            <ac:spMk id="28681" creationId="{00000000-0000-0000-0000-000000000000}"/>
          </ac:spMkLst>
        </pc:spChg>
        <pc:spChg chg="mod">
          <ac:chgData name="Josh Reiss" userId="a90d6cd88c30b6c6" providerId="LiveId" clId="{25FB55F3-BE07-459B-B3ED-1C0ADFF0B566}" dt="2020-07-14T09:10:23.813" v="191" actId="1035"/>
          <ac:spMkLst>
            <pc:docMk/>
            <pc:sldMk cId="0" sldId="265"/>
            <ac:spMk id="28682" creationId="{00000000-0000-0000-0000-000000000000}"/>
          </ac:spMkLst>
        </pc:spChg>
        <pc:spChg chg="mod">
          <ac:chgData name="Josh Reiss" userId="a90d6cd88c30b6c6" providerId="LiveId" clId="{25FB55F3-BE07-459B-B3ED-1C0ADFF0B566}" dt="2020-07-14T09:10:23.813" v="191" actId="1035"/>
          <ac:spMkLst>
            <pc:docMk/>
            <pc:sldMk cId="0" sldId="265"/>
            <ac:spMk id="28683" creationId="{00000000-0000-0000-0000-000000000000}"/>
          </ac:spMkLst>
        </pc:spChg>
        <pc:spChg chg="mod">
          <ac:chgData name="Josh Reiss" userId="a90d6cd88c30b6c6" providerId="LiveId" clId="{25FB55F3-BE07-459B-B3ED-1C0ADFF0B566}" dt="2020-07-14T09:10:23.813" v="191" actId="1035"/>
          <ac:spMkLst>
            <pc:docMk/>
            <pc:sldMk cId="0" sldId="265"/>
            <ac:spMk id="28684" creationId="{00000000-0000-0000-0000-000000000000}"/>
          </ac:spMkLst>
        </pc:spChg>
        <pc:spChg chg="mod">
          <ac:chgData name="Josh Reiss" userId="a90d6cd88c30b6c6" providerId="LiveId" clId="{25FB55F3-BE07-459B-B3ED-1C0ADFF0B566}" dt="2020-07-14T09:10:23.813" v="191" actId="1035"/>
          <ac:spMkLst>
            <pc:docMk/>
            <pc:sldMk cId="0" sldId="265"/>
            <ac:spMk id="28685" creationId="{00000000-0000-0000-0000-000000000000}"/>
          </ac:spMkLst>
        </pc:spChg>
        <pc:spChg chg="mod">
          <ac:chgData name="Josh Reiss" userId="a90d6cd88c30b6c6" providerId="LiveId" clId="{25FB55F3-BE07-459B-B3ED-1C0ADFF0B566}" dt="2020-07-14T09:10:23.813" v="191" actId="1035"/>
          <ac:spMkLst>
            <pc:docMk/>
            <pc:sldMk cId="0" sldId="265"/>
            <ac:spMk id="28686" creationId="{00000000-0000-0000-0000-000000000000}"/>
          </ac:spMkLst>
        </pc:spChg>
        <pc:spChg chg="mod">
          <ac:chgData name="Josh Reiss" userId="a90d6cd88c30b6c6" providerId="LiveId" clId="{25FB55F3-BE07-459B-B3ED-1C0ADFF0B566}" dt="2020-07-14T09:10:23.813" v="191" actId="1035"/>
          <ac:spMkLst>
            <pc:docMk/>
            <pc:sldMk cId="0" sldId="265"/>
            <ac:spMk id="28687" creationId="{00000000-0000-0000-0000-000000000000}"/>
          </ac:spMkLst>
        </pc:spChg>
        <pc:spChg chg="add del">
          <ac:chgData name="Josh Reiss" userId="a90d6cd88c30b6c6" providerId="LiveId" clId="{25FB55F3-BE07-459B-B3ED-1C0ADFF0B566}" dt="2020-07-14T09:01:54.553" v="1" actId="478"/>
          <ac:spMkLst>
            <pc:docMk/>
            <pc:sldMk cId="0" sldId="265"/>
            <ac:spMk id="28688" creationId="{00000000-0000-0000-0000-000000000000}"/>
          </ac:spMkLst>
        </pc:spChg>
        <pc:spChg chg="mod">
          <ac:chgData name="Josh Reiss" userId="a90d6cd88c30b6c6" providerId="LiveId" clId="{25FB55F3-BE07-459B-B3ED-1C0ADFF0B566}" dt="2020-07-14T09:10:23.813" v="191" actId="1035"/>
          <ac:spMkLst>
            <pc:docMk/>
            <pc:sldMk cId="0" sldId="265"/>
            <ac:spMk id="28728" creationId="{00000000-0000-0000-0000-000000000000}"/>
          </ac:spMkLst>
        </pc:spChg>
        <pc:spChg chg="mod">
          <ac:chgData name="Josh Reiss" userId="a90d6cd88c30b6c6" providerId="LiveId" clId="{25FB55F3-BE07-459B-B3ED-1C0ADFF0B566}" dt="2020-07-14T09:10:23.813" v="191" actId="1035"/>
          <ac:spMkLst>
            <pc:docMk/>
            <pc:sldMk cId="0" sldId="265"/>
            <ac:spMk id="28730" creationId="{00000000-0000-0000-0000-000000000000}"/>
          </ac:spMkLst>
        </pc:spChg>
      </pc:sldChg>
      <pc:sldChg chg="addSp delSp modSp mod modNotesTx">
        <pc:chgData name="Josh Reiss" userId="a90d6cd88c30b6c6" providerId="LiveId" clId="{25FB55F3-BE07-459B-B3ED-1C0ADFF0B566}" dt="2020-07-14T15:57:49.043" v="1302" actId="20577"/>
        <pc:sldMkLst>
          <pc:docMk/>
          <pc:sldMk cId="0" sldId="266"/>
        </pc:sldMkLst>
        <pc:spChg chg="add mod">
          <ac:chgData name="Josh Reiss" userId="a90d6cd88c30b6c6" providerId="LiveId" clId="{25FB55F3-BE07-459B-B3ED-1C0ADFF0B566}" dt="2020-07-14T15:50:04.360" v="1141" actId="20577"/>
          <ac:spMkLst>
            <pc:docMk/>
            <pc:sldMk cId="0" sldId="266"/>
            <ac:spMk id="2" creationId="{AA8A00CE-D82C-4174-85DF-0B02743F0B71}"/>
          </ac:spMkLst>
        </pc:spChg>
        <pc:spChg chg="add mod">
          <ac:chgData name="Josh Reiss" userId="a90d6cd88c30b6c6" providerId="LiveId" clId="{25FB55F3-BE07-459B-B3ED-1C0ADFF0B566}" dt="2020-07-14T15:45:38.534" v="1099" actId="1076"/>
          <ac:spMkLst>
            <pc:docMk/>
            <pc:sldMk cId="0" sldId="266"/>
            <ac:spMk id="3" creationId="{8AE7B410-F6C8-42D2-8668-F90936955DE9}"/>
          </ac:spMkLst>
        </pc:spChg>
        <pc:spChg chg="add mod">
          <ac:chgData name="Josh Reiss" userId="a90d6cd88c30b6c6" providerId="LiveId" clId="{25FB55F3-BE07-459B-B3ED-1C0ADFF0B566}" dt="2020-07-14T15:45:38.534" v="1099" actId="1076"/>
          <ac:spMkLst>
            <pc:docMk/>
            <pc:sldMk cId="0" sldId="266"/>
            <ac:spMk id="4" creationId="{39C6C53A-B23F-44B9-BAD4-3D92176B1CC4}"/>
          </ac:spMkLst>
        </pc:spChg>
        <pc:spChg chg="add mod">
          <ac:chgData name="Josh Reiss" userId="a90d6cd88c30b6c6" providerId="LiveId" clId="{25FB55F3-BE07-459B-B3ED-1C0ADFF0B566}" dt="2020-07-14T15:45:38.534" v="1099" actId="1076"/>
          <ac:spMkLst>
            <pc:docMk/>
            <pc:sldMk cId="0" sldId="266"/>
            <ac:spMk id="5" creationId="{414CABEF-3433-412E-B26D-32EF9C605B89}"/>
          </ac:spMkLst>
        </pc:spChg>
        <pc:spChg chg="add del mod">
          <ac:chgData name="Josh Reiss" userId="a90d6cd88c30b6c6" providerId="LiveId" clId="{25FB55F3-BE07-459B-B3ED-1C0ADFF0B566}" dt="2020-07-14T15:43:55.638" v="921" actId="478"/>
          <ac:spMkLst>
            <pc:docMk/>
            <pc:sldMk cId="0" sldId="266"/>
            <ac:spMk id="7" creationId="{DB54357F-B237-4B84-802D-571F71DDDBF0}"/>
          </ac:spMkLst>
        </pc:spChg>
        <pc:spChg chg="mod">
          <ac:chgData name="Josh Reiss" userId="a90d6cd88c30b6c6" providerId="LiveId" clId="{25FB55F3-BE07-459B-B3ED-1C0ADFF0B566}" dt="2020-07-14T15:43:40.081" v="919" actId="20577"/>
          <ac:spMkLst>
            <pc:docMk/>
            <pc:sldMk cId="0" sldId="266"/>
            <ac:spMk id="29698" creationId="{00000000-0000-0000-0000-000000000000}"/>
          </ac:spMkLst>
        </pc:spChg>
        <pc:spChg chg="del mod">
          <ac:chgData name="Josh Reiss" userId="a90d6cd88c30b6c6" providerId="LiveId" clId="{25FB55F3-BE07-459B-B3ED-1C0ADFF0B566}" dt="2020-07-14T15:43:44.729" v="920" actId="478"/>
          <ac:spMkLst>
            <pc:docMk/>
            <pc:sldMk cId="0" sldId="266"/>
            <ac:spMk id="29699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00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01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02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03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04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05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06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07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08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09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10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11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12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13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14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15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16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17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18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19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20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21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22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23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24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25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26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27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28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29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30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31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32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33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34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35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36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37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38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39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40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41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42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43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44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45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46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47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48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49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50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51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52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53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54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55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56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57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58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59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60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61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62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63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64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65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66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67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68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69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70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71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5:38.534" v="1099" actId="1076"/>
          <ac:spMkLst>
            <pc:docMk/>
            <pc:sldMk cId="0" sldId="266"/>
            <ac:spMk id="29772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73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74" creationId="{00000000-0000-0000-0000-000000000000}"/>
          </ac:spMkLst>
        </pc:spChg>
      </pc:sldChg>
      <pc:sldChg chg="del">
        <pc:chgData name="Josh Reiss" userId="a90d6cd88c30b6c6" providerId="LiveId" clId="{25FB55F3-BE07-459B-B3ED-1C0ADFF0B566}" dt="2020-07-15T05:27:32.611" v="1303" actId="47"/>
        <pc:sldMkLst>
          <pc:docMk/>
          <pc:sldMk cId="0" sldId="269"/>
        </pc:sldMkLst>
      </pc:sldChg>
      <pc:sldChg chg="modSp mod">
        <pc:chgData name="Josh Reiss" userId="a90d6cd88c30b6c6" providerId="LiveId" clId="{25FB55F3-BE07-459B-B3ED-1C0ADFF0B566}" dt="2020-07-15T05:28:42.005" v="1305" actId="14100"/>
        <pc:sldMkLst>
          <pc:docMk/>
          <pc:sldMk cId="0" sldId="286"/>
        </pc:sldMkLst>
        <pc:spChg chg="mod">
          <ac:chgData name="Josh Reiss" userId="a90d6cd88c30b6c6" providerId="LiveId" clId="{25FB55F3-BE07-459B-B3ED-1C0ADFF0B566}" dt="2020-07-15T05:28:42.005" v="1305" actId="14100"/>
          <ac:spMkLst>
            <pc:docMk/>
            <pc:sldMk cId="0" sldId="286"/>
            <ac:spMk id="46082" creationId="{00000000-0000-0000-0000-000000000000}"/>
          </ac:spMkLst>
        </pc:spChg>
      </pc:sldChg>
      <pc:sldChg chg="addSp delSp modSp add mod ord delAnim">
        <pc:chgData name="Josh Reiss" userId="a90d6cd88c30b6c6" providerId="LiveId" clId="{25FB55F3-BE07-459B-B3ED-1C0ADFF0B566}" dt="2020-07-14T15:26:51.387" v="653" actId="20577"/>
        <pc:sldMkLst>
          <pc:docMk/>
          <pc:sldMk cId="2929836946" sldId="287"/>
        </pc:sldMkLst>
        <pc:spChg chg="del">
          <ac:chgData name="Josh Reiss" userId="a90d6cd88c30b6c6" providerId="LiveId" clId="{25FB55F3-BE07-459B-B3ED-1C0ADFF0B566}" dt="2020-07-14T15:22:29.306" v="416" actId="478"/>
          <ac:spMkLst>
            <pc:docMk/>
            <pc:sldMk cId="2929836946" sldId="287"/>
            <ac:spMk id="2" creationId="{30914E5E-CCC3-449C-A967-3D8F775020FC}"/>
          </ac:spMkLst>
        </pc:spChg>
        <pc:spChg chg="del">
          <ac:chgData name="Josh Reiss" userId="a90d6cd88c30b6c6" providerId="LiveId" clId="{25FB55F3-BE07-459B-B3ED-1C0ADFF0B566}" dt="2020-07-14T15:22:29.306" v="416" actId="478"/>
          <ac:spMkLst>
            <pc:docMk/>
            <pc:sldMk cId="2929836946" sldId="287"/>
            <ac:spMk id="3" creationId="{715BA243-CD44-4E4D-A7FD-4253BBC0EDF7}"/>
          </ac:spMkLst>
        </pc:spChg>
        <pc:spChg chg="del">
          <ac:chgData name="Josh Reiss" userId="a90d6cd88c30b6c6" providerId="LiveId" clId="{25FB55F3-BE07-459B-B3ED-1C0ADFF0B566}" dt="2020-07-14T15:22:29.306" v="416" actId="478"/>
          <ac:spMkLst>
            <pc:docMk/>
            <pc:sldMk cId="2929836946" sldId="287"/>
            <ac:spMk id="4" creationId="{C834D527-FB75-491C-931F-429C8E3FA6BD}"/>
          </ac:spMkLst>
        </pc:spChg>
        <pc:spChg chg="del">
          <ac:chgData name="Josh Reiss" userId="a90d6cd88c30b6c6" providerId="LiveId" clId="{25FB55F3-BE07-459B-B3ED-1C0ADFF0B566}" dt="2020-07-14T15:22:29.306" v="416" actId="478"/>
          <ac:spMkLst>
            <pc:docMk/>
            <pc:sldMk cId="2929836946" sldId="287"/>
            <ac:spMk id="5" creationId="{F8D7588A-4036-4DF2-B70E-738A46C38A47}"/>
          </ac:spMkLst>
        </pc:spChg>
        <pc:spChg chg="del">
          <ac:chgData name="Josh Reiss" userId="a90d6cd88c30b6c6" providerId="LiveId" clId="{25FB55F3-BE07-459B-B3ED-1C0ADFF0B566}" dt="2020-07-14T15:22:29.306" v="416" actId="478"/>
          <ac:spMkLst>
            <pc:docMk/>
            <pc:sldMk cId="2929836946" sldId="287"/>
            <ac:spMk id="6" creationId="{C98BC7F4-53A2-42E6-BA1D-2A1A6E1F996A}"/>
          </ac:spMkLst>
        </pc:spChg>
        <pc:spChg chg="del">
          <ac:chgData name="Josh Reiss" userId="a90d6cd88c30b6c6" providerId="LiveId" clId="{25FB55F3-BE07-459B-B3ED-1C0ADFF0B566}" dt="2020-07-14T15:22:29.306" v="416" actId="478"/>
          <ac:spMkLst>
            <pc:docMk/>
            <pc:sldMk cId="2929836946" sldId="287"/>
            <ac:spMk id="7" creationId="{1451AA5B-3BDF-4E22-A4E4-E470DAFE40CA}"/>
          </ac:spMkLst>
        </pc:spChg>
        <pc:spChg chg="del">
          <ac:chgData name="Josh Reiss" userId="a90d6cd88c30b6c6" providerId="LiveId" clId="{25FB55F3-BE07-459B-B3ED-1C0ADFF0B566}" dt="2020-07-14T15:22:29.306" v="416" actId="478"/>
          <ac:spMkLst>
            <pc:docMk/>
            <pc:sldMk cId="2929836946" sldId="287"/>
            <ac:spMk id="8" creationId="{95E01B8B-EF95-46C2-862A-D624B1D616C3}"/>
          </ac:spMkLst>
        </pc:spChg>
        <pc:spChg chg="del">
          <ac:chgData name="Josh Reiss" userId="a90d6cd88c30b6c6" providerId="LiveId" clId="{25FB55F3-BE07-459B-B3ED-1C0ADFF0B566}" dt="2020-07-14T15:22:25.627" v="415" actId="478"/>
          <ac:spMkLst>
            <pc:docMk/>
            <pc:sldMk cId="2929836946" sldId="287"/>
            <ac:spMk id="9" creationId="{EE07E869-81B9-440A-9070-9286CCBB694F}"/>
          </ac:spMkLst>
        </pc:spChg>
        <pc:spChg chg="del">
          <ac:chgData name="Josh Reiss" userId="a90d6cd88c30b6c6" providerId="LiveId" clId="{25FB55F3-BE07-459B-B3ED-1C0ADFF0B566}" dt="2020-07-14T15:22:25.627" v="415" actId="478"/>
          <ac:spMkLst>
            <pc:docMk/>
            <pc:sldMk cId="2929836946" sldId="287"/>
            <ac:spMk id="10" creationId="{BB04AB1D-953D-48F2-B863-F3FBE7DB3E07}"/>
          </ac:spMkLst>
        </pc:spChg>
        <pc:spChg chg="del">
          <ac:chgData name="Josh Reiss" userId="a90d6cd88c30b6c6" providerId="LiveId" clId="{25FB55F3-BE07-459B-B3ED-1C0ADFF0B566}" dt="2020-07-14T15:22:25.627" v="415" actId="478"/>
          <ac:spMkLst>
            <pc:docMk/>
            <pc:sldMk cId="2929836946" sldId="287"/>
            <ac:spMk id="11" creationId="{B3855309-3D72-43D2-9A49-64246ED85B91}"/>
          </ac:spMkLst>
        </pc:spChg>
        <pc:spChg chg="del">
          <ac:chgData name="Josh Reiss" userId="a90d6cd88c30b6c6" providerId="LiveId" clId="{25FB55F3-BE07-459B-B3ED-1C0ADFF0B566}" dt="2020-07-14T15:22:25.627" v="415" actId="478"/>
          <ac:spMkLst>
            <pc:docMk/>
            <pc:sldMk cId="2929836946" sldId="287"/>
            <ac:spMk id="12" creationId="{26CA953B-71DD-4596-A3C9-D75C28B1BD07}"/>
          </ac:spMkLst>
        </pc:spChg>
        <pc:spChg chg="del">
          <ac:chgData name="Josh Reiss" userId="a90d6cd88c30b6c6" providerId="LiveId" clId="{25FB55F3-BE07-459B-B3ED-1C0ADFF0B566}" dt="2020-07-14T15:22:25.627" v="415" actId="478"/>
          <ac:spMkLst>
            <pc:docMk/>
            <pc:sldMk cId="2929836946" sldId="287"/>
            <ac:spMk id="13" creationId="{87CC2257-336B-443E-99D6-5D1D4F5C2578}"/>
          </ac:spMkLst>
        </pc:spChg>
        <pc:spChg chg="add del mod">
          <ac:chgData name="Josh Reiss" userId="a90d6cd88c30b6c6" providerId="LiveId" clId="{25FB55F3-BE07-459B-B3ED-1C0ADFF0B566}" dt="2020-07-14T15:15:12.331" v="277"/>
          <ac:spMkLst>
            <pc:docMk/>
            <pc:sldMk cId="2929836946" sldId="287"/>
            <ac:spMk id="14" creationId="{A8C0C19A-E97A-44F9-B0E6-2837923DDE21}"/>
          </ac:spMkLst>
        </pc:spChg>
        <pc:spChg chg="del">
          <ac:chgData name="Josh Reiss" userId="a90d6cd88c30b6c6" providerId="LiveId" clId="{25FB55F3-BE07-459B-B3ED-1C0ADFF0B566}" dt="2020-07-14T15:22:29.306" v="416" actId="478"/>
          <ac:spMkLst>
            <pc:docMk/>
            <pc:sldMk cId="2929836946" sldId="287"/>
            <ac:spMk id="15" creationId="{ED991ED0-1733-494A-AB86-43335937E019}"/>
          </ac:spMkLst>
        </pc:spChg>
        <pc:spChg chg="del">
          <ac:chgData name="Josh Reiss" userId="a90d6cd88c30b6c6" providerId="LiveId" clId="{25FB55F3-BE07-459B-B3ED-1C0ADFF0B566}" dt="2020-07-14T15:23:48.377" v="417" actId="478"/>
          <ac:spMkLst>
            <pc:docMk/>
            <pc:sldMk cId="2929836946" sldId="287"/>
            <ac:spMk id="16" creationId="{0E61EADC-6F56-48BE-94F5-171146CB84F8}"/>
          </ac:spMkLst>
        </pc:spChg>
        <pc:spChg chg="del">
          <ac:chgData name="Josh Reiss" userId="a90d6cd88c30b6c6" providerId="LiveId" clId="{25FB55F3-BE07-459B-B3ED-1C0ADFF0B566}" dt="2020-07-14T15:22:29.306" v="416" actId="478"/>
          <ac:spMkLst>
            <pc:docMk/>
            <pc:sldMk cId="2929836946" sldId="287"/>
            <ac:spMk id="17" creationId="{484CF237-4B11-45C7-9DDB-22C5C5FBDED6}"/>
          </ac:spMkLst>
        </pc:spChg>
        <pc:spChg chg="del">
          <ac:chgData name="Josh Reiss" userId="a90d6cd88c30b6c6" providerId="LiveId" clId="{25FB55F3-BE07-459B-B3ED-1C0ADFF0B566}" dt="2020-07-14T15:22:29.306" v="416" actId="478"/>
          <ac:spMkLst>
            <pc:docMk/>
            <pc:sldMk cId="2929836946" sldId="287"/>
            <ac:spMk id="18" creationId="{6A41E20D-335C-4EF9-A5ED-6C4A347C5DD8}"/>
          </ac:spMkLst>
        </pc:spChg>
        <pc:spChg chg="del">
          <ac:chgData name="Josh Reiss" userId="a90d6cd88c30b6c6" providerId="LiveId" clId="{25FB55F3-BE07-459B-B3ED-1C0ADFF0B566}" dt="2020-07-14T15:22:29.306" v="416" actId="478"/>
          <ac:spMkLst>
            <pc:docMk/>
            <pc:sldMk cId="2929836946" sldId="287"/>
            <ac:spMk id="19" creationId="{97C4356F-92F4-4029-82F5-6320F0318ABF}"/>
          </ac:spMkLst>
        </pc:spChg>
        <pc:spChg chg="del">
          <ac:chgData name="Josh Reiss" userId="a90d6cd88c30b6c6" providerId="LiveId" clId="{25FB55F3-BE07-459B-B3ED-1C0ADFF0B566}" dt="2020-07-14T15:22:29.306" v="416" actId="478"/>
          <ac:spMkLst>
            <pc:docMk/>
            <pc:sldMk cId="2929836946" sldId="287"/>
            <ac:spMk id="20" creationId="{E7BF82FB-25F3-4F9C-9F7E-DDB99F0BF9FF}"/>
          </ac:spMkLst>
        </pc:spChg>
        <pc:spChg chg="del">
          <ac:chgData name="Josh Reiss" userId="a90d6cd88c30b6c6" providerId="LiveId" clId="{25FB55F3-BE07-459B-B3ED-1C0ADFF0B566}" dt="2020-07-14T15:22:29.306" v="416" actId="478"/>
          <ac:spMkLst>
            <pc:docMk/>
            <pc:sldMk cId="2929836946" sldId="287"/>
            <ac:spMk id="21" creationId="{1360542A-D075-43F8-9461-25E91AC6F89E}"/>
          </ac:spMkLst>
        </pc:spChg>
        <pc:spChg chg="del">
          <ac:chgData name="Josh Reiss" userId="a90d6cd88c30b6c6" providerId="LiveId" clId="{25FB55F3-BE07-459B-B3ED-1C0ADFF0B566}" dt="2020-07-14T15:22:29.306" v="416" actId="478"/>
          <ac:spMkLst>
            <pc:docMk/>
            <pc:sldMk cId="2929836946" sldId="287"/>
            <ac:spMk id="22" creationId="{CB74AC4B-EFD9-43C4-9844-82C641B824FF}"/>
          </ac:spMkLst>
        </pc:spChg>
        <pc:spChg chg="del">
          <ac:chgData name="Josh Reiss" userId="a90d6cd88c30b6c6" providerId="LiveId" clId="{25FB55F3-BE07-459B-B3ED-1C0ADFF0B566}" dt="2020-07-14T15:22:29.306" v="416" actId="478"/>
          <ac:spMkLst>
            <pc:docMk/>
            <pc:sldMk cId="2929836946" sldId="287"/>
            <ac:spMk id="23" creationId="{39FA7264-9D0A-400C-B21D-80935FA28E54}"/>
          </ac:spMkLst>
        </pc:spChg>
        <pc:spChg chg="del">
          <ac:chgData name="Josh Reiss" userId="a90d6cd88c30b6c6" providerId="LiveId" clId="{25FB55F3-BE07-459B-B3ED-1C0ADFF0B566}" dt="2020-07-14T15:22:25.627" v="415" actId="478"/>
          <ac:spMkLst>
            <pc:docMk/>
            <pc:sldMk cId="2929836946" sldId="287"/>
            <ac:spMk id="24" creationId="{5FB66CD7-5252-47A6-9EEA-F8FC25EE7EB4}"/>
          </ac:spMkLst>
        </pc:spChg>
        <pc:spChg chg="del">
          <ac:chgData name="Josh Reiss" userId="a90d6cd88c30b6c6" providerId="LiveId" clId="{25FB55F3-BE07-459B-B3ED-1C0ADFF0B566}" dt="2020-07-14T15:22:25.627" v="415" actId="478"/>
          <ac:spMkLst>
            <pc:docMk/>
            <pc:sldMk cId="2929836946" sldId="287"/>
            <ac:spMk id="25" creationId="{CB279C5F-9427-4686-AE05-910534821282}"/>
          </ac:spMkLst>
        </pc:spChg>
        <pc:spChg chg="del">
          <ac:chgData name="Josh Reiss" userId="a90d6cd88c30b6c6" providerId="LiveId" clId="{25FB55F3-BE07-459B-B3ED-1C0ADFF0B566}" dt="2020-07-14T15:22:25.627" v="415" actId="478"/>
          <ac:spMkLst>
            <pc:docMk/>
            <pc:sldMk cId="2929836946" sldId="287"/>
            <ac:spMk id="26" creationId="{D226363D-10BB-46E9-A6CA-A3ABF5A76189}"/>
          </ac:spMkLst>
        </pc:spChg>
        <pc:spChg chg="del">
          <ac:chgData name="Josh Reiss" userId="a90d6cd88c30b6c6" providerId="LiveId" clId="{25FB55F3-BE07-459B-B3ED-1C0ADFF0B566}" dt="2020-07-14T15:22:25.627" v="415" actId="478"/>
          <ac:spMkLst>
            <pc:docMk/>
            <pc:sldMk cId="2929836946" sldId="287"/>
            <ac:spMk id="27" creationId="{1145F48A-F095-49E1-B734-58ABAA49EC79}"/>
          </ac:spMkLst>
        </pc:spChg>
        <pc:spChg chg="del">
          <ac:chgData name="Josh Reiss" userId="a90d6cd88c30b6c6" providerId="LiveId" clId="{25FB55F3-BE07-459B-B3ED-1C0ADFF0B566}" dt="2020-07-14T15:22:25.627" v="415" actId="478"/>
          <ac:spMkLst>
            <pc:docMk/>
            <pc:sldMk cId="2929836946" sldId="287"/>
            <ac:spMk id="28" creationId="{877271DF-ACDA-4A5B-A4E2-83418BC0BD53}"/>
          </ac:spMkLst>
        </pc:spChg>
        <pc:spChg chg="del">
          <ac:chgData name="Josh Reiss" userId="a90d6cd88c30b6c6" providerId="LiveId" clId="{25FB55F3-BE07-459B-B3ED-1C0ADFF0B566}" dt="2020-07-14T15:26:33.379" v="637" actId="478"/>
          <ac:spMkLst>
            <pc:docMk/>
            <pc:sldMk cId="2929836946" sldId="287"/>
            <ac:spMk id="31" creationId="{D146CC9A-B57F-4FA3-834D-5EF932EF78A5}"/>
          </ac:spMkLst>
        </pc:spChg>
        <pc:spChg chg="del">
          <ac:chgData name="Josh Reiss" userId="a90d6cd88c30b6c6" providerId="LiveId" clId="{25FB55F3-BE07-459B-B3ED-1C0ADFF0B566}" dt="2020-07-14T15:22:29.306" v="416" actId="478"/>
          <ac:spMkLst>
            <pc:docMk/>
            <pc:sldMk cId="2929836946" sldId="287"/>
            <ac:spMk id="102" creationId="{D1AE325B-527E-49F4-AB37-129D609AE1BB}"/>
          </ac:spMkLst>
        </pc:spChg>
        <pc:spChg chg="del">
          <ac:chgData name="Josh Reiss" userId="a90d6cd88c30b6c6" providerId="LiveId" clId="{25FB55F3-BE07-459B-B3ED-1C0ADFF0B566}" dt="2020-07-14T15:22:29.306" v="416" actId="478"/>
          <ac:spMkLst>
            <pc:docMk/>
            <pc:sldMk cId="2929836946" sldId="287"/>
            <ac:spMk id="103" creationId="{6305D698-3070-48E5-8AA7-50C68D493CDA}"/>
          </ac:spMkLst>
        </pc:spChg>
        <pc:spChg chg="del">
          <ac:chgData name="Josh Reiss" userId="a90d6cd88c30b6c6" providerId="LiveId" clId="{25FB55F3-BE07-459B-B3ED-1C0ADFF0B566}" dt="2020-07-14T15:22:29.306" v="416" actId="478"/>
          <ac:spMkLst>
            <pc:docMk/>
            <pc:sldMk cId="2929836946" sldId="287"/>
            <ac:spMk id="104" creationId="{ED4ACBE3-DFC1-4796-BBDD-B5F906A78F4C}"/>
          </ac:spMkLst>
        </pc:spChg>
        <pc:spChg chg="del">
          <ac:chgData name="Josh Reiss" userId="a90d6cd88c30b6c6" providerId="LiveId" clId="{25FB55F3-BE07-459B-B3ED-1C0ADFF0B566}" dt="2020-07-14T15:22:29.306" v="416" actId="478"/>
          <ac:spMkLst>
            <pc:docMk/>
            <pc:sldMk cId="2929836946" sldId="287"/>
            <ac:spMk id="105" creationId="{870DF648-5051-4DA5-AF43-2035A2621C22}"/>
          </ac:spMkLst>
        </pc:spChg>
        <pc:spChg chg="del">
          <ac:chgData name="Josh Reiss" userId="a90d6cd88c30b6c6" providerId="LiveId" clId="{25FB55F3-BE07-459B-B3ED-1C0ADFF0B566}" dt="2020-07-14T15:22:29.306" v="416" actId="478"/>
          <ac:spMkLst>
            <pc:docMk/>
            <pc:sldMk cId="2929836946" sldId="287"/>
            <ac:spMk id="106" creationId="{00E39128-C871-4C64-93F0-1923A37E31C0}"/>
          </ac:spMkLst>
        </pc:spChg>
        <pc:spChg chg="del">
          <ac:chgData name="Josh Reiss" userId="a90d6cd88c30b6c6" providerId="LiveId" clId="{25FB55F3-BE07-459B-B3ED-1C0ADFF0B566}" dt="2020-07-14T15:22:29.306" v="416" actId="478"/>
          <ac:spMkLst>
            <pc:docMk/>
            <pc:sldMk cId="2929836946" sldId="287"/>
            <ac:spMk id="107" creationId="{B0A4FA9F-9812-4FB8-82D2-A37B00AC359D}"/>
          </ac:spMkLst>
        </pc:spChg>
        <pc:spChg chg="del">
          <ac:chgData name="Josh Reiss" userId="a90d6cd88c30b6c6" providerId="LiveId" clId="{25FB55F3-BE07-459B-B3ED-1C0ADFF0B566}" dt="2020-07-14T15:22:29.306" v="416" actId="478"/>
          <ac:spMkLst>
            <pc:docMk/>
            <pc:sldMk cId="2929836946" sldId="287"/>
            <ac:spMk id="108" creationId="{B7BF21AF-0A51-4DD1-BFEA-E423B6B68C74}"/>
          </ac:spMkLst>
        </pc:spChg>
        <pc:spChg chg="del">
          <ac:chgData name="Josh Reiss" userId="a90d6cd88c30b6c6" providerId="LiveId" clId="{25FB55F3-BE07-459B-B3ED-1C0ADFF0B566}" dt="2020-07-14T15:22:25.627" v="415" actId="478"/>
          <ac:spMkLst>
            <pc:docMk/>
            <pc:sldMk cId="2929836946" sldId="287"/>
            <ac:spMk id="109" creationId="{8197C618-4A92-426C-9EFF-2C75368B4949}"/>
          </ac:spMkLst>
        </pc:spChg>
        <pc:spChg chg="del">
          <ac:chgData name="Josh Reiss" userId="a90d6cd88c30b6c6" providerId="LiveId" clId="{25FB55F3-BE07-459B-B3ED-1C0ADFF0B566}" dt="2020-07-14T15:22:25.627" v="415" actId="478"/>
          <ac:spMkLst>
            <pc:docMk/>
            <pc:sldMk cId="2929836946" sldId="287"/>
            <ac:spMk id="110" creationId="{71279A23-F732-4F87-93D2-5A6E4C930587}"/>
          </ac:spMkLst>
        </pc:spChg>
        <pc:spChg chg="del">
          <ac:chgData name="Josh Reiss" userId="a90d6cd88c30b6c6" providerId="LiveId" clId="{25FB55F3-BE07-459B-B3ED-1C0ADFF0B566}" dt="2020-07-14T15:22:25.627" v="415" actId="478"/>
          <ac:spMkLst>
            <pc:docMk/>
            <pc:sldMk cId="2929836946" sldId="287"/>
            <ac:spMk id="111" creationId="{A8E0E61F-FAF4-425C-AE23-9FEC94372539}"/>
          </ac:spMkLst>
        </pc:spChg>
        <pc:spChg chg="del">
          <ac:chgData name="Josh Reiss" userId="a90d6cd88c30b6c6" providerId="LiveId" clId="{25FB55F3-BE07-459B-B3ED-1C0ADFF0B566}" dt="2020-07-14T15:22:25.627" v="415" actId="478"/>
          <ac:spMkLst>
            <pc:docMk/>
            <pc:sldMk cId="2929836946" sldId="287"/>
            <ac:spMk id="112" creationId="{FFDF36BA-0D1D-4EA8-BC39-06CA4407FCEA}"/>
          </ac:spMkLst>
        </pc:spChg>
        <pc:spChg chg="del">
          <ac:chgData name="Josh Reiss" userId="a90d6cd88c30b6c6" providerId="LiveId" clId="{25FB55F3-BE07-459B-B3ED-1C0ADFF0B566}" dt="2020-07-14T15:22:25.627" v="415" actId="478"/>
          <ac:spMkLst>
            <pc:docMk/>
            <pc:sldMk cId="2929836946" sldId="287"/>
            <ac:spMk id="113" creationId="{26B16A0A-44BC-4878-9371-8F571A850956}"/>
          </ac:spMkLst>
        </pc:spChg>
        <pc:spChg chg="del">
          <ac:chgData name="Josh Reiss" userId="a90d6cd88c30b6c6" providerId="LiveId" clId="{25FB55F3-BE07-459B-B3ED-1C0ADFF0B566}" dt="2020-07-14T15:22:25.627" v="415" actId="478"/>
          <ac:spMkLst>
            <pc:docMk/>
            <pc:sldMk cId="2929836946" sldId="287"/>
            <ac:spMk id="23611" creationId="{00000000-0000-0000-0000-000000000000}"/>
          </ac:spMkLst>
        </pc:spChg>
        <pc:spChg chg="mod">
          <ac:chgData name="Josh Reiss" userId="a90d6cd88c30b6c6" providerId="LiveId" clId="{25FB55F3-BE07-459B-B3ED-1C0ADFF0B566}" dt="2020-07-14T15:26:51.387" v="653" actId="20577"/>
          <ac:spMkLst>
            <pc:docMk/>
            <pc:sldMk cId="2929836946" sldId="287"/>
            <ac:spMk id="28674" creationId="{00000000-0000-0000-0000-000000000000}"/>
          </ac:spMkLst>
        </pc:spChg>
        <pc:spChg chg="mod">
          <ac:chgData name="Josh Reiss" userId="a90d6cd88c30b6c6" providerId="LiveId" clId="{25FB55F3-BE07-459B-B3ED-1C0ADFF0B566}" dt="2020-07-14T09:12:52.154" v="262" actId="6549"/>
          <ac:spMkLst>
            <pc:docMk/>
            <pc:sldMk cId="2929836946" sldId="287"/>
            <ac:spMk id="28675" creationId="{00000000-0000-0000-0000-000000000000}"/>
          </ac:spMkLst>
        </pc:spChg>
        <pc:spChg chg="del">
          <ac:chgData name="Josh Reiss" userId="a90d6cd88c30b6c6" providerId="LiveId" clId="{25FB55F3-BE07-459B-B3ED-1C0ADFF0B566}" dt="2020-07-14T15:22:29.306" v="416" actId="478"/>
          <ac:spMkLst>
            <pc:docMk/>
            <pc:sldMk cId="2929836946" sldId="287"/>
            <ac:spMk id="28676" creationId="{00000000-0000-0000-0000-000000000000}"/>
          </ac:spMkLst>
        </pc:spChg>
        <pc:spChg chg="del">
          <ac:chgData name="Josh Reiss" userId="a90d6cd88c30b6c6" providerId="LiveId" clId="{25FB55F3-BE07-459B-B3ED-1C0ADFF0B566}" dt="2020-07-14T15:22:29.306" v="416" actId="478"/>
          <ac:spMkLst>
            <pc:docMk/>
            <pc:sldMk cId="2929836946" sldId="287"/>
            <ac:spMk id="28677" creationId="{00000000-0000-0000-0000-000000000000}"/>
          </ac:spMkLst>
        </pc:spChg>
        <pc:spChg chg="del">
          <ac:chgData name="Josh Reiss" userId="a90d6cd88c30b6c6" providerId="LiveId" clId="{25FB55F3-BE07-459B-B3ED-1C0ADFF0B566}" dt="2020-07-14T15:22:29.306" v="416" actId="478"/>
          <ac:spMkLst>
            <pc:docMk/>
            <pc:sldMk cId="2929836946" sldId="287"/>
            <ac:spMk id="28678" creationId="{00000000-0000-0000-0000-000000000000}"/>
          </ac:spMkLst>
        </pc:spChg>
        <pc:spChg chg="del">
          <ac:chgData name="Josh Reiss" userId="a90d6cd88c30b6c6" providerId="LiveId" clId="{25FB55F3-BE07-459B-B3ED-1C0ADFF0B566}" dt="2020-07-14T15:22:29.306" v="416" actId="478"/>
          <ac:spMkLst>
            <pc:docMk/>
            <pc:sldMk cId="2929836946" sldId="287"/>
            <ac:spMk id="28679" creationId="{00000000-0000-0000-0000-000000000000}"/>
          </ac:spMkLst>
        </pc:spChg>
        <pc:spChg chg="del">
          <ac:chgData name="Josh Reiss" userId="a90d6cd88c30b6c6" providerId="LiveId" clId="{25FB55F3-BE07-459B-B3ED-1C0ADFF0B566}" dt="2020-07-14T15:22:29.306" v="416" actId="478"/>
          <ac:spMkLst>
            <pc:docMk/>
            <pc:sldMk cId="2929836946" sldId="287"/>
            <ac:spMk id="28680" creationId="{00000000-0000-0000-0000-000000000000}"/>
          </ac:spMkLst>
        </pc:spChg>
        <pc:spChg chg="del">
          <ac:chgData name="Josh Reiss" userId="a90d6cd88c30b6c6" providerId="LiveId" clId="{25FB55F3-BE07-459B-B3ED-1C0ADFF0B566}" dt="2020-07-14T15:22:29.306" v="416" actId="478"/>
          <ac:spMkLst>
            <pc:docMk/>
            <pc:sldMk cId="2929836946" sldId="287"/>
            <ac:spMk id="28681" creationId="{00000000-0000-0000-0000-000000000000}"/>
          </ac:spMkLst>
        </pc:spChg>
        <pc:spChg chg="del">
          <ac:chgData name="Josh Reiss" userId="a90d6cd88c30b6c6" providerId="LiveId" clId="{25FB55F3-BE07-459B-B3ED-1C0ADFF0B566}" dt="2020-07-14T15:22:29.306" v="416" actId="478"/>
          <ac:spMkLst>
            <pc:docMk/>
            <pc:sldMk cId="2929836946" sldId="287"/>
            <ac:spMk id="28682" creationId="{00000000-0000-0000-0000-000000000000}"/>
          </ac:spMkLst>
        </pc:spChg>
        <pc:spChg chg="del">
          <ac:chgData name="Josh Reiss" userId="a90d6cd88c30b6c6" providerId="LiveId" clId="{25FB55F3-BE07-459B-B3ED-1C0ADFF0B566}" dt="2020-07-14T15:22:25.627" v="415" actId="478"/>
          <ac:spMkLst>
            <pc:docMk/>
            <pc:sldMk cId="2929836946" sldId="287"/>
            <ac:spMk id="28683" creationId="{00000000-0000-0000-0000-000000000000}"/>
          </ac:spMkLst>
        </pc:spChg>
        <pc:spChg chg="del">
          <ac:chgData name="Josh Reiss" userId="a90d6cd88c30b6c6" providerId="LiveId" clId="{25FB55F3-BE07-459B-B3ED-1C0ADFF0B566}" dt="2020-07-14T15:22:25.627" v="415" actId="478"/>
          <ac:spMkLst>
            <pc:docMk/>
            <pc:sldMk cId="2929836946" sldId="287"/>
            <ac:spMk id="28684" creationId="{00000000-0000-0000-0000-000000000000}"/>
          </ac:spMkLst>
        </pc:spChg>
        <pc:spChg chg="del">
          <ac:chgData name="Josh Reiss" userId="a90d6cd88c30b6c6" providerId="LiveId" clId="{25FB55F3-BE07-459B-B3ED-1C0ADFF0B566}" dt="2020-07-14T15:22:25.627" v="415" actId="478"/>
          <ac:spMkLst>
            <pc:docMk/>
            <pc:sldMk cId="2929836946" sldId="287"/>
            <ac:spMk id="28685" creationId="{00000000-0000-0000-0000-000000000000}"/>
          </ac:spMkLst>
        </pc:spChg>
        <pc:spChg chg="del">
          <ac:chgData name="Josh Reiss" userId="a90d6cd88c30b6c6" providerId="LiveId" clId="{25FB55F3-BE07-459B-B3ED-1C0ADFF0B566}" dt="2020-07-14T15:22:25.627" v="415" actId="478"/>
          <ac:spMkLst>
            <pc:docMk/>
            <pc:sldMk cId="2929836946" sldId="287"/>
            <ac:spMk id="28686" creationId="{00000000-0000-0000-0000-000000000000}"/>
          </ac:spMkLst>
        </pc:spChg>
        <pc:spChg chg="del">
          <ac:chgData name="Josh Reiss" userId="a90d6cd88c30b6c6" providerId="LiveId" clId="{25FB55F3-BE07-459B-B3ED-1C0ADFF0B566}" dt="2020-07-14T15:22:25.627" v="415" actId="478"/>
          <ac:spMkLst>
            <pc:docMk/>
            <pc:sldMk cId="2929836946" sldId="287"/>
            <ac:spMk id="28687" creationId="{00000000-0000-0000-0000-000000000000}"/>
          </ac:spMkLst>
        </pc:spChg>
        <pc:spChg chg="del">
          <ac:chgData name="Josh Reiss" userId="a90d6cd88c30b6c6" providerId="LiveId" clId="{25FB55F3-BE07-459B-B3ED-1C0ADFF0B566}" dt="2020-07-14T15:22:29.306" v="416" actId="478"/>
          <ac:spMkLst>
            <pc:docMk/>
            <pc:sldMk cId="2929836946" sldId="287"/>
            <ac:spMk id="28728" creationId="{00000000-0000-0000-0000-000000000000}"/>
          </ac:spMkLst>
        </pc:spChg>
        <pc:spChg chg="del">
          <ac:chgData name="Josh Reiss" userId="a90d6cd88c30b6c6" providerId="LiveId" clId="{25FB55F3-BE07-459B-B3ED-1C0ADFF0B566}" dt="2020-07-14T15:23:48.377" v="417" actId="478"/>
          <ac:spMkLst>
            <pc:docMk/>
            <pc:sldMk cId="2929836946" sldId="287"/>
            <ac:spMk id="28730" creationId="{00000000-0000-0000-0000-000000000000}"/>
          </ac:spMkLst>
        </pc:spChg>
      </pc:sldChg>
      <pc:sldChg chg="modSp add mod">
        <pc:chgData name="Josh Reiss" userId="a90d6cd88c30b6c6" providerId="LiveId" clId="{25FB55F3-BE07-459B-B3ED-1C0ADFF0B566}" dt="2020-07-14T15:34:38.931" v="670" actId="20577"/>
        <pc:sldMkLst>
          <pc:docMk/>
          <pc:sldMk cId="558452892" sldId="288"/>
        </pc:sldMkLst>
        <pc:spChg chg="mod">
          <ac:chgData name="Josh Reiss" userId="a90d6cd88c30b6c6" providerId="LiveId" clId="{25FB55F3-BE07-459B-B3ED-1C0ADFF0B566}" dt="2020-07-14T15:34:38.931" v="670" actId="20577"/>
          <ac:spMkLst>
            <pc:docMk/>
            <pc:sldMk cId="558452892" sldId="288"/>
            <ac:spMk id="31" creationId="{D146CC9A-B57F-4FA3-834D-5EF932EF78A5}"/>
          </ac:spMkLst>
        </pc:spChg>
        <pc:spChg chg="mod">
          <ac:chgData name="Josh Reiss" userId="a90d6cd88c30b6c6" providerId="LiveId" clId="{25FB55F3-BE07-459B-B3ED-1C0ADFF0B566}" dt="2020-07-14T15:29:51.307" v="669" actId="20577"/>
          <ac:spMkLst>
            <pc:docMk/>
            <pc:sldMk cId="558452892" sldId="288"/>
            <ac:spMk id="28674" creationId="{00000000-0000-0000-0000-000000000000}"/>
          </ac:spMkLst>
        </pc:spChg>
      </pc:sldChg>
      <pc:sldChg chg="addSp modSp add mod">
        <pc:chgData name="Josh Reiss" userId="a90d6cd88c30b6c6" providerId="LiveId" clId="{25FB55F3-BE07-459B-B3ED-1C0ADFF0B566}" dt="2020-07-14T15:40:13.308" v="721" actId="20577"/>
        <pc:sldMkLst>
          <pc:docMk/>
          <pc:sldMk cId="2636855086" sldId="289"/>
        </pc:sldMkLst>
        <pc:spChg chg="add mod">
          <ac:chgData name="Josh Reiss" userId="a90d6cd88c30b6c6" providerId="LiveId" clId="{25FB55F3-BE07-459B-B3ED-1C0ADFF0B566}" dt="2020-07-14T15:39:41.764" v="712" actId="1076"/>
          <ac:spMkLst>
            <pc:docMk/>
            <pc:sldMk cId="2636855086" sldId="289"/>
            <ac:spMk id="14" creationId="{509E1FD6-7C14-4C27-95AC-4BB5C07AAB6A}"/>
          </ac:spMkLst>
        </pc:spChg>
        <pc:spChg chg="add mod">
          <ac:chgData name="Josh Reiss" userId="a90d6cd88c30b6c6" providerId="LiveId" clId="{25FB55F3-BE07-459B-B3ED-1C0ADFF0B566}" dt="2020-07-14T15:39:41.764" v="712" actId="1076"/>
          <ac:spMkLst>
            <pc:docMk/>
            <pc:sldMk cId="2636855086" sldId="289"/>
            <ac:spMk id="29" creationId="{2BFB0C7E-9D75-48D6-9D59-C242E3B9A5C3}"/>
          </ac:spMkLst>
        </pc:spChg>
        <pc:spChg chg="add mod">
          <ac:chgData name="Josh Reiss" userId="a90d6cd88c30b6c6" providerId="LiveId" clId="{25FB55F3-BE07-459B-B3ED-1C0ADFF0B566}" dt="2020-07-14T15:40:08.099" v="716" actId="20577"/>
          <ac:spMkLst>
            <pc:docMk/>
            <pc:sldMk cId="2636855086" sldId="289"/>
            <ac:spMk id="30" creationId="{5DA9CDF1-7787-4595-ACD4-36B7DBE08780}"/>
          </ac:spMkLst>
        </pc:spChg>
        <pc:spChg chg="add mod">
          <ac:chgData name="Josh Reiss" userId="a90d6cd88c30b6c6" providerId="LiveId" clId="{25FB55F3-BE07-459B-B3ED-1C0ADFF0B566}" dt="2020-07-14T15:40:13.308" v="721" actId="20577"/>
          <ac:spMkLst>
            <pc:docMk/>
            <pc:sldMk cId="2636855086" sldId="289"/>
            <ac:spMk id="31" creationId="{5CAC14C8-AAA1-4FBB-87CA-91193B6A707F}"/>
          </ac:spMkLst>
        </pc:spChg>
        <pc:spChg chg="mod">
          <ac:chgData name="Josh Reiss" userId="a90d6cd88c30b6c6" providerId="LiveId" clId="{25FB55F3-BE07-459B-B3ED-1C0ADFF0B566}" dt="2020-07-14T15:37:59.364" v="694" actId="14100"/>
          <ac:spMkLst>
            <pc:docMk/>
            <pc:sldMk cId="2636855086" sldId="289"/>
            <ac:spMk id="28672" creationId="{1C002F06-C460-46A3-BFB7-562D32E9FB9E}"/>
          </ac:spMkLst>
        </pc:spChg>
        <pc:spChg chg="mod">
          <ac:chgData name="Josh Reiss" userId="a90d6cd88c30b6c6" providerId="LiveId" clId="{25FB55F3-BE07-459B-B3ED-1C0ADFF0B566}" dt="2020-07-14T15:39:04.910" v="710" actId="20577"/>
          <ac:spMkLst>
            <pc:docMk/>
            <pc:sldMk cId="2636855086" sldId="289"/>
            <ac:spMk id="28674" creationId="{00000000-0000-0000-0000-000000000000}"/>
          </ac:spMkLst>
        </pc:spChg>
        <pc:spChg chg="mod">
          <ac:chgData name="Josh Reiss" userId="a90d6cd88c30b6c6" providerId="LiveId" clId="{25FB55F3-BE07-459B-B3ED-1C0ADFF0B566}" dt="2020-07-14T15:36:04.564" v="678" actId="20577"/>
          <ac:spMkLst>
            <pc:docMk/>
            <pc:sldMk cId="2636855086" sldId="289"/>
            <ac:spMk id="28675" creationId="{00000000-0000-0000-0000-000000000000}"/>
          </ac:spMkLst>
        </pc:spChg>
      </pc:sldChg>
      <pc:sldChg chg="addSp delSp modSp add mod">
        <pc:chgData name="Josh Reiss" userId="a90d6cd88c30b6c6" providerId="LiveId" clId="{25FB55F3-BE07-459B-B3ED-1C0ADFF0B566}" dt="2020-07-15T05:36:58.835" v="1430" actId="1076"/>
        <pc:sldMkLst>
          <pc:docMk/>
          <pc:sldMk cId="3318239237" sldId="290"/>
        </pc:sldMkLst>
        <pc:spChg chg="add mod">
          <ac:chgData name="Josh Reiss" userId="a90d6cd88c30b6c6" providerId="LiveId" clId="{25FB55F3-BE07-459B-B3ED-1C0ADFF0B566}" dt="2020-07-15T05:36:27.351" v="1412" actId="1035"/>
          <ac:spMkLst>
            <pc:docMk/>
            <pc:sldMk cId="3318239237" sldId="290"/>
            <ac:spMk id="3" creationId="{7B48E4F6-9901-4371-9112-ED1B8C0616D1}"/>
          </ac:spMkLst>
        </pc:spChg>
        <pc:spChg chg="add mod">
          <ac:chgData name="Josh Reiss" userId="a90d6cd88c30b6c6" providerId="LiveId" clId="{25FB55F3-BE07-459B-B3ED-1C0ADFF0B566}" dt="2020-07-15T05:36:58.835" v="1430" actId="1076"/>
          <ac:spMkLst>
            <pc:docMk/>
            <pc:sldMk cId="3318239237" sldId="290"/>
            <ac:spMk id="4" creationId="{FB18EFB6-B3BD-4919-AE51-D2C3417DF43F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31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32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33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34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35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36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37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38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39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40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41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42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43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44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45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46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47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48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49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50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51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52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53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54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55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56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57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58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59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60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61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62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63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64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65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66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67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68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69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70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71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72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73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74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75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76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77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78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79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80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81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82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83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84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85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86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87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88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89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90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91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92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93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94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95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96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97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98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99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100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101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102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103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104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105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106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107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108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109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110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111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112" creationId="{00000000-0000-0000-0000-000000000000}"/>
          </ac:spMkLst>
        </pc:spChg>
        <pc:spChg chg="del">
          <ac:chgData name="Josh Reiss" userId="a90d6cd88c30b6c6" providerId="LiveId" clId="{25FB55F3-BE07-459B-B3ED-1C0ADFF0B566}" dt="2020-07-15T05:30:30.724" v="1307" actId="478"/>
          <ac:spMkLst>
            <pc:docMk/>
            <pc:sldMk cId="3318239237" sldId="290"/>
            <ac:spMk id="46082" creationId="{00000000-0000-0000-0000-000000000000}"/>
          </ac:spMkLst>
        </pc:spChg>
      </pc:sldChg>
      <pc:sldChg chg="modSp new mod">
        <pc:chgData name="Josh Reiss" userId="a90d6cd88c30b6c6" providerId="LiveId" clId="{25FB55F3-BE07-459B-B3ED-1C0ADFF0B566}" dt="2020-07-15T05:37:35.156" v="1447" actId="20577"/>
        <pc:sldMkLst>
          <pc:docMk/>
          <pc:sldMk cId="3751654287" sldId="291"/>
        </pc:sldMkLst>
        <pc:spChg chg="mod">
          <ac:chgData name="Josh Reiss" userId="a90d6cd88c30b6c6" providerId="LiveId" clId="{25FB55F3-BE07-459B-B3ED-1C0ADFF0B566}" dt="2020-07-15T05:37:35.156" v="1447" actId="20577"/>
          <ac:spMkLst>
            <pc:docMk/>
            <pc:sldMk cId="3751654287" sldId="291"/>
            <ac:spMk id="2" creationId="{86A12296-C406-4A58-A85A-73635BB62E67}"/>
          </ac:spMkLst>
        </pc:spChg>
      </pc:sldChg>
      <pc:sldChg chg="addSp delSp modSp add mod ord">
        <pc:chgData name="Josh Reiss" userId="a90d6cd88c30b6c6" providerId="LiveId" clId="{25FB55F3-BE07-459B-B3ED-1C0ADFF0B566}" dt="2020-07-21T10:21:17.538" v="1603"/>
        <pc:sldMkLst>
          <pc:docMk/>
          <pc:sldMk cId="2068615095" sldId="292"/>
        </pc:sldMkLst>
        <pc:spChg chg="del">
          <ac:chgData name="Josh Reiss" userId="a90d6cd88c30b6c6" providerId="LiveId" clId="{25FB55F3-BE07-459B-B3ED-1C0ADFF0B566}" dt="2020-07-21T09:01:52.653" v="1449" actId="478"/>
          <ac:spMkLst>
            <pc:docMk/>
            <pc:sldMk cId="2068615095" sldId="292"/>
            <ac:spMk id="2" creationId="{AA8A00CE-D82C-4174-85DF-0B02743F0B71}"/>
          </ac:spMkLst>
        </pc:spChg>
        <pc:spChg chg="del">
          <ac:chgData name="Josh Reiss" userId="a90d6cd88c30b6c6" providerId="LiveId" clId="{25FB55F3-BE07-459B-B3ED-1C0ADFF0B566}" dt="2020-07-21T09:01:52.653" v="1449" actId="478"/>
          <ac:spMkLst>
            <pc:docMk/>
            <pc:sldMk cId="2068615095" sldId="292"/>
            <ac:spMk id="3" creationId="{8AE7B410-F6C8-42D2-8668-F90936955DE9}"/>
          </ac:spMkLst>
        </pc:spChg>
        <pc:spChg chg="del">
          <ac:chgData name="Josh Reiss" userId="a90d6cd88c30b6c6" providerId="LiveId" clId="{25FB55F3-BE07-459B-B3ED-1C0ADFF0B566}" dt="2020-07-21T09:01:52.653" v="1449" actId="478"/>
          <ac:spMkLst>
            <pc:docMk/>
            <pc:sldMk cId="2068615095" sldId="292"/>
            <ac:spMk id="4" creationId="{39C6C53A-B23F-44B9-BAD4-3D92176B1CC4}"/>
          </ac:spMkLst>
        </pc:spChg>
        <pc:spChg chg="del">
          <ac:chgData name="Josh Reiss" userId="a90d6cd88c30b6c6" providerId="LiveId" clId="{25FB55F3-BE07-459B-B3ED-1C0ADFF0B566}" dt="2020-07-21T09:01:52.653" v="1449" actId="478"/>
          <ac:spMkLst>
            <pc:docMk/>
            <pc:sldMk cId="2068615095" sldId="292"/>
            <ac:spMk id="5" creationId="{414CABEF-3433-412E-B26D-32EF9C605B89}"/>
          </ac:spMkLst>
        </pc:spChg>
        <pc:spChg chg="add mod">
          <ac:chgData name="Josh Reiss" userId="a90d6cd88c30b6c6" providerId="LiveId" clId="{25FB55F3-BE07-459B-B3ED-1C0ADFF0B566}" dt="2020-07-21T09:03:38.652" v="1472" actId="164"/>
          <ac:spMkLst>
            <pc:docMk/>
            <pc:sldMk cId="2068615095" sldId="292"/>
            <ac:spMk id="6" creationId="{13A4D2E1-DC7B-4C1F-8834-B71A36B4496F}"/>
          </ac:spMkLst>
        </pc:spChg>
        <pc:spChg chg="add mod">
          <ac:chgData name="Josh Reiss" userId="a90d6cd88c30b6c6" providerId="LiveId" clId="{25FB55F3-BE07-459B-B3ED-1C0ADFF0B566}" dt="2020-07-21T09:03:38.652" v="1472" actId="164"/>
          <ac:spMkLst>
            <pc:docMk/>
            <pc:sldMk cId="2068615095" sldId="292"/>
            <ac:spMk id="7" creationId="{B3B7BA63-CEC3-4E6B-BA21-8CF9ED43A701}"/>
          </ac:spMkLst>
        </pc:spChg>
        <pc:spChg chg="add mod">
          <ac:chgData name="Josh Reiss" userId="a90d6cd88c30b6c6" providerId="LiveId" clId="{25FB55F3-BE07-459B-B3ED-1C0ADFF0B566}" dt="2020-07-21T09:03:38.652" v="1472" actId="164"/>
          <ac:spMkLst>
            <pc:docMk/>
            <pc:sldMk cId="2068615095" sldId="292"/>
            <ac:spMk id="8" creationId="{F6D5EFA4-8739-4AF1-99FC-DB20A01B4643}"/>
          </ac:spMkLst>
        </pc:spChg>
        <pc:spChg chg="add mod">
          <ac:chgData name="Josh Reiss" userId="a90d6cd88c30b6c6" providerId="LiveId" clId="{25FB55F3-BE07-459B-B3ED-1C0ADFF0B566}" dt="2020-07-21T09:03:38.652" v="1472" actId="164"/>
          <ac:spMkLst>
            <pc:docMk/>
            <pc:sldMk cId="2068615095" sldId="292"/>
            <ac:spMk id="9" creationId="{354FA50F-2C99-41A4-B55B-D4445077F995}"/>
          </ac:spMkLst>
        </pc:spChg>
        <pc:spChg chg="add mod">
          <ac:chgData name="Josh Reiss" userId="a90d6cd88c30b6c6" providerId="LiveId" clId="{25FB55F3-BE07-459B-B3ED-1C0ADFF0B566}" dt="2020-07-21T09:03:38.652" v="1472" actId="164"/>
          <ac:spMkLst>
            <pc:docMk/>
            <pc:sldMk cId="2068615095" sldId="292"/>
            <ac:spMk id="10" creationId="{6C211DC9-4AE3-4615-A9BF-E20E77CFE535}"/>
          </ac:spMkLst>
        </pc:spChg>
        <pc:spChg chg="add mod">
          <ac:chgData name="Josh Reiss" userId="a90d6cd88c30b6c6" providerId="LiveId" clId="{25FB55F3-BE07-459B-B3ED-1C0ADFF0B566}" dt="2020-07-21T09:03:38.652" v="1472" actId="164"/>
          <ac:spMkLst>
            <pc:docMk/>
            <pc:sldMk cId="2068615095" sldId="292"/>
            <ac:spMk id="11" creationId="{BE2F7E62-A2F4-4D12-83D5-184AB99F10A6}"/>
          </ac:spMkLst>
        </pc:spChg>
        <pc:spChg chg="add mod">
          <ac:chgData name="Josh Reiss" userId="a90d6cd88c30b6c6" providerId="LiveId" clId="{25FB55F3-BE07-459B-B3ED-1C0ADFF0B566}" dt="2020-07-21T09:03:38.652" v="1472" actId="164"/>
          <ac:spMkLst>
            <pc:docMk/>
            <pc:sldMk cId="2068615095" sldId="292"/>
            <ac:spMk id="12" creationId="{55847795-8FCA-4CFA-9043-75AA9324E1F1}"/>
          </ac:spMkLst>
        </pc:spChg>
        <pc:spChg chg="add mod">
          <ac:chgData name="Josh Reiss" userId="a90d6cd88c30b6c6" providerId="LiveId" clId="{25FB55F3-BE07-459B-B3ED-1C0ADFF0B566}" dt="2020-07-21T09:03:38.652" v="1472" actId="164"/>
          <ac:spMkLst>
            <pc:docMk/>
            <pc:sldMk cId="2068615095" sldId="292"/>
            <ac:spMk id="13" creationId="{9E363AFC-D46A-499A-A5C0-04AE1A811EC7}"/>
          </ac:spMkLst>
        </pc:spChg>
        <pc:spChg chg="add mod">
          <ac:chgData name="Josh Reiss" userId="a90d6cd88c30b6c6" providerId="LiveId" clId="{25FB55F3-BE07-459B-B3ED-1C0ADFF0B566}" dt="2020-07-21T09:03:38.652" v="1472" actId="164"/>
          <ac:spMkLst>
            <pc:docMk/>
            <pc:sldMk cId="2068615095" sldId="292"/>
            <ac:spMk id="14" creationId="{EE141682-C259-47D3-8D46-2701A62EB19E}"/>
          </ac:spMkLst>
        </pc:spChg>
        <pc:spChg chg="add mod">
          <ac:chgData name="Josh Reiss" userId="a90d6cd88c30b6c6" providerId="LiveId" clId="{25FB55F3-BE07-459B-B3ED-1C0ADFF0B566}" dt="2020-07-21T09:03:38.652" v="1472" actId="164"/>
          <ac:spMkLst>
            <pc:docMk/>
            <pc:sldMk cId="2068615095" sldId="292"/>
            <ac:spMk id="15" creationId="{1F724176-1019-4238-AFE3-AAC7D530C6AF}"/>
          </ac:spMkLst>
        </pc:spChg>
        <pc:spChg chg="add mod">
          <ac:chgData name="Josh Reiss" userId="a90d6cd88c30b6c6" providerId="LiveId" clId="{25FB55F3-BE07-459B-B3ED-1C0ADFF0B566}" dt="2020-07-21T09:03:38.652" v="1472" actId="164"/>
          <ac:spMkLst>
            <pc:docMk/>
            <pc:sldMk cId="2068615095" sldId="292"/>
            <ac:spMk id="16" creationId="{4B7BB3E5-1B7C-4319-B352-CA72308F4CBD}"/>
          </ac:spMkLst>
        </pc:spChg>
        <pc:spChg chg="add mod">
          <ac:chgData name="Josh Reiss" userId="a90d6cd88c30b6c6" providerId="LiveId" clId="{25FB55F3-BE07-459B-B3ED-1C0ADFF0B566}" dt="2020-07-21T09:03:38.652" v="1472" actId="164"/>
          <ac:spMkLst>
            <pc:docMk/>
            <pc:sldMk cId="2068615095" sldId="292"/>
            <ac:spMk id="17" creationId="{E591F4B7-5586-493B-9EA1-713AFDBD20D6}"/>
          </ac:spMkLst>
        </pc:spChg>
        <pc:spChg chg="add mod">
          <ac:chgData name="Josh Reiss" userId="a90d6cd88c30b6c6" providerId="LiveId" clId="{25FB55F3-BE07-459B-B3ED-1C0ADFF0B566}" dt="2020-07-21T09:03:38.652" v="1472" actId="164"/>
          <ac:spMkLst>
            <pc:docMk/>
            <pc:sldMk cId="2068615095" sldId="292"/>
            <ac:spMk id="18" creationId="{AE47FC8A-C960-4C33-A4B5-4D59DB3A2031}"/>
          </ac:spMkLst>
        </pc:spChg>
        <pc:spChg chg="add mod">
          <ac:chgData name="Josh Reiss" userId="a90d6cd88c30b6c6" providerId="LiveId" clId="{25FB55F3-BE07-459B-B3ED-1C0ADFF0B566}" dt="2020-07-21T09:03:38.652" v="1472" actId="164"/>
          <ac:spMkLst>
            <pc:docMk/>
            <pc:sldMk cId="2068615095" sldId="292"/>
            <ac:spMk id="19" creationId="{3A136179-C53A-4D14-88CA-6F3BD3BC9A66}"/>
          </ac:spMkLst>
        </pc:spChg>
        <pc:spChg chg="add mod">
          <ac:chgData name="Josh Reiss" userId="a90d6cd88c30b6c6" providerId="LiveId" clId="{25FB55F3-BE07-459B-B3ED-1C0ADFF0B566}" dt="2020-07-21T09:03:38.652" v="1472" actId="164"/>
          <ac:spMkLst>
            <pc:docMk/>
            <pc:sldMk cId="2068615095" sldId="292"/>
            <ac:spMk id="20" creationId="{00EAAA0A-21E6-4FFC-A943-FEB4689ED80F}"/>
          </ac:spMkLst>
        </pc:spChg>
        <pc:spChg chg="add mod">
          <ac:chgData name="Josh Reiss" userId="a90d6cd88c30b6c6" providerId="LiveId" clId="{25FB55F3-BE07-459B-B3ED-1C0ADFF0B566}" dt="2020-07-21T09:03:38.652" v="1472" actId="164"/>
          <ac:spMkLst>
            <pc:docMk/>
            <pc:sldMk cId="2068615095" sldId="292"/>
            <ac:spMk id="21" creationId="{FA4CE56A-BFB5-443E-B384-F12CA330DC32}"/>
          </ac:spMkLst>
        </pc:spChg>
        <pc:spChg chg="add mod">
          <ac:chgData name="Josh Reiss" userId="a90d6cd88c30b6c6" providerId="LiveId" clId="{25FB55F3-BE07-459B-B3ED-1C0ADFF0B566}" dt="2020-07-21T09:03:38.652" v="1472" actId="164"/>
          <ac:spMkLst>
            <pc:docMk/>
            <pc:sldMk cId="2068615095" sldId="292"/>
            <ac:spMk id="22" creationId="{2B263157-441A-4E75-BE60-1398A699C408}"/>
          </ac:spMkLst>
        </pc:spChg>
        <pc:spChg chg="add mod">
          <ac:chgData name="Josh Reiss" userId="a90d6cd88c30b6c6" providerId="LiveId" clId="{25FB55F3-BE07-459B-B3ED-1C0ADFF0B566}" dt="2020-07-21T09:03:38.652" v="1472" actId="164"/>
          <ac:spMkLst>
            <pc:docMk/>
            <pc:sldMk cId="2068615095" sldId="292"/>
            <ac:spMk id="23" creationId="{7A161D5D-AD2D-47F8-89E0-CAD9ED861D10}"/>
          </ac:spMkLst>
        </pc:spChg>
        <pc:spChg chg="add mod">
          <ac:chgData name="Josh Reiss" userId="a90d6cd88c30b6c6" providerId="LiveId" clId="{25FB55F3-BE07-459B-B3ED-1C0ADFF0B566}" dt="2020-07-21T09:03:38.652" v="1472" actId="164"/>
          <ac:spMkLst>
            <pc:docMk/>
            <pc:sldMk cId="2068615095" sldId="292"/>
            <ac:spMk id="24" creationId="{1F9E257D-310A-43A9-B10E-4C57D5ACCA10}"/>
          </ac:spMkLst>
        </pc:spChg>
        <pc:spChg chg="add mod">
          <ac:chgData name="Josh Reiss" userId="a90d6cd88c30b6c6" providerId="LiveId" clId="{25FB55F3-BE07-459B-B3ED-1C0ADFF0B566}" dt="2020-07-21T09:03:38.652" v="1472" actId="164"/>
          <ac:spMkLst>
            <pc:docMk/>
            <pc:sldMk cId="2068615095" sldId="292"/>
            <ac:spMk id="25" creationId="{7F92571C-72A0-4784-8084-CF51ACFF0D5A}"/>
          </ac:spMkLst>
        </pc:spChg>
        <pc:spChg chg="add mod">
          <ac:chgData name="Josh Reiss" userId="a90d6cd88c30b6c6" providerId="LiveId" clId="{25FB55F3-BE07-459B-B3ED-1C0ADFF0B566}" dt="2020-07-21T09:03:38.652" v="1472" actId="164"/>
          <ac:spMkLst>
            <pc:docMk/>
            <pc:sldMk cId="2068615095" sldId="292"/>
            <ac:spMk id="26" creationId="{64323987-94BE-4FDC-A807-26538DAA8C6B}"/>
          </ac:spMkLst>
        </pc:spChg>
        <pc:spChg chg="add mod">
          <ac:chgData name="Josh Reiss" userId="a90d6cd88c30b6c6" providerId="LiveId" clId="{25FB55F3-BE07-459B-B3ED-1C0ADFF0B566}" dt="2020-07-21T09:03:38.652" v="1472" actId="164"/>
          <ac:spMkLst>
            <pc:docMk/>
            <pc:sldMk cId="2068615095" sldId="292"/>
            <ac:spMk id="27" creationId="{D6D2FC84-8CBA-4CF4-A6DC-5BC05DCA897D}"/>
          </ac:spMkLst>
        </pc:spChg>
        <pc:spChg chg="add mod">
          <ac:chgData name="Josh Reiss" userId="a90d6cd88c30b6c6" providerId="LiveId" clId="{25FB55F3-BE07-459B-B3ED-1C0ADFF0B566}" dt="2020-07-21T09:03:38.652" v="1472" actId="164"/>
          <ac:spMkLst>
            <pc:docMk/>
            <pc:sldMk cId="2068615095" sldId="292"/>
            <ac:spMk id="28" creationId="{6B63C9E4-48D8-41EB-95AD-B73B87DA4BDD}"/>
          </ac:spMkLst>
        </pc:spChg>
        <pc:spChg chg="add mod">
          <ac:chgData name="Josh Reiss" userId="a90d6cd88c30b6c6" providerId="LiveId" clId="{25FB55F3-BE07-459B-B3ED-1C0ADFF0B566}" dt="2020-07-21T09:03:38.652" v="1472" actId="164"/>
          <ac:spMkLst>
            <pc:docMk/>
            <pc:sldMk cId="2068615095" sldId="292"/>
            <ac:spMk id="29" creationId="{3F126857-E92D-4D22-A95C-CE698CC67838}"/>
          </ac:spMkLst>
        </pc:spChg>
        <pc:spChg chg="add mod">
          <ac:chgData name="Josh Reiss" userId="a90d6cd88c30b6c6" providerId="LiveId" clId="{25FB55F3-BE07-459B-B3ED-1C0ADFF0B566}" dt="2020-07-21T09:03:38.652" v="1472" actId="164"/>
          <ac:spMkLst>
            <pc:docMk/>
            <pc:sldMk cId="2068615095" sldId="292"/>
            <ac:spMk id="30" creationId="{22126D70-9964-4E8D-A8DC-F0C0FB4C88D6}"/>
          </ac:spMkLst>
        </pc:spChg>
        <pc:spChg chg="mod">
          <ac:chgData name="Josh Reiss" userId="a90d6cd88c30b6c6" providerId="LiveId" clId="{25FB55F3-BE07-459B-B3ED-1C0ADFF0B566}" dt="2020-07-21T09:04:32.053" v="1558"/>
          <ac:spMkLst>
            <pc:docMk/>
            <pc:sldMk cId="2068615095" sldId="292"/>
            <ac:spMk id="135" creationId="{D90D6FE9-07EF-44DE-BBC4-C54E74C09916}"/>
          </ac:spMkLst>
        </pc:spChg>
        <pc:spChg chg="mod">
          <ac:chgData name="Josh Reiss" userId="a90d6cd88c30b6c6" providerId="LiveId" clId="{25FB55F3-BE07-459B-B3ED-1C0ADFF0B566}" dt="2020-07-21T09:04:32.053" v="1558"/>
          <ac:spMkLst>
            <pc:docMk/>
            <pc:sldMk cId="2068615095" sldId="292"/>
            <ac:spMk id="136" creationId="{1DAB5467-1C78-4B52-908B-B61C60CD2525}"/>
          </ac:spMkLst>
        </pc:spChg>
        <pc:spChg chg="mod">
          <ac:chgData name="Josh Reiss" userId="a90d6cd88c30b6c6" providerId="LiveId" clId="{25FB55F3-BE07-459B-B3ED-1C0ADFF0B566}" dt="2020-07-21T09:04:32.053" v="1558"/>
          <ac:spMkLst>
            <pc:docMk/>
            <pc:sldMk cId="2068615095" sldId="292"/>
            <ac:spMk id="137" creationId="{BA36A63C-4871-4F48-B923-3FA8C966124B}"/>
          </ac:spMkLst>
        </pc:spChg>
        <pc:spChg chg="mod">
          <ac:chgData name="Josh Reiss" userId="a90d6cd88c30b6c6" providerId="LiveId" clId="{25FB55F3-BE07-459B-B3ED-1C0ADFF0B566}" dt="2020-07-21T09:04:32.053" v="1558"/>
          <ac:spMkLst>
            <pc:docMk/>
            <pc:sldMk cId="2068615095" sldId="292"/>
            <ac:spMk id="138" creationId="{1040A6A3-6BB0-4A67-818F-0C761F2779C9}"/>
          </ac:spMkLst>
        </pc:spChg>
        <pc:spChg chg="mod">
          <ac:chgData name="Josh Reiss" userId="a90d6cd88c30b6c6" providerId="LiveId" clId="{25FB55F3-BE07-459B-B3ED-1C0ADFF0B566}" dt="2020-07-21T09:04:32.053" v="1558"/>
          <ac:spMkLst>
            <pc:docMk/>
            <pc:sldMk cId="2068615095" sldId="292"/>
            <ac:spMk id="139" creationId="{D036F96C-1B66-4305-B55A-19BA9BDD6757}"/>
          </ac:spMkLst>
        </pc:spChg>
        <pc:spChg chg="mod">
          <ac:chgData name="Josh Reiss" userId="a90d6cd88c30b6c6" providerId="LiveId" clId="{25FB55F3-BE07-459B-B3ED-1C0ADFF0B566}" dt="2020-07-21T09:04:32.053" v="1558"/>
          <ac:spMkLst>
            <pc:docMk/>
            <pc:sldMk cId="2068615095" sldId="292"/>
            <ac:spMk id="140" creationId="{CB838A39-42B0-4D22-8234-4FC96213DF72}"/>
          </ac:spMkLst>
        </pc:spChg>
        <pc:spChg chg="mod">
          <ac:chgData name="Josh Reiss" userId="a90d6cd88c30b6c6" providerId="LiveId" clId="{25FB55F3-BE07-459B-B3ED-1C0ADFF0B566}" dt="2020-07-21T09:04:32.053" v="1558"/>
          <ac:spMkLst>
            <pc:docMk/>
            <pc:sldMk cId="2068615095" sldId="292"/>
            <ac:spMk id="141" creationId="{34A15406-7658-47AF-9D3B-2FF87DD44432}"/>
          </ac:spMkLst>
        </pc:spChg>
        <pc:spChg chg="mod">
          <ac:chgData name="Josh Reiss" userId="a90d6cd88c30b6c6" providerId="LiveId" clId="{25FB55F3-BE07-459B-B3ED-1C0ADFF0B566}" dt="2020-07-21T09:04:32.053" v="1558"/>
          <ac:spMkLst>
            <pc:docMk/>
            <pc:sldMk cId="2068615095" sldId="292"/>
            <ac:spMk id="142" creationId="{25B8DC5A-EE9E-4D3B-8E83-CEC186AF8E2B}"/>
          </ac:spMkLst>
        </pc:spChg>
        <pc:spChg chg="mod">
          <ac:chgData name="Josh Reiss" userId="a90d6cd88c30b6c6" providerId="LiveId" clId="{25FB55F3-BE07-459B-B3ED-1C0ADFF0B566}" dt="2020-07-21T09:04:32.053" v="1558"/>
          <ac:spMkLst>
            <pc:docMk/>
            <pc:sldMk cId="2068615095" sldId="292"/>
            <ac:spMk id="143" creationId="{E8BFF215-AAA4-47E2-A3C3-709E40EC5E47}"/>
          </ac:spMkLst>
        </pc:spChg>
        <pc:spChg chg="mod">
          <ac:chgData name="Josh Reiss" userId="a90d6cd88c30b6c6" providerId="LiveId" clId="{25FB55F3-BE07-459B-B3ED-1C0ADFF0B566}" dt="2020-07-21T09:04:32.053" v="1558"/>
          <ac:spMkLst>
            <pc:docMk/>
            <pc:sldMk cId="2068615095" sldId="292"/>
            <ac:spMk id="144" creationId="{742DDAE7-F1C8-429E-A307-B2FA7BE6F607}"/>
          </ac:spMkLst>
        </pc:spChg>
        <pc:spChg chg="mod">
          <ac:chgData name="Josh Reiss" userId="a90d6cd88c30b6c6" providerId="LiveId" clId="{25FB55F3-BE07-459B-B3ED-1C0ADFF0B566}" dt="2020-07-21T09:04:32.053" v="1558"/>
          <ac:spMkLst>
            <pc:docMk/>
            <pc:sldMk cId="2068615095" sldId="292"/>
            <ac:spMk id="145" creationId="{087B6FE6-15BB-4407-A6AF-2F118E04DA9A}"/>
          </ac:spMkLst>
        </pc:spChg>
        <pc:spChg chg="mod">
          <ac:chgData name="Josh Reiss" userId="a90d6cd88c30b6c6" providerId="LiveId" clId="{25FB55F3-BE07-459B-B3ED-1C0ADFF0B566}" dt="2020-07-21T09:04:32.053" v="1558"/>
          <ac:spMkLst>
            <pc:docMk/>
            <pc:sldMk cId="2068615095" sldId="292"/>
            <ac:spMk id="146" creationId="{EC715E95-DDD3-4C8D-AB0F-7BA877CF827F}"/>
          </ac:spMkLst>
        </pc:spChg>
        <pc:spChg chg="mod">
          <ac:chgData name="Josh Reiss" userId="a90d6cd88c30b6c6" providerId="LiveId" clId="{25FB55F3-BE07-459B-B3ED-1C0ADFF0B566}" dt="2020-07-21T09:05:02.742" v="1564" actId="20577"/>
          <ac:spMkLst>
            <pc:docMk/>
            <pc:sldMk cId="2068615095" sldId="292"/>
            <ac:spMk id="147" creationId="{350D3D35-8E97-44B9-9135-DC124F4BD53E}"/>
          </ac:spMkLst>
        </pc:spChg>
        <pc:spChg chg="mod">
          <ac:chgData name="Josh Reiss" userId="a90d6cd88c30b6c6" providerId="LiveId" clId="{25FB55F3-BE07-459B-B3ED-1C0ADFF0B566}" dt="2020-07-21T09:07:07.263" v="1589" actId="20577"/>
          <ac:spMkLst>
            <pc:docMk/>
            <pc:sldMk cId="2068615095" sldId="292"/>
            <ac:spMk id="148" creationId="{26032F62-FE8E-46A0-96FB-A77C1C60572A}"/>
          </ac:spMkLst>
        </pc:spChg>
        <pc:spChg chg="mod">
          <ac:chgData name="Josh Reiss" userId="a90d6cd88c30b6c6" providerId="LiveId" clId="{25FB55F3-BE07-459B-B3ED-1C0ADFF0B566}" dt="2020-07-21T09:07:10.131" v="1591" actId="20577"/>
          <ac:spMkLst>
            <pc:docMk/>
            <pc:sldMk cId="2068615095" sldId="292"/>
            <ac:spMk id="149" creationId="{502876AB-21DB-44F7-AD0C-81D939E8985F}"/>
          </ac:spMkLst>
        </pc:spChg>
        <pc:spChg chg="mod">
          <ac:chgData name="Josh Reiss" userId="a90d6cd88c30b6c6" providerId="LiveId" clId="{25FB55F3-BE07-459B-B3ED-1C0ADFF0B566}" dt="2020-07-21T09:07:13.653" v="1593" actId="20577"/>
          <ac:spMkLst>
            <pc:docMk/>
            <pc:sldMk cId="2068615095" sldId="292"/>
            <ac:spMk id="150" creationId="{DD814CA9-593E-47A4-B626-72143E71A571}"/>
          </ac:spMkLst>
        </pc:spChg>
        <pc:spChg chg="mod">
          <ac:chgData name="Josh Reiss" userId="a90d6cd88c30b6c6" providerId="LiveId" clId="{25FB55F3-BE07-459B-B3ED-1C0ADFF0B566}" dt="2020-07-21T09:07:19.432" v="1594" actId="20577"/>
          <ac:spMkLst>
            <pc:docMk/>
            <pc:sldMk cId="2068615095" sldId="292"/>
            <ac:spMk id="151" creationId="{6E800A1D-A8A6-4D1C-89F3-9872A563E4E2}"/>
          </ac:spMkLst>
        </pc:spChg>
        <pc:spChg chg="mod">
          <ac:chgData name="Josh Reiss" userId="a90d6cd88c30b6c6" providerId="LiveId" clId="{25FB55F3-BE07-459B-B3ED-1C0ADFF0B566}" dt="2020-07-21T09:07:21.926" v="1596" actId="20577"/>
          <ac:spMkLst>
            <pc:docMk/>
            <pc:sldMk cId="2068615095" sldId="292"/>
            <ac:spMk id="152" creationId="{BDFF9EBA-98D5-4B28-99DB-23C20B83E714}"/>
          </ac:spMkLst>
        </pc:spChg>
        <pc:spChg chg="mod">
          <ac:chgData name="Josh Reiss" userId="a90d6cd88c30b6c6" providerId="LiveId" clId="{25FB55F3-BE07-459B-B3ED-1C0ADFF0B566}" dt="2020-07-21T09:07:31.043" v="1600" actId="20577"/>
          <ac:spMkLst>
            <pc:docMk/>
            <pc:sldMk cId="2068615095" sldId="292"/>
            <ac:spMk id="153" creationId="{89E1CA2A-75D3-4DE1-AD52-F786C5313851}"/>
          </ac:spMkLst>
        </pc:spChg>
        <pc:spChg chg="mod">
          <ac:chgData name="Josh Reiss" userId="a90d6cd88c30b6c6" providerId="LiveId" clId="{25FB55F3-BE07-459B-B3ED-1C0ADFF0B566}" dt="2020-07-21T09:05:40.398" v="1576" actId="20577"/>
          <ac:spMkLst>
            <pc:docMk/>
            <pc:sldMk cId="2068615095" sldId="292"/>
            <ac:spMk id="154" creationId="{328F4396-16C3-4662-A2F0-D90527EDFAA1}"/>
          </ac:spMkLst>
        </pc:spChg>
        <pc:spChg chg="mod">
          <ac:chgData name="Josh Reiss" userId="a90d6cd88c30b6c6" providerId="LiveId" clId="{25FB55F3-BE07-459B-B3ED-1C0ADFF0B566}" dt="2020-07-21T09:07:24.778" v="1598" actId="20577"/>
          <ac:spMkLst>
            <pc:docMk/>
            <pc:sldMk cId="2068615095" sldId="292"/>
            <ac:spMk id="155" creationId="{C634F913-4BBE-4C92-90C6-36A72402E852}"/>
          </ac:spMkLst>
        </pc:spChg>
        <pc:spChg chg="mod">
          <ac:chgData name="Josh Reiss" userId="a90d6cd88c30b6c6" providerId="LiveId" clId="{25FB55F3-BE07-459B-B3ED-1C0ADFF0B566}" dt="2020-07-21T09:07:01.130" v="1587" actId="20577"/>
          <ac:spMkLst>
            <pc:docMk/>
            <pc:sldMk cId="2068615095" sldId="292"/>
            <ac:spMk id="156" creationId="{5303CD9A-224F-4726-A4DE-D2098B63DBC8}"/>
          </ac:spMkLst>
        </pc:spChg>
        <pc:spChg chg="mod">
          <ac:chgData name="Josh Reiss" userId="a90d6cd88c30b6c6" providerId="LiveId" clId="{25FB55F3-BE07-459B-B3ED-1C0ADFF0B566}" dt="2020-07-21T09:06:56.759" v="1586" actId="20577"/>
          <ac:spMkLst>
            <pc:docMk/>
            <pc:sldMk cId="2068615095" sldId="292"/>
            <ac:spMk id="157" creationId="{9F89BB06-6D06-42F7-8FBA-3F59764A2997}"/>
          </ac:spMkLst>
        </pc:spChg>
        <pc:spChg chg="mod">
          <ac:chgData name="Josh Reiss" userId="a90d6cd88c30b6c6" providerId="LiveId" clId="{25FB55F3-BE07-459B-B3ED-1C0ADFF0B566}" dt="2020-07-21T09:06:52.737" v="1585" actId="20577"/>
          <ac:spMkLst>
            <pc:docMk/>
            <pc:sldMk cId="2068615095" sldId="292"/>
            <ac:spMk id="158" creationId="{F40321BE-F299-4D51-8B91-1E4B64172117}"/>
          </ac:spMkLst>
        </pc:spChg>
        <pc:spChg chg="mod">
          <ac:chgData name="Josh Reiss" userId="a90d6cd88c30b6c6" providerId="LiveId" clId="{25FB55F3-BE07-459B-B3ED-1C0ADFF0B566}" dt="2020-07-21T09:04:32.053" v="1558"/>
          <ac:spMkLst>
            <pc:docMk/>
            <pc:sldMk cId="2068615095" sldId="292"/>
            <ac:spMk id="159" creationId="{0E8BE124-41A0-4772-BEC5-BCA68D412FF1}"/>
          </ac:spMkLst>
        </pc:spChg>
        <pc:spChg chg="mod">
          <ac:chgData name="Josh Reiss" userId="a90d6cd88c30b6c6" providerId="LiveId" clId="{25FB55F3-BE07-459B-B3ED-1C0ADFF0B566}" dt="2020-07-21T09:04:38.179" v="1560"/>
          <ac:spMkLst>
            <pc:docMk/>
            <pc:sldMk cId="2068615095" sldId="292"/>
            <ac:spMk id="161" creationId="{68F7D508-F253-452F-9FC3-E7FAE0A4304D}"/>
          </ac:spMkLst>
        </pc:spChg>
        <pc:spChg chg="mod">
          <ac:chgData name="Josh Reiss" userId="a90d6cd88c30b6c6" providerId="LiveId" clId="{25FB55F3-BE07-459B-B3ED-1C0ADFF0B566}" dt="2020-07-21T09:04:38.179" v="1560"/>
          <ac:spMkLst>
            <pc:docMk/>
            <pc:sldMk cId="2068615095" sldId="292"/>
            <ac:spMk id="162" creationId="{61219F74-2D51-41B0-A895-BC0A6BC4FAF2}"/>
          </ac:spMkLst>
        </pc:spChg>
        <pc:spChg chg="mod">
          <ac:chgData name="Josh Reiss" userId="a90d6cd88c30b6c6" providerId="LiveId" clId="{25FB55F3-BE07-459B-B3ED-1C0ADFF0B566}" dt="2020-07-21T09:04:38.179" v="1560"/>
          <ac:spMkLst>
            <pc:docMk/>
            <pc:sldMk cId="2068615095" sldId="292"/>
            <ac:spMk id="163" creationId="{9B1F43D1-FEA5-4D47-9095-E057C940FB2B}"/>
          </ac:spMkLst>
        </pc:spChg>
        <pc:spChg chg="mod">
          <ac:chgData name="Josh Reiss" userId="a90d6cd88c30b6c6" providerId="LiveId" clId="{25FB55F3-BE07-459B-B3ED-1C0ADFF0B566}" dt="2020-07-21T09:04:38.179" v="1560"/>
          <ac:spMkLst>
            <pc:docMk/>
            <pc:sldMk cId="2068615095" sldId="292"/>
            <ac:spMk id="164" creationId="{6C5F22DD-695E-4397-9B90-285152A39287}"/>
          </ac:spMkLst>
        </pc:spChg>
        <pc:spChg chg="mod">
          <ac:chgData name="Josh Reiss" userId="a90d6cd88c30b6c6" providerId="LiveId" clId="{25FB55F3-BE07-459B-B3ED-1C0ADFF0B566}" dt="2020-07-21T09:04:38.179" v="1560"/>
          <ac:spMkLst>
            <pc:docMk/>
            <pc:sldMk cId="2068615095" sldId="292"/>
            <ac:spMk id="165" creationId="{16503282-C2DB-4B77-B9CD-DFDE6EF198E8}"/>
          </ac:spMkLst>
        </pc:spChg>
        <pc:spChg chg="mod">
          <ac:chgData name="Josh Reiss" userId="a90d6cd88c30b6c6" providerId="LiveId" clId="{25FB55F3-BE07-459B-B3ED-1C0ADFF0B566}" dt="2020-07-21T09:04:38.179" v="1560"/>
          <ac:spMkLst>
            <pc:docMk/>
            <pc:sldMk cId="2068615095" sldId="292"/>
            <ac:spMk id="166" creationId="{B40EF29E-33EB-46BB-8225-EE1608D19D55}"/>
          </ac:spMkLst>
        </pc:spChg>
        <pc:spChg chg="mod">
          <ac:chgData name="Josh Reiss" userId="a90d6cd88c30b6c6" providerId="LiveId" clId="{25FB55F3-BE07-459B-B3ED-1C0ADFF0B566}" dt="2020-07-21T09:04:38.179" v="1560"/>
          <ac:spMkLst>
            <pc:docMk/>
            <pc:sldMk cId="2068615095" sldId="292"/>
            <ac:spMk id="167" creationId="{F4D17417-7160-4A39-84DE-5701FBCA69DF}"/>
          </ac:spMkLst>
        </pc:spChg>
        <pc:spChg chg="mod">
          <ac:chgData name="Josh Reiss" userId="a90d6cd88c30b6c6" providerId="LiveId" clId="{25FB55F3-BE07-459B-B3ED-1C0ADFF0B566}" dt="2020-07-21T09:04:38.179" v="1560"/>
          <ac:spMkLst>
            <pc:docMk/>
            <pc:sldMk cId="2068615095" sldId="292"/>
            <ac:spMk id="168" creationId="{0F0B125B-B468-4BA6-9D94-FC0DAD82BB4A}"/>
          </ac:spMkLst>
        </pc:spChg>
        <pc:spChg chg="mod">
          <ac:chgData name="Josh Reiss" userId="a90d6cd88c30b6c6" providerId="LiveId" clId="{25FB55F3-BE07-459B-B3ED-1C0ADFF0B566}" dt="2020-07-21T09:04:38.179" v="1560"/>
          <ac:spMkLst>
            <pc:docMk/>
            <pc:sldMk cId="2068615095" sldId="292"/>
            <ac:spMk id="169" creationId="{404C99CB-6E66-47B0-A4A1-BFA0CA467264}"/>
          </ac:spMkLst>
        </pc:spChg>
        <pc:spChg chg="mod">
          <ac:chgData name="Josh Reiss" userId="a90d6cd88c30b6c6" providerId="LiveId" clId="{25FB55F3-BE07-459B-B3ED-1C0ADFF0B566}" dt="2020-07-21T09:04:38.179" v="1560"/>
          <ac:spMkLst>
            <pc:docMk/>
            <pc:sldMk cId="2068615095" sldId="292"/>
            <ac:spMk id="170" creationId="{D3326E32-B593-4905-B663-E6DC405911A6}"/>
          </ac:spMkLst>
        </pc:spChg>
        <pc:spChg chg="mod">
          <ac:chgData name="Josh Reiss" userId="a90d6cd88c30b6c6" providerId="LiveId" clId="{25FB55F3-BE07-459B-B3ED-1C0ADFF0B566}" dt="2020-07-21T09:04:38.179" v="1560"/>
          <ac:spMkLst>
            <pc:docMk/>
            <pc:sldMk cId="2068615095" sldId="292"/>
            <ac:spMk id="171" creationId="{EC6046FF-4DFB-4FFD-9D7F-A16F226CF3CC}"/>
          </ac:spMkLst>
        </pc:spChg>
        <pc:spChg chg="mod">
          <ac:chgData name="Josh Reiss" userId="a90d6cd88c30b6c6" providerId="LiveId" clId="{25FB55F3-BE07-459B-B3ED-1C0ADFF0B566}" dt="2020-07-21T09:04:38.179" v="1560"/>
          <ac:spMkLst>
            <pc:docMk/>
            <pc:sldMk cId="2068615095" sldId="292"/>
            <ac:spMk id="172" creationId="{4CAF64C3-161E-48A6-B671-4BBE2CD53FB4}"/>
          </ac:spMkLst>
        </pc:spChg>
        <pc:spChg chg="mod">
          <ac:chgData name="Josh Reiss" userId="a90d6cd88c30b6c6" providerId="LiveId" clId="{25FB55F3-BE07-459B-B3ED-1C0ADFF0B566}" dt="2020-07-21T09:04:49.804" v="1562" actId="20577"/>
          <ac:spMkLst>
            <pc:docMk/>
            <pc:sldMk cId="2068615095" sldId="292"/>
            <ac:spMk id="173" creationId="{23A94667-AF9D-4F65-AC94-7C1225936698}"/>
          </ac:spMkLst>
        </pc:spChg>
        <pc:spChg chg="mod">
          <ac:chgData name="Josh Reiss" userId="a90d6cd88c30b6c6" providerId="LiveId" clId="{25FB55F3-BE07-459B-B3ED-1C0ADFF0B566}" dt="2020-07-21T09:05:10.033" v="1565" actId="6549"/>
          <ac:spMkLst>
            <pc:docMk/>
            <pc:sldMk cId="2068615095" sldId="292"/>
            <ac:spMk id="174" creationId="{AC1A823D-54D7-45EB-88AE-BD69FB6CB779}"/>
          </ac:spMkLst>
        </pc:spChg>
        <pc:spChg chg="mod">
          <ac:chgData name="Josh Reiss" userId="a90d6cd88c30b6c6" providerId="LiveId" clId="{25FB55F3-BE07-459B-B3ED-1C0ADFF0B566}" dt="2020-07-21T09:05:15.250" v="1566" actId="20577"/>
          <ac:spMkLst>
            <pc:docMk/>
            <pc:sldMk cId="2068615095" sldId="292"/>
            <ac:spMk id="175" creationId="{99A3F8BC-F85B-474D-B7E2-8FC67245CBFF}"/>
          </ac:spMkLst>
        </pc:spChg>
        <pc:spChg chg="mod">
          <ac:chgData name="Josh Reiss" userId="a90d6cd88c30b6c6" providerId="LiveId" clId="{25FB55F3-BE07-459B-B3ED-1C0ADFF0B566}" dt="2020-07-21T09:05:18.761" v="1567" actId="20577"/>
          <ac:spMkLst>
            <pc:docMk/>
            <pc:sldMk cId="2068615095" sldId="292"/>
            <ac:spMk id="176" creationId="{115BC69A-72AD-4924-BF5C-65C3ACAF2D9A}"/>
          </ac:spMkLst>
        </pc:spChg>
        <pc:spChg chg="mod">
          <ac:chgData name="Josh Reiss" userId="a90d6cd88c30b6c6" providerId="LiveId" clId="{25FB55F3-BE07-459B-B3ED-1C0ADFF0B566}" dt="2020-07-21T09:05:27.320" v="1568" actId="20577"/>
          <ac:spMkLst>
            <pc:docMk/>
            <pc:sldMk cId="2068615095" sldId="292"/>
            <ac:spMk id="177" creationId="{C7C84822-617C-489A-AAD3-5717DA6803DE}"/>
          </ac:spMkLst>
        </pc:spChg>
        <pc:spChg chg="mod">
          <ac:chgData name="Josh Reiss" userId="a90d6cd88c30b6c6" providerId="LiveId" clId="{25FB55F3-BE07-459B-B3ED-1C0ADFF0B566}" dt="2020-07-21T09:05:31.131" v="1570" actId="20577"/>
          <ac:spMkLst>
            <pc:docMk/>
            <pc:sldMk cId="2068615095" sldId="292"/>
            <ac:spMk id="178" creationId="{68F5A751-5800-4185-A024-E75AD3EC6056}"/>
          </ac:spMkLst>
        </pc:spChg>
        <pc:spChg chg="mod">
          <ac:chgData name="Josh Reiss" userId="a90d6cd88c30b6c6" providerId="LiveId" clId="{25FB55F3-BE07-459B-B3ED-1C0ADFF0B566}" dt="2020-07-21T09:05:33.602" v="1572" actId="20577"/>
          <ac:spMkLst>
            <pc:docMk/>
            <pc:sldMk cId="2068615095" sldId="292"/>
            <ac:spMk id="179" creationId="{3F0AA5A4-5FA5-4EEE-BA3B-94603C7C5B84}"/>
          </ac:spMkLst>
        </pc:spChg>
        <pc:spChg chg="mod">
          <ac:chgData name="Josh Reiss" userId="a90d6cd88c30b6c6" providerId="LiveId" clId="{25FB55F3-BE07-459B-B3ED-1C0ADFF0B566}" dt="2020-07-21T09:05:36.362" v="1574" actId="20577"/>
          <ac:spMkLst>
            <pc:docMk/>
            <pc:sldMk cId="2068615095" sldId="292"/>
            <ac:spMk id="180" creationId="{E60484CA-6447-4931-A8E0-9A67C968B464}"/>
          </ac:spMkLst>
        </pc:spChg>
        <pc:spChg chg="mod">
          <ac:chgData name="Josh Reiss" userId="a90d6cd88c30b6c6" providerId="LiveId" clId="{25FB55F3-BE07-459B-B3ED-1C0ADFF0B566}" dt="2020-07-21T09:05:44.967" v="1580" actId="20577"/>
          <ac:spMkLst>
            <pc:docMk/>
            <pc:sldMk cId="2068615095" sldId="292"/>
            <ac:spMk id="181" creationId="{30A96F84-923E-4381-A78F-177EB52EE000}"/>
          </ac:spMkLst>
        </pc:spChg>
        <pc:spChg chg="mod">
          <ac:chgData name="Josh Reiss" userId="a90d6cd88c30b6c6" providerId="LiveId" clId="{25FB55F3-BE07-459B-B3ED-1C0ADFF0B566}" dt="2020-07-21T09:06:04.769" v="1581" actId="20577"/>
          <ac:spMkLst>
            <pc:docMk/>
            <pc:sldMk cId="2068615095" sldId="292"/>
            <ac:spMk id="182" creationId="{AC56EBA1-A5BB-4732-A833-DEE2E85E80F0}"/>
          </ac:spMkLst>
        </pc:spChg>
        <pc:spChg chg="mod">
          <ac:chgData name="Josh Reiss" userId="a90d6cd88c30b6c6" providerId="LiveId" clId="{25FB55F3-BE07-459B-B3ED-1C0ADFF0B566}" dt="2020-07-21T09:06:14.407" v="1582" actId="20577"/>
          <ac:spMkLst>
            <pc:docMk/>
            <pc:sldMk cId="2068615095" sldId="292"/>
            <ac:spMk id="183" creationId="{EB22C83F-AB44-4FCF-8D02-A2B9AF72E25B}"/>
          </ac:spMkLst>
        </pc:spChg>
        <pc:spChg chg="mod">
          <ac:chgData name="Josh Reiss" userId="a90d6cd88c30b6c6" providerId="LiveId" clId="{25FB55F3-BE07-459B-B3ED-1C0ADFF0B566}" dt="2020-07-21T09:06:18.089" v="1583" actId="20577"/>
          <ac:spMkLst>
            <pc:docMk/>
            <pc:sldMk cId="2068615095" sldId="292"/>
            <ac:spMk id="184" creationId="{E642ED37-23B9-4B70-AD0D-3C60A957E431}"/>
          </ac:spMkLst>
        </pc:spChg>
        <pc:spChg chg="mod">
          <ac:chgData name="Josh Reiss" userId="a90d6cd88c30b6c6" providerId="LiveId" clId="{25FB55F3-BE07-459B-B3ED-1C0ADFF0B566}" dt="2020-07-21T09:04:38.179" v="1560"/>
          <ac:spMkLst>
            <pc:docMk/>
            <pc:sldMk cId="2068615095" sldId="292"/>
            <ac:spMk id="185" creationId="{B2084976-E433-4182-ADD5-79898685C7B5}"/>
          </ac:spMkLst>
        </pc:spChg>
        <pc:spChg chg="mod">
          <ac:chgData name="Josh Reiss" userId="a90d6cd88c30b6c6" providerId="LiveId" clId="{25FB55F3-BE07-459B-B3ED-1C0ADFF0B566}" dt="2020-07-21T09:04:29.455" v="1557" actId="164"/>
          <ac:spMkLst>
            <pc:docMk/>
            <pc:sldMk cId="2068615095" sldId="292"/>
            <ac:spMk id="29700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4:29.455" v="1557" actId="164"/>
          <ac:spMkLst>
            <pc:docMk/>
            <pc:sldMk cId="2068615095" sldId="292"/>
            <ac:spMk id="29701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4:29.455" v="1557" actId="164"/>
          <ac:spMkLst>
            <pc:docMk/>
            <pc:sldMk cId="2068615095" sldId="292"/>
            <ac:spMk id="29702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4:29.455" v="1557" actId="164"/>
          <ac:spMkLst>
            <pc:docMk/>
            <pc:sldMk cId="2068615095" sldId="292"/>
            <ac:spMk id="29703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4:29.455" v="1557" actId="164"/>
          <ac:spMkLst>
            <pc:docMk/>
            <pc:sldMk cId="2068615095" sldId="292"/>
            <ac:spMk id="29704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4:29.455" v="1557" actId="164"/>
          <ac:spMkLst>
            <pc:docMk/>
            <pc:sldMk cId="2068615095" sldId="292"/>
            <ac:spMk id="29705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4:29.455" v="1557" actId="164"/>
          <ac:spMkLst>
            <pc:docMk/>
            <pc:sldMk cId="2068615095" sldId="292"/>
            <ac:spMk id="29706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4:29.455" v="1557" actId="164"/>
          <ac:spMkLst>
            <pc:docMk/>
            <pc:sldMk cId="2068615095" sldId="292"/>
            <ac:spMk id="29707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4:29.455" v="1557" actId="164"/>
          <ac:spMkLst>
            <pc:docMk/>
            <pc:sldMk cId="2068615095" sldId="292"/>
            <ac:spMk id="29708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4:29.455" v="1557" actId="164"/>
          <ac:spMkLst>
            <pc:docMk/>
            <pc:sldMk cId="2068615095" sldId="292"/>
            <ac:spMk id="29709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4:29.455" v="1557" actId="164"/>
          <ac:spMkLst>
            <pc:docMk/>
            <pc:sldMk cId="2068615095" sldId="292"/>
            <ac:spMk id="29710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4:29.455" v="1557" actId="164"/>
          <ac:spMkLst>
            <pc:docMk/>
            <pc:sldMk cId="2068615095" sldId="292"/>
            <ac:spMk id="29711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4:29.455" v="1557" actId="164"/>
          <ac:spMkLst>
            <pc:docMk/>
            <pc:sldMk cId="2068615095" sldId="292"/>
            <ac:spMk id="29712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4:29.455" v="1557" actId="164"/>
          <ac:spMkLst>
            <pc:docMk/>
            <pc:sldMk cId="2068615095" sldId="292"/>
            <ac:spMk id="29713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4:29.455" v="1557" actId="164"/>
          <ac:spMkLst>
            <pc:docMk/>
            <pc:sldMk cId="2068615095" sldId="292"/>
            <ac:spMk id="29714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4:29.455" v="1557" actId="164"/>
          <ac:spMkLst>
            <pc:docMk/>
            <pc:sldMk cId="2068615095" sldId="292"/>
            <ac:spMk id="29715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4:29.455" v="1557" actId="164"/>
          <ac:spMkLst>
            <pc:docMk/>
            <pc:sldMk cId="2068615095" sldId="292"/>
            <ac:spMk id="29716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4:29.455" v="1557" actId="164"/>
          <ac:spMkLst>
            <pc:docMk/>
            <pc:sldMk cId="2068615095" sldId="292"/>
            <ac:spMk id="29717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4:29.455" v="1557" actId="164"/>
          <ac:spMkLst>
            <pc:docMk/>
            <pc:sldMk cId="2068615095" sldId="292"/>
            <ac:spMk id="29718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4:29.455" v="1557" actId="164"/>
          <ac:spMkLst>
            <pc:docMk/>
            <pc:sldMk cId="2068615095" sldId="292"/>
            <ac:spMk id="29719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4:29.455" v="1557" actId="164"/>
          <ac:spMkLst>
            <pc:docMk/>
            <pc:sldMk cId="2068615095" sldId="292"/>
            <ac:spMk id="29720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4:29.455" v="1557" actId="164"/>
          <ac:spMkLst>
            <pc:docMk/>
            <pc:sldMk cId="2068615095" sldId="292"/>
            <ac:spMk id="29721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4:29.455" v="1557" actId="164"/>
          <ac:spMkLst>
            <pc:docMk/>
            <pc:sldMk cId="2068615095" sldId="292"/>
            <ac:spMk id="29722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4:29.455" v="1557" actId="164"/>
          <ac:spMkLst>
            <pc:docMk/>
            <pc:sldMk cId="2068615095" sldId="292"/>
            <ac:spMk id="29723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24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25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26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27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28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29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30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31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32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33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34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35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36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37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38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39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40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41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42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43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44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45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46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47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48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49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50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51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52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53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54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55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56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57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58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59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60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61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62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63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64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65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66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67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68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69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70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71" creationId="{00000000-0000-0000-0000-000000000000}"/>
          </ac:spMkLst>
        </pc:spChg>
        <pc:spChg chg="del">
          <ac:chgData name="Josh Reiss" userId="a90d6cd88c30b6c6" providerId="LiveId" clId="{25FB55F3-BE07-459B-B3ED-1C0ADFF0B566}" dt="2020-07-21T09:01:52.653" v="1449" actId="478"/>
          <ac:spMkLst>
            <pc:docMk/>
            <pc:sldMk cId="2068615095" sldId="292"/>
            <ac:spMk id="29772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4:29.455" v="1557" actId="164"/>
          <ac:spMkLst>
            <pc:docMk/>
            <pc:sldMk cId="2068615095" sldId="292"/>
            <ac:spMk id="29773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74" creationId="{00000000-0000-0000-0000-000000000000}"/>
          </ac:spMkLst>
        </pc:spChg>
        <pc:grpChg chg="add mod">
          <ac:chgData name="Josh Reiss" userId="a90d6cd88c30b6c6" providerId="LiveId" clId="{25FB55F3-BE07-459B-B3ED-1C0ADFF0B566}" dt="2020-07-21T09:07:54.599" v="1601" actId="164"/>
          <ac:grpSpMkLst>
            <pc:docMk/>
            <pc:sldMk cId="2068615095" sldId="292"/>
            <ac:grpSpMk id="31" creationId="{3E703F4B-2ADD-450D-B0C9-0BE2D0ED626B}"/>
          </ac:grpSpMkLst>
        </pc:grpChg>
        <pc:grpChg chg="add mod">
          <ac:chgData name="Josh Reiss" userId="a90d6cd88c30b6c6" providerId="LiveId" clId="{25FB55F3-BE07-459B-B3ED-1C0ADFF0B566}" dt="2020-07-21T09:07:54.599" v="1601" actId="164"/>
          <ac:grpSpMkLst>
            <pc:docMk/>
            <pc:sldMk cId="2068615095" sldId="292"/>
            <ac:grpSpMk id="64" creationId="{1C22F25B-6658-433B-9831-ECF85086367F}"/>
          </ac:grpSpMkLst>
        </pc:grpChg>
        <pc:grpChg chg="add mod">
          <ac:chgData name="Josh Reiss" userId="a90d6cd88c30b6c6" providerId="LiveId" clId="{25FB55F3-BE07-459B-B3ED-1C0ADFF0B566}" dt="2020-07-21T09:07:54.599" v="1601" actId="164"/>
          <ac:grpSpMkLst>
            <pc:docMk/>
            <pc:sldMk cId="2068615095" sldId="292"/>
            <ac:grpSpMk id="65" creationId="{7046FD2E-3E08-449F-87C2-7196F653F616}"/>
          </ac:grpSpMkLst>
        </pc:grpChg>
        <pc:grpChg chg="add mod">
          <ac:chgData name="Josh Reiss" userId="a90d6cd88c30b6c6" providerId="LiveId" clId="{25FB55F3-BE07-459B-B3ED-1C0ADFF0B566}" dt="2020-07-21T09:07:54.599" v="1601" actId="164"/>
          <ac:grpSpMkLst>
            <pc:docMk/>
            <pc:sldMk cId="2068615095" sldId="292"/>
            <ac:grpSpMk id="134" creationId="{E841999C-6556-47E2-A929-E7B0B5DAA021}"/>
          </ac:grpSpMkLst>
        </pc:grpChg>
        <pc:grpChg chg="add mod">
          <ac:chgData name="Josh Reiss" userId="a90d6cd88c30b6c6" providerId="LiveId" clId="{25FB55F3-BE07-459B-B3ED-1C0ADFF0B566}" dt="2020-07-21T09:07:54.599" v="1601" actId="164"/>
          <ac:grpSpMkLst>
            <pc:docMk/>
            <pc:sldMk cId="2068615095" sldId="292"/>
            <ac:grpSpMk id="160" creationId="{A26AF6E7-7116-478D-95C8-901095DECF86}"/>
          </ac:grpSpMkLst>
        </pc:grpChg>
      </pc:sldChg>
    </pc:docChg>
  </pc:docChgLst>
  <pc:docChgLst>
    <pc:chgData name="Josh Reiss" userId="a90d6cd88c30b6c6" providerId="LiveId" clId="{2F17AE17-7CE1-4417-B946-53A929DDF0D1}"/>
    <pc:docChg chg="undo redo custSel addSld delSld modSld sldOrd">
      <pc:chgData name="Josh Reiss" userId="a90d6cd88c30b6c6" providerId="LiveId" clId="{2F17AE17-7CE1-4417-B946-53A929DDF0D1}" dt="2021-02-25T07:49:20.780" v="1849" actId="20577"/>
      <pc:docMkLst>
        <pc:docMk/>
      </pc:docMkLst>
      <pc:sldChg chg="modSp del mod">
        <pc:chgData name="Josh Reiss" userId="a90d6cd88c30b6c6" providerId="LiveId" clId="{2F17AE17-7CE1-4417-B946-53A929DDF0D1}" dt="2021-02-25T07:00:41.314" v="1443" actId="47"/>
        <pc:sldMkLst>
          <pc:docMk/>
          <pc:sldMk cId="2929836946" sldId="287"/>
        </pc:sldMkLst>
        <pc:spChg chg="mod">
          <ac:chgData name="Josh Reiss" userId="a90d6cd88c30b6c6" providerId="LiveId" clId="{2F17AE17-7CE1-4417-B946-53A929DDF0D1}" dt="2021-02-24T13:15:54.586" v="0" actId="6549"/>
          <ac:spMkLst>
            <pc:docMk/>
            <pc:sldMk cId="2929836946" sldId="287"/>
            <ac:spMk id="28674" creationId="{00000000-0000-0000-0000-000000000000}"/>
          </ac:spMkLst>
        </pc:spChg>
      </pc:sldChg>
      <pc:sldChg chg="modSp del mod">
        <pc:chgData name="Josh Reiss" userId="a90d6cd88c30b6c6" providerId="LiveId" clId="{2F17AE17-7CE1-4417-B946-53A929DDF0D1}" dt="2021-02-25T07:00:18.474" v="1415" actId="47"/>
        <pc:sldMkLst>
          <pc:docMk/>
          <pc:sldMk cId="558452892" sldId="288"/>
        </pc:sldMkLst>
        <pc:spChg chg="mod">
          <ac:chgData name="Josh Reiss" userId="a90d6cd88c30b6c6" providerId="LiveId" clId="{2F17AE17-7CE1-4417-B946-53A929DDF0D1}" dt="2021-02-24T13:16:01.952" v="8" actId="20577"/>
          <ac:spMkLst>
            <pc:docMk/>
            <pc:sldMk cId="558452892" sldId="288"/>
            <ac:spMk id="28675" creationId="{00000000-0000-0000-0000-000000000000}"/>
          </ac:spMkLst>
        </pc:spChg>
      </pc:sldChg>
      <pc:sldChg chg="modSp mod">
        <pc:chgData name="Josh Reiss" userId="a90d6cd88c30b6c6" providerId="LiveId" clId="{2F17AE17-7CE1-4417-B946-53A929DDF0D1}" dt="2021-02-25T07:49:20.780" v="1849" actId="20577"/>
        <pc:sldMkLst>
          <pc:docMk/>
          <pc:sldMk cId="3751654287" sldId="291"/>
        </pc:sldMkLst>
        <pc:spChg chg="mod">
          <ac:chgData name="Josh Reiss" userId="a90d6cd88c30b6c6" providerId="LiveId" clId="{2F17AE17-7CE1-4417-B946-53A929DDF0D1}" dt="2021-02-25T07:49:20.780" v="1849" actId="20577"/>
          <ac:spMkLst>
            <pc:docMk/>
            <pc:sldMk cId="3751654287" sldId="291"/>
            <ac:spMk id="2" creationId="{86A12296-C406-4A58-A85A-73635BB62E67}"/>
          </ac:spMkLst>
        </pc:spChg>
      </pc:sldChg>
      <pc:sldChg chg="modSp mod">
        <pc:chgData name="Josh Reiss" userId="a90d6cd88c30b6c6" providerId="LiveId" clId="{2F17AE17-7CE1-4417-B946-53A929DDF0D1}" dt="2021-02-25T07:00:37.068" v="1442" actId="20577"/>
        <pc:sldMkLst>
          <pc:docMk/>
          <pc:sldMk cId="3845995711" sldId="293"/>
        </pc:sldMkLst>
        <pc:spChg chg="mod">
          <ac:chgData name="Josh Reiss" userId="a90d6cd88c30b6c6" providerId="LiveId" clId="{2F17AE17-7CE1-4417-B946-53A929DDF0D1}" dt="2021-02-24T13:22:13.974" v="92" actId="20577"/>
          <ac:spMkLst>
            <pc:docMk/>
            <pc:sldMk cId="3845995711" sldId="293"/>
            <ac:spMk id="28674" creationId="{00000000-0000-0000-0000-000000000000}"/>
          </ac:spMkLst>
        </pc:spChg>
        <pc:spChg chg="mod">
          <ac:chgData name="Josh Reiss" userId="a90d6cd88c30b6c6" providerId="LiveId" clId="{2F17AE17-7CE1-4417-B946-53A929DDF0D1}" dt="2021-02-25T07:00:37.068" v="1442" actId="20577"/>
          <ac:spMkLst>
            <pc:docMk/>
            <pc:sldMk cId="3845995711" sldId="293"/>
            <ac:spMk id="28675" creationId="{00000000-0000-0000-0000-000000000000}"/>
          </ac:spMkLst>
        </pc:spChg>
      </pc:sldChg>
      <pc:sldChg chg="del">
        <pc:chgData name="Josh Reiss" userId="a90d6cd88c30b6c6" providerId="LiveId" clId="{2F17AE17-7CE1-4417-B946-53A929DDF0D1}" dt="2021-02-25T06:58:03.031" v="1382" actId="47"/>
        <pc:sldMkLst>
          <pc:docMk/>
          <pc:sldMk cId="1451983224" sldId="294"/>
        </pc:sldMkLst>
      </pc:sldChg>
      <pc:sldChg chg="addSp delSp modSp add mod modNotesTx">
        <pc:chgData name="Josh Reiss" userId="a90d6cd88c30b6c6" providerId="LiveId" clId="{2F17AE17-7CE1-4417-B946-53A929DDF0D1}" dt="2021-02-25T07:08:06.599" v="1447" actId="22"/>
        <pc:sldMkLst>
          <pc:docMk/>
          <pc:sldMk cId="1156225911" sldId="295"/>
        </pc:sldMkLst>
        <pc:spChg chg="add del">
          <ac:chgData name="Josh Reiss" userId="a90d6cd88c30b6c6" providerId="LiveId" clId="{2F17AE17-7CE1-4417-B946-53A929DDF0D1}" dt="2021-02-25T07:08:06.599" v="1447" actId="22"/>
          <ac:spMkLst>
            <pc:docMk/>
            <pc:sldMk cId="1156225911" sldId="295"/>
            <ac:spMk id="5" creationId="{56A1447F-90AE-4AD0-9632-DA356121FD97}"/>
          </ac:spMkLst>
        </pc:spChg>
        <pc:spChg chg="add del">
          <ac:chgData name="Josh Reiss" userId="a90d6cd88c30b6c6" providerId="LiveId" clId="{2F17AE17-7CE1-4417-B946-53A929DDF0D1}" dt="2021-02-25T07:08:05.904" v="1446" actId="22"/>
          <ac:spMkLst>
            <pc:docMk/>
            <pc:sldMk cId="1156225911" sldId="295"/>
            <ac:spMk id="7" creationId="{36C5ECC5-75DF-4C06-B5D0-2D5CC2DC427B}"/>
          </ac:spMkLst>
        </pc:spChg>
        <pc:spChg chg="mod">
          <ac:chgData name="Josh Reiss" userId="a90d6cd88c30b6c6" providerId="LiveId" clId="{2F17AE17-7CE1-4417-B946-53A929DDF0D1}" dt="2021-02-24T16:44:26.764" v="348" actId="948"/>
          <ac:spMkLst>
            <pc:docMk/>
            <pc:sldMk cId="1156225911" sldId="295"/>
            <ac:spMk id="28674" creationId="{00000000-0000-0000-0000-000000000000}"/>
          </ac:spMkLst>
        </pc:spChg>
        <pc:spChg chg="mod">
          <ac:chgData name="Josh Reiss" userId="a90d6cd88c30b6c6" providerId="LiveId" clId="{2F17AE17-7CE1-4417-B946-53A929DDF0D1}" dt="2021-02-24T13:23:33.446" v="106" actId="20577"/>
          <ac:spMkLst>
            <pc:docMk/>
            <pc:sldMk cId="1156225911" sldId="295"/>
            <ac:spMk id="28675" creationId="{00000000-0000-0000-0000-000000000000}"/>
          </ac:spMkLst>
        </pc:spChg>
      </pc:sldChg>
      <pc:sldChg chg="add del">
        <pc:chgData name="Josh Reiss" userId="a90d6cd88c30b6c6" providerId="LiveId" clId="{2F17AE17-7CE1-4417-B946-53A929DDF0D1}" dt="2021-02-24T13:23:56.906" v="121" actId="47"/>
        <pc:sldMkLst>
          <pc:docMk/>
          <pc:sldMk cId="4156608400" sldId="296"/>
        </pc:sldMkLst>
      </pc:sldChg>
      <pc:sldChg chg="addSp delSp modSp add mod modNotesTx">
        <pc:chgData name="Josh Reiss" userId="a90d6cd88c30b6c6" providerId="LiveId" clId="{2F17AE17-7CE1-4417-B946-53A929DDF0D1}" dt="2021-02-25T06:59:51.148" v="1413" actId="6549"/>
        <pc:sldMkLst>
          <pc:docMk/>
          <pc:sldMk cId="1389761516" sldId="297"/>
        </pc:sldMkLst>
        <pc:spChg chg="add del">
          <ac:chgData name="Josh Reiss" userId="a90d6cd88c30b6c6" providerId="LiveId" clId="{2F17AE17-7CE1-4417-B946-53A929DDF0D1}" dt="2021-02-25T06:51:19.272" v="1304" actId="22"/>
          <ac:spMkLst>
            <pc:docMk/>
            <pc:sldMk cId="1389761516" sldId="297"/>
            <ac:spMk id="6" creationId="{72A7F449-3682-48E7-B1E0-741ADF8FE0AA}"/>
          </ac:spMkLst>
        </pc:spChg>
        <pc:spChg chg="add mod">
          <ac:chgData name="Josh Reiss" userId="a90d6cd88c30b6c6" providerId="LiveId" clId="{2F17AE17-7CE1-4417-B946-53A929DDF0D1}" dt="2021-02-25T06:57:07.832" v="1375" actId="1035"/>
          <ac:spMkLst>
            <pc:docMk/>
            <pc:sldMk cId="1389761516" sldId="297"/>
            <ac:spMk id="8" creationId="{46A7CC80-763E-4024-A902-C0CECFFAF37D}"/>
          </ac:spMkLst>
        </pc:spChg>
        <pc:spChg chg="mod">
          <ac:chgData name="Josh Reiss" userId="a90d6cd88c30b6c6" providerId="LiveId" clId="{2F17AE17-7CE1-4417-B946-53A929DDF0D1}" dt="2021-02-25T06:56:53.276" v="1369" actId="948"/>
          <ac:spMkLst>
            <pc:docMk/>
            <pc:sldMk cId="1389761516" sldId="297"/>
            <ac:spMk id="28674" creationId="{00000000-0000-0000-0000-000000000000}"/>
          </ac:spMkLst>
        </pc:spChg>
        <pc:spChg chg="mod">
          <ac:chgData name="Josh Reiss" userId="a90d6cd88c30b6c6" providerId="LiveId" clId="{2F17AE17-7CE1-4417-B946-53A929DDF0D1}" dt="2021-02-24T17:22:03.871" v="721"/>
          <ac:spMkLst>
            <pc:docMk/>
            <pc:sldMk cId="1389761516" sldId="297"/>
            <ac:spMk id="28675" creationId="{00000000-0000-0000-0000-000000000000}"/>
          </ac:spMkLst>
        </pc:spChg>
        <pc:picChg chg="add mod">
          <ac:chgData name="Josh Reiss" userId="a90d6cd88c30b6c6" providerId="LiveId" clId="{2F17AE17-7CE1-4417-B946-53A929DDF0D1}" dt="2021-02-24T17:27:44.445" v="799" actId="1076"/>
          <ac:picMkLst>
            <pc:docMk/>
            <pc:sldMk cId="1389761516" sldId="297"/>
            <ac:picMk id="4" creationId="{36A016F6-DE36-4E17-B3E1-5B4A4559557B}"/>
          </ac:picMkLst>
        </pc:picChg>
      </pc:sldChg>
      <pc:sldChg chg="addSp delSp modSp add mod modNotesTx">
        <pc:chgData name="Josh Reiss" userId="a90d6cd88c30b6c6" providerId="LiveId" clId="{2F17AE17-7CE1-4417-B946-53A929DDF0D1}" dt="2021-02-25T06:59:41.557" v="1411" actId="6549"/>
        <pc:sldMkLst>
          <pc:docMk/>
          <pc:sldMk cId="2245866044" sldId="298"/>
        </pc:sldMkLst>
        <pc:spChg chg="add del">
          <ac:chgData name="Josh Reiss" userId="a90d6cd88c30b6c6" providerId="LiveId" clId="{2F17AE17-7CE1-4417-B946-53A929DDF0D1}" dt="2021-02-24T16:54:08.506" v="413" actId="22"/>
          <ac:spMkLst>
            <pc:docMk/>
            <pc:sldMk cId="2245866044" sldId="298"/>
            <ac:spMk id="5" creationId="{3DD4197B-8F80-4D64-A476-CDEBB25CAF55}"/>
          </ac:spMkLst>
        </pc:spChg>
        <pc:spChg chg="add mod">
          <ac:chgData name="Josh Reiss" userId="a90d6cd88c30b6c6" providerId="LiveId" clId="{2F17AE17-7CE1-4417-B946-53A929DDF0D1}" dt="2021-02-24T17:10:08.341" v="524" actId="948"/>
          <ac:spMkLst>
            <pc:docMk/>
            <pc:sldMk cId="2245866044" sldId="298"/>
            <ac:spMk id="7" creationId="{856425AF-C06F-4A57-BE63-28F36E76E903}"/>
          </ac:spMkLst>
        </pc:spChg>
        <pc:spChg chg="mod">
          <ac:chgData name="Josh Reiss" userId="a90d6cd88c30b6c6" providerId="LiveId" clId="{2F17AE17-7CE1-4417-B946-53A929DDF0D1}" dt="2021-02-24T17:10:32.267" v="525" actId="948"/>
          <ac:spMkLst>
            <pc:docMk/>
            <pc:sldMk cId="2245866044" sldId="298"/>
            <ac:spMk id="28674" creationId="{00000000-0000-0000-0000-000000000000}"/>
          </ac:spMkLst>
        </pc:spChg>
        <pc:spChg chg="mod">
          <ac:chgData name="Josh Reiss" userId="a90d6cd88c30b6c6" providerId="LiveId" clId="{2F17AE17-7CE1-4417-B946-53A929DDF0D1}" dt="2021-02-24T16:44:47.662" v="357" actId="20577"/>
          <ac:spMkLst>
            <pc:docMk/>
            <pc:sldMk cId="2245866044" sldId="298"/>
            <ac:spMk id="28675" creationId="{00000000-0000-0000-0000-000000000000}"/>
          </ac:spMkLst>
        </pc:spChg>
      </pc:sldChg>
      <pc:sldChg chg="addSp delSp modSp add mod modNotesTx">
        <pc:chgData name="Josh Reiss" userId="a90d6cd88c30b6c6" providerId="LiveId" clId="{2F17AE17-7CE1-4417-B946-53A929DDF0D1}" dt="2021-02-25T06:59:57.168" v="1414" actId="6549"/>
        <pc:sldMkLst>
          <pc:docMk/>
          <pc:sldMk cId="2712266768" sldId="299"/>
        </pc:sldMkLst>
        <pc:spChg chg="add mod">
          <ac:chgData name="Josh Reiss" userId="a90d6cd88c30b6c6" providerId="LiveId" clId="{2F17AE17-7CE1-4417-B946-53A929DDF0D1}" dt="2021-02-25T06:45:48.234" v="1228" actId="1076"/>
          <ac:spMkLst>
            <pc:docMk/>
            <pc:sldMk cId="2712266768" sldId="299"/>
            <ac:spMk id="2" creationId="{E4F4F1A5-9044-4FE7-9E80-3F6AEC678DE2}"/>
          </ac:spMkLst>
        </pc:spChg>
        <pc:spChg chg="add mod">
          <ac:chgData name="Josh Reiss" userId="a90d6cd88c30b6c6" providerId="LiveId" clId="{2F17AE17-7CE1-4417-B946-53A929DDF0D1}" dt="2021-02-25T06:45:55.368" v="1229" actId="1076"/>
          <ac:spMkLst>
            <pc:docMk/>
            <pc:sldMk cId="2712266768" sldId="299"/>
            <ac:spMk id="7" creationId="{73E79348-9F51-4D8A-8E5D-C1DCDC8E14B2}"/>
          </ac:spMkLst>
        </pc:spChg>
        <pc:spChg chg="mod">
          <ac:chgData name="Josh Reiss" userId="a90d6cd88c30b6c6" providerId="LiveId" clId="{2F17AE17-7CE1-4417-B946-53A929DDF0D1}" dt="2021-02-25T06:47:34.336" v="1260" actId="1076"/>
          <ac:spMkLst>
            <pc:docMk/>
            <pc:sldMk cId="2712266768" sldId="299"/>
            <ac:spMk id="28674" creationId="{00000000-0000-0000-0000-000000000000}"/>
          </ac:spMkLst>
        </pc:spChg>
        <pc:spChg chg="mod">
          <ac:chgData name="Josh Reiss" userId="a90d6cd88c30b6c6" providerId="LiveId" clId="{2F17AE17-7CE1-4417-B946-53A929DDF0D1}" dt="2021-02-25T06:57:35.789" v="1379" actId="20577"/>
          <ac:spMkLst>
            <pc:docMk/>
            <pc:sldMk cId="2712266768" sldId="299"/>
            <ac:spMk id="28675" creationId="{00000000-0000-0000-0000-000000000000}"/>
          </ac:spMkLst>
        </pc:spChg>
        <pc:picChg chg="del">
          <ac:chgData name="Josh Reiss" userId="a90d6cd88c30b6c6" providerId="LiveId" clId="{2F17AE17-7CE1-4417-B946-53A929DDF0D1}" dt="2021-02-24T17:28:48.218" v="803" actId="478"/>
          <ac:picMkLst>
            <pc:docMk/>
            <pc:sldMk cId="2712266768" sldId="299"/>
            <ac:picMk id="4" creationId="{36A016F6-DE36-4E17-B3E1-5B4A4559557B}"/>
          </ac:picMkLst>
        </pc:picChg>
        <pc:picChg chg="add mod modCrop">
          <ac:chgData name="Josh Reiss" userId="a90d6cd88c30b6c6" providerId="LiveId" clId="{2F17AE17-7CE1-4417-B946-53A929DDF0D1}" dt="2021-02-25T06:46:00.751" v="1230" actId="1035"/>
          <ac:picMkLst>
            <pc:docMk/>
            <pc:sldMk cId="2712266768" sldId="299"/>
            <ac:picMk id="5" creationId="{0ABA7C07-9941-4023-9EBE-8AFC98AE45D9}"/>
          </ac:picMkLst>
        </pc:picChg>
        <pc:picChg chg="add mod modCrop">
          <ac:chgData name="Josh Reiss" userId="a90d6cd88c30b6c6" providerId="LiveId" clId="{2F17AE17-7CE1-4417-B946-53A929DDF0D1}" dt="2021-02-25T06:44:52.602" v="1206" actId="732"/>
          <ac:picMkLst>
            <pc:docMk/>
            <pc:sldMk cId="2712266768" sldId="299"/>
            <ac:picMk id="6" creationId="{EAB2BD74-E1A4-45E8-B560-77584FC3796E}"/>
          </ac:picMkLst>
        </pc:picChg>
        <pc:picChg chg="add mod modCrop">
          <ac:chgData name="Josh Reiss" userId="a90d6cd88c30b6c6" providerId="LiveId" clId="{2F17AE17-7CE1-4417-B946-53A929DDF0D1}" dt="2021-02-25T06:47:19.494" v="1259" actId="1035"/>
          <ac:picMkLst>
            <pc:docMk/>
            <pc:sldMk cId="2712266768" sldId="299"/>
            <ac:picMk id="8" creationId="{D92910E6-F3A1-47A1-B5D4-A8198BE36FED}"/>
          </ac:picMkLst>
        </pc:picChg>
      </pc:sldChg>
      <pc:sldChg chg="new del">
        <pc:chgData name="Josh Reiss" userId="a90d6cd88c30b6c6" providerId="LiveId" clId="{2F17AE17-7CE1-4417-B946-53A929DDF0D1}" dt="2021-02-24T17:28:29.047" v="801" actId="680"/>
        <pc:sldMkLst>
          <pc:docMk/>
          <pc:sldMk cId="2790117211" sldId="299"/>
        </pc:sldMkLst>
      </pc:sldChg>
      <pc:sldChg chg="addSp delSp modSp add mod ord modNotesTx">
        <pc:chgData name="Josh Reiss" userId="a90d6cd88c30b6c6" providerId="LiveId" clId="{2F17AE17-7CE1-4417-B946-53A929DDF0D1}" dt="2021-02-25T06:59:46.469" v="1412" actId="6549"/>
        <pc:sldMkLst>
          <pc:docMk/>
          <pc:sldMk cId="2642899984" sldId="300"/>
        </pc:sldMkLst>
        <pc:spChg chg="add del">
          <ac:chgData name="Josh Reiss" userId="a90d6cd88c30b6c6" providerId="LiveId" clId="{2F17AE17-7CE1-4417-B946-53A929DDF0D1}" dt="2021-02-25T06:32:47.119" v="993"/>
          <ac:spMkLst>
            <pc:docMk/>
            <pc:sldMk cId="2642899984" sldId="300"/>
            <ac:spMk id="2" creationId="{9734585B-1ECA-4C3B-B2AE-80D9FDB37920}"/>
          </ac:spMkLst>
        </pc:spChg>
        <pc:spChg chg="add del mod">
          <ac:chgData name="Josh Reiss" userId="a90d6cd88c30b6c6" providerId="LiveId" clId="{2F17AE17-7CE1-4417-B946-53A929DDF0D1}" dt="2021-02-25T06:34:36.100" v="1066" actId="22"/>
          <ac:spMkLst>
            <pc:docMk/>
            <pc:sldMk cId="2642899984" sldId="300"/>
            <ac:spMk id="7" creationId="{708A6FDB-ED0B-4698-BF30-15E001835384}"/>
          </ac:spMkLst>
        </pc:spChg>
        <pc:spChg chg="add del">
          <ac:chgData name="Josh Reiss" userId="a90d6cd88c30b6c6" providerId="LiveId" clId="{2F17AE17-7CE1-4417-B946-53A929DDF0D1}" dt="2021-02-25T06:34:40.956" v="1068" actId="22"/>
          <ac:spMkLst>
            <pc:docMk/>
            <pc:sldMk cId="2642899984" sldId="300"/>
            <ac:spMk id="9" creationId="{6EF6D3D3-626F-4B5F-8A73-CA0161BC3190}"/>
          </ac:spMkLst>
        </pc:spChg>
        <pc:spChg chg="add del mod">
          <ac:chgData name="Josh Reiss" userId="a90d6cd88c30b6c6" providerId="LiveId" clId="{2F17AE17-7CE1-4417-B946-53A929DDF0D1}" dt="2021-02-25T06:35:04.444" v="1076" actId="22"/>
          <ac:spMkLst>
            <pc:docMk/>
            <pc:sldMk cId="2642899984" sldId="300"/>
            <ac:spMk id="11" creationId="{07375782-A5B1-4A12-8CF6-24234249ABFC}"/>
          </ac:spMkLst>
        </pc:spChg>
        <pc:spChg chg="add del">
          <ac:chgData name="Josh Reiss" userId="a90d6cd88c30b6c6" providerId="LiveId" clId="{2F17AE17-7CE1-4417-B946-53A929DDF0D1}" dt="2021-02-25T06:36:30.135" v="1110"/>
          <ac:spMkLst>
            <pc:docMk/>
            <pc:sldMk cId="2642899984" sldId="300"/>
            <ac:spMk id="12" creationId="{2ED76C2F-0B49-44AD-8A62-C272FBB2D127}"/>
          </ac:spMkLst>
        </pc:spChg>
        <pc:spChg chg="add del">
          <ac:chgData name="Josh Reiss" userId="a90d6cd88c30b6c6" providerId="LiveId" clId="{2F17AE17-7CE1-4417-B946-53A929DDF0D1}" dt="2021-02-25T06:35:22.187" v="1082" actId="22"/>
          <ac:spMkLst>
            <pc:docMk/>
            <pc:sldMk cId="2642899984" sldId="300"/>
            <ac:spMk id="13" creationId="{E2962DB1-4CD4-4E3E-9960-7FD77DA583CE}"/>
          </ac:spMkLst>
        </pc:spChg>
        <pc:spChg chg="add mod">
          <ac:chgData name="Josh Reiss" userId="a90d6cd88c30b6c6" providerId="LiveId" clId="{2F17AE17-7CE1-4417-B946-53A929DDF0D1}" dt="2021-02-25T06:38:05.973" v="1139" actId="1035"/>
          <ac:spMkLst>
            <pc:docMk/>
            <pc:sldMk cId="2642899984" sldId="300"/>
            <ac:spMk id="15" creationId="{115273E7-2192-4306-BC1E-C61656282DFE}"/>
          </ac:spMkLst>
        </pc:spChg>
        <pc:spChg chg="mod">
          <ac:chgData name="Josh Reiss" userId="a90d6cd88c30b6c6" providerId="LiveId" clId="{2F17AE17-7CE1-4417-B946-53A929DDF0D1}" dt="2021-02-25T06:50:42.951" v="1300" actId="404"/>
          <ac:spMkLst>
            <pc:docMk/>
            <pc:sldMk cId="2642899984" sldId="300"/>
            <ac:spMk id="28674" creationId="{00000000-0000-0000-0000-000000000000}"/>
          </ac:spMkLst>
        </pc:spChg>
        <pc:spChg chg="mod">
          <ac:chgData name="Josh Reiss" userId="a90d6cd88c30b6c6" providerId="LiveId" clId="{2F17AE17-7CE1-4417-B946-53A929DDF0D1}" dt="2021-02-25T06:23:27.527" v="854" actId="20577"/>
          <ac:spMkLst>
            <pc:docMk/>
            <pc:sldMk cId="2642899984" sldId="300"/>
            <ac:spMk id="28675" creationId="{00000000-0000-0000-0000-000000000000}"/>
          </ac:spMkLst>
        </pc:spChg>
        <pc:picChg chg="mod">
          <ac:chgData name="Josh Reiss" userId="a90d6cd88c30b6c6" providerId="LiveId" clId="{2F17AE17-7CE1-4417-B946-53A929DDF0D1}" dt="2021-02-25T06:37:52.720" v="1129" actId="1035"/>
          <ac:picMkLst>
            <pc:docMk/>
            <pc:sldMk cId="2642899984" sldId="300"/>
            <ac:picMk id="4" creationId="{36A016F6-DE36-4E17-B3E1-5B4A4559557B}"/>
          </ac:picMkLst>
        </pc:picChg>
      </pc:sldChg>
      <pc:sldChg chg="addSp delSp modSp add mod">
        <pc:chgData name="Josh Reiss" userId="a90d6cd88c30b6c6" providerId="LiveId" clId="{2F17AE17-7CE1-4417-B946-53A929DDF0D1}" dt="2021-02-25T07:17:51.406" v="1547" actId="20577"/>
        <pc:sldMkLst>
          <pc:docMk/>
          <pc:sldMk cId="830474317" sldId="301"/>
        </pc:sldMkLst>
        <pc:spChg chg="del mod">
          <ac:chgData name="Josh Reiss" userId="a90d6cd88c30b6c6" providerId="LiveId" clId="{2F17AE17-7CE1-4417-B946-53A929DDF0D1}" dt="2021-02-25T07:09:20.531" v="1461" actId="26606"/>
          <ac:spMkLst>
            <pc:docMk/>
            <pc:sldMk cId="830474317" sldId="301"/>
            <ac:spMk id="28674" creationId="{00000000-0000-0000-0000-000000000000}"/>
          </ac:spMkLst>
        </pc:spChg>
        <pc:spChg chg="mod">
          <ac:chgData name="Josh Reiss" userId="a90d6cd88c30b6c6" providerId="LiveId" clId="{2F17AE17-7CE1-4417-B946-53A929DDF0D1}" dt="2021-02-25T07:09:20.531" v="1461" actId="26606"/>
          <ac:spMkLst>
            <pc:docMk/>
            <pc:sldMk cId="830474317" sldId="301"/>
            <ac:spMk id="28675" creationId="{00000000-0000-0000-0000-000000000000}"/>
          </ac:spMkLst>
        </pc:spChg>
        <pc:graphicFrameChg chg="add del mod modGraphic">
          <ac:chgData name="Josh Reiss" userId="a90d6cd88c30b6c6" providerId="LiveId" clId="{2F17AE17-7CE1-4417-B946-53A929DDF0D1}" dt="2021-02-25T07:12:20.684" v="1483" actId="478"/>
          <ac:graphicFrameMkLst>
            <pc:docMk/>
            <pc:sldMk cId="830474317" sldId="301"/>
            <ac:graphicFrameMk id="2" creationId="{5F1196D6-50AE-41F1-BDDD-82B3CA5CEC0F}"/>
          </ac:graphicFrameMkLst>
        </pc:graphicFrameChg>
        <pc:graphicFrameChg chg="add mod modGraphic">
          <ac:chgData name="Josh Reiss" userId="a90d6cd88c30b6c6" providerId="LiveId" clId="{2F17AE17-7CE1-4417-B946-53A929DDF0D1}" dt="2021-02-25T07:17:51.406" v="1547" actId="20577"/>
          <ac:graphicFrameMkLst>
            <pc:docMk/>
            <pc:sldMk cId="830474317" sldId="301"/>
            <ac:graphicFrameMk id="3" creationId="{73B06794-A15C-46FE-9B37-D08D3BE46A84}"/>
          </ac:graphicFrameMkLst>
        </pc:graphicFrameChg>
      </pc:sldChg>
      <pc:sldChg chg="modSp add mod">
        <pc:chgData name="Josh Reiss" userId="a90d6cd88c30b6c6" providerId="LiveId" clId="{2F17AE17-7CE1-4417-B946-53A929DDF0D1}" dt="2021-02-25T07:33:32.341" v="1653" actId="1036"/>
        <pc:sldMkLst>
          <pc:docMk/>
          <pc:sldMk cId="3841369542" sldId="302"/>
        </pc:sldMkLst>
        <pc:spChg chg="mod">
          <ac:chgData name="Josh Reiss" userId="a90d6cd88c30b6c6" providerId="LiveId" clId="{2F17AE17-7CE1-4417-B946-53A929DDF0D1}" dt="2021-02-25T07:15:42.037" v="1527" actId="20577"/>
          <ac:spMkLst>
            <pc:docMk/>
            <pc:sldMk cId="3841369542" sldId="302"/>
            <ac:spMk id="28675" creationId="{00000000-0000-0000-0000-000000000000}"/>
          </ac:spMkLst>
        </pc:spChg>
        <pc:graphicFrameChg chg="mod modGraphic">
          <ac:chgData name="Josh Reiss" userId="a90d6cd88c30b6c6" providerId="LiveId" clId="{2F17AE17-7CE1-4417-B946-53A929DDF0D1}" dt="2021-02-25T07:33:32.341" v="1653" actId="1036"/>
          <ac:graphicFrameMkLst>
            <pc:docMk/>
            <pc:sldMk cId="3841369542" sldId="302"/>
            <ac:graphicFrameMk id="3" creationId="{73B06794-A15C-46FE-9B37-D08D3BE46A84}"/>
          </ac:graphicFrameMkLst>
        </pc:graphicFrameChg>
      </pc:sldChg>
      <pc:sldChg chg="addSp delSp modSp add mod">
        <pc:chgData name="Josh Reiss" userId="a90d6cd88c30b6c6" providerId="LiveId" clId="{2F17AE17-7CE1-4417-B946-53A929DDF0D1}" dt="2021-02-25T07:47:21.774" v="1839" actId="20577"/>
        <pc:sldMkLst>
          <pc:docMk/>
          <pc:sldMk cId="2821028244" sldId="303"/>
        </pc:sldMkLst>
        <pc:spChg chg="del mod">
          <ac:chgData name="Josh Reiss" userId="a90d6cd88c30b6c6" providerId="LiveId" clId="{2F17AE17-7CE1-4417-B946-53A929DDF0D1}" dt="2021-02-25T07:39:06.287" v="1679" actId="478"/>
          <ac:spMkLst>
            <pc:docMk/>
            <pc:sldMk cId="2821028244" sldId="303"/>
            <ac:spMk id="28674" creationId="{00000000-0000-0000-0000-000000000000}"/>
          </ac:spMkLst>
        </pc:spChg>
        <pc:spChg chg="mod">
          <ac:chgData name="Josh Reiss" userId="a90d6cd88c30b6c6" providerId="LiveId" clId="{2F17AE17-7CE1-4417-B946-53A929DDF0D1}" dt="2021-02-25T07:38:07.337" v="1675" actId="20577"/>
          <ac:spMkLst>
            <pc:docMk/>
            <pc:sldMk cId="2821028244" sldId="303"/>
            <ac:spMk id="28675" creationId="{00000000-0000-0000-0000-000000000000}"/>
          </ac:spMkLst>
        </pc:spChg>
        <pc:graphicFrameChg chg="add mod modGraphic">
          <ac:chgData name="Josh Reiss" userId="a90d6cd88c30b6c6" providerId="LiveId" clId="{2F17AE17-7CE1-4417-B946-53A929DDF0D1}" dt="2021-02-25T07:47:21.774" v="1839" actId="20577"/>
          <ac:graphicFrameMkLst>
            <pc:docMk/>
            <pc:sldMk cId="2821028244" sldId="303"/>
            <ac:graphicFrameMk id="4" creationId="{A49B8022-4FB4-481E-A72D-975002FF14B2}"/>
          </ac:graphicFrameMkLst>
        </pc:graphicFrameChg>
      </pc:sldChg>
    </pc:docChg>
  </pc:docChgLst>
  <pc:docChgLst>
    <pc:chgData name="Josh Reiss" userId="a90d6cd88c30b6c6" providerId="LiveId" clId="{0013321F-92F3-494A-B19F-839F3BD89956}"/>
    <pc:docChg chg="undo redo custSel addSld delSld modSld">
      <pc:chgData name="Josh Reiss" userId="a90d6cd88c30b6c6" providerId="LiveId" clId="{0013321F-92F3-494A-B19F-839F3BD89956}" dt="2021-02-24T12:55:32.758" v="1471" actId="729"/>
      <pc:docMkLst>
        <pc:docMk/>
      </pc:docMkLst>
      <pc:sldChg chg="del">
        <pc:chgData name="Josh Reiss" userId="a90d6cd88c30b6c6" providerId="LiveId" clId="{0013321F-92F3-494A-B19F-839F3BD89956}" dt="2021-02-24T12:30:31.877" v="1422" actId="47"/>
        <pc:sldMkLst>
          <pc:docMk/>
          <pc:sldMk cId="0" sldId="265"/>
        </pc:sldMkLst>
      </pc:sldChg>
      <pc:sldChg chg="del">
        <pc:chgData name="Josh Reiss" userId="a90d6cd88c30b6c6" providerId="LiveId" clId="{0013321F-92F3-494A-B19F-839F3BD89956}" dt="2021-02-24T12:30:31.877" v="1422" actId="47"/>
        <pc:sldMkLst>
          <pc:docMk/>
          <pc:sldMk cId="0" sldId="266"/>
        </pc:sldMkLst>
      </pc:sldChg>
      <pc:sldChg chg="del">
        <pc:chgData name="Josh Reiss" userId="a90d6cd88c30b6c6" providerId="LiveId" clId="{0013321F-92F3-494A-B19F-839F3BD89956}" dt="2021-02-24T12:30:31.877" v="1422" actId="47"/>
        <pc:sldMkLst>
          <pc:docMk/>
          <pc:sldMk cId="0" sldId="267"/>
        </pc:sldMkLst>
      </pc:sldChg>
      <pc:sldChg chg="del">
        <pc:chgData name="Josh Reiss" userId="a90d6cd88c30b6c6" providerId="LiveId" clId="{0013321F-92F3-494A-B19F-839F3BD89956}" dt="2021-02-24T12:30:31.877" v="1422" actId="47"/>
        <pc:sldMkLst>
          <pc:docMk/>
          <pc:sldMk cId="0" sldId="286"/>
        </pc:sldMkLst>
      </pc:sldChg>
      <pc:sldChg chg="modSp mod modShow">
        <pc:chgData name="Josh Reiss" userId="a90d6cd88c30b6c6" providerId="LiveId" clId="{0013321F-92F3-494A-B19F-839F3BD89956}" dt="2021-02-24T12:55:32.758" v="1471" actId="729"/>
        <pc:sldMkLst>
          <pc:docMk/>
          <pc:sldMk cId="2929836946" sldId="287"/>
        </pc:sldMkLst>
        <pc:spChg chg="mod">
          <ac:chgData name="Josh Reiss" userId="a90d6cd88c30b6c6" providerId="LiveId" clId="{0013321F-92F3-494A-B19F-839F3BD89956}" dt="2021-02-24T11:21:09.157" v="147" actId="948"/>
          <ac:spMkLst>
            <pc:docMk/>
            <pc:sldMk cId="2929836946" sldId="287"/>
            <ac:spMk id="28674" creationId="{00000000-0000-0000-0000-000000000000}"/>
          </ac:spMkLst>
        </pc:spChg>
      </pc:sldChg>
      <pc:sldChg chg="delSp modSp mod delAnim modNotesTx">
        <pc:chgData name="Josh Reiss" userId="a90d6cd88c30b6c6" providerId="LiveId" clId="{0013321F-92F3-494A-B19F-839F3BD89956}" dt="2021-02-24T11:31:13.846" v="584" actId="1076"/>
        <pc:sldMkLst>
          <pc:docMk/>
          <pc:sldMk cId="558452892" sldId="288"/>
        </pc:sldMkLst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2" creationId="{30914E5E-CCC3-449C-A967-3D8F775020FC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3" creationId="{715BA243-CD44-4E4D-A7FD-4253BBC0EDF7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4" creationId="{C834D527-FB75-491C-931F-429C8E3FA6BD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5" creationId="{F8D7588A-4036-4DF2-B70E-738A46C38A47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6" creationId="{C98BC7F4-53A2-42E6-BA1D-2A1A6E1F996A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7" creationId="{1451AA5B-3BDF-4E22-A4E4-E470DAFE40CA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8" creationId="{95E01B8B-EF95-46C2-862A-D624B1D616C3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9" creationId="{EE07E869-81B9-440A-9070-9286CCBB694F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10" creationId="{BB04AB1D-953D-48F2-B863-F3FBE7DB3E07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11" creationId="{B3855309-3D72-43D2-9A49-64246ED85B91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12" creationId="{26CA953B-71DD-4596-A3C9-D75C28B1BD07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13" creationId="{87CC2257-336B-443E-99D6-5D1D4F5C2578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15" creationId="{ED991ED0-1733-494A-AB86-43335937E019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16" creationId="{0E61EADC-6F56-48BE-94F5-171146CB84F8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17" creationId="{484CF237-4B11-45C7-9DDB-22C5C5FBDED6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18" creationId="{6A41E20D-335C-4EF9-A5ED-6C4A347C5DD8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19" creationId="{97C4356F-92F4-4029-82F5-6320F0318ABF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20" creationId="{E7BF82FB-25F3-4F9C-9F7E-DDB99F0BF9FF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21" creationId="{1360542A-D075-43F8-9461-25E91AC6F89E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22" creationId="{CB74AC4B-EFD9-43C4-9844-82C641B824FF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23" creationId="{39FA7264-9D0A-400C-B21D-80935FA28E54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24" creationId="{5FB66CD7-5252-47A6-9EEA-F8FC25EE7EB4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25" creationId="{CB279C5F-9427-4686-AE05-910534821282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26" creationId="{D226363D-10BB-46E9-A6CA-A3ABF5A76189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27" creationId="{1145F48A-F095-49E1-B734-58ABAA49EC79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28" creationId="{877271DF-ACDA-4A5B-A4E2-83418BC0BD53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31" creationId="{D146CC9A-B57F-4FA3-834D-5EF932EF78A5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102" creationId="{D1AE325B-527E-49F4-AB37-129D609AE1BB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103" creationId="{6305D698-3070-48E5-8AA7-50C68D493CDA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104" creationId="{ED4ACBE3-DFC1-4796-BBDD-B5F906A78F4C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105" creationId="{870DF648-5051-4DA5-AF43-2035A2621C22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106" creationId="{00E39128-C871-4C64-93F0-1923A37E31C0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107" creationId="{B0A4FA9F-9812-4FB8-82D2-A37B00AC359D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108" creationId="{B7BF21AF-0A51-4DD1-BFEA-E423B6B68C74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109" creationId="{8197C618-4A92-426C-9EFF-2C75368B4949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110" creationId="{71279A23-F732-4F87-93D2-5A6E4C930587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111" creationId="{A8E0E61F-FAF4-425C-AE23-9FEC94372539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112" creationId="{FFDF36BA-0D1D-4EA8-BC39-06CA4407FCEA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113" creationId="{26B16A0A-44BC-4878-9371-8F571A850956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23611" creationId="{00000000-0000-0000-0000-000000000000}"/>
          </ac:spMkLst>
        </pc:spChg>
        <pc:spChg chg="mod">
          <ac:chgData name="Josh Reiss" userId="a90d6cd88c30b6c6" providerId="LiveId" clId="{0013321F-92F3-494A-B19F-839F3BD89956}" dt="2021-02-24T11:31:13.846" v="584" actId="1076"/>
          <ac:spMkLst>
            <pc:docMk/>
            <pc:sldMk cId="558452892" sldId="288"/>
            <ac:spMk id="28674" creationId="{00000000-0000-0000-0000-000000000000}"/>
          </ac:spMkLst>
        </pc:spChg>
        <pc:spChg chg="mod">
          <ac:chgData name="Josh Reiss" userId="a90d6cd88c30b6c6" providerId="LiveId" clId="{0013321F-92F3-494A-B19F-839F3BD89956}" dt="2021-02-24T11:22:27.660" v="210" actId="122"/>
          <ac:spMkLst>
            <pc:docMk/>
            <pc:sldMk cId="558452892" sldId="288"/>
            <ac:spMk id="28675" creationId="{00000000-0000-0000-0000-000000000000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28676" creationId="{00000000-0000-0000-0000-000000000000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28677" creationId="{00000000-0000-0000-0000-000000000000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28678" creationId="{00000000-0000-0000-0000-000000000000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28679" creationId="{00000000-0000-0000-0000-000000000000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28680" creationId="{00000000-0000-0000-0000-000000000000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28681" creationId="{00000000-0000-0000-0000-000000000000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28682" creationId="{00000000-0000-0000-0000-000000000000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28683" creationId="{00000000-0000-0000-0000-000000000000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28684" creationId="{00000000-0000-0000-0000-000000000000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28685" creationId="{00000000-0000-0000-0000-000000000000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28686" creationId="{00000000-0000-0000-0000-000000000000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28687" creationId="{00000000-0000-0000-0000-000000000000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28728" creationId="{00000000-0000-0000-0000-000000000000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28730" creationId="{00000000-0000-0000-0000-000000000000}"/>
          </ac:spMkLst>
        </pc:spChg>
      </pc:sldChg>
      <pc:sldChg chg="del">
        <pc:chgData name="Josh Reiss" userId="a90d6cd88c30b6c6" providerId="LiveId" clId="{0013321F-92F3-494A-B19F-839F3BD89956}" dt="2021-02-24T12:30:31.877" v="1422" actId="47"/>
        <pc:sldMkLst>
          <pc:docMk/>
          <pc:sldMk cId="2636855086" sldId="289"/>
        </pc:sldMkLst>
      </pc:sldChg>
      <pc:sldChg chg="del">
        <pc:chgData name="Josh Reiss" userId="a90d6cd88c30b6c6" providerId="LiveId" clId="{0013321F-92F3-494A-B19F-839F3BD89956}" dt="2021-02-24T12:30:31.877" v="1422" actId="47"/>
        <pc:sldMkLst>
          <pc:docMk/>
          <pc:sldMk cId="3318239237" sldId="290"/>
        </pc:sldMkLst>
      </pc:sldChg>
      <pc:sldChg chg="addSp modSp mod">
        <pc:chgData name="Josh Reiss" userId="a90d6cd88c30b6c6" providerId="LiveId" clId="{0013321F-92F3-494A-B19F-839F3BD89956}" dt="2021-02-24T12:33:13.741" v="1470" actId="27636"/>
        <pc:sldMkLst>
          <pc:docMk/>
          <pc:sldMk cId="3751654287" sldId="291"/>
        </pc:sldMkLst>
        <pc:spChg chg="mod">
          <ac:chgData name="Josh Reiss" userId="a90d6cd88c30b6c6" providerId="LiveId" clId="{0013321F-92F3-494A-B19F-839F3BD89956}" dt="2021-02-24T12:33:13.741" v="1470" actId="27636"/>
          <ac:spMkLst>
            <pc:docMk/>
            <pc:sldMk cId="3751654287" sldId="291"/>
            <ac:spMk id="2" creationId="{86A12296-C406-4A58-A85A-73635BB62E67}"/>
          </ac:spMkLst>
        </pc:spChg>
        <pc:picChg chg="add mod">
          <ac:chgData name="Josh Reiss" userId="a90d6cd88c30b6c6" providerId="LiveId" clId="{0013321F-92F3-494A-B19F-839F3BD89956}" dt="2021-02-24T11:20:48.130" v="146" actId="1035"/>
          <ac:picMkLst>
            <pc:docMk/>
            <pc:sldMk cId="3751654287" sldId="291"/>
            <ac:picMk id="4" creationId="{D3C92702-D4CD-4380-85DF-DEAB52AC26A5}"/>
          </ac:picMkLst>
        </pc:picChg>
      </pc:sldChg>
      <pc:sldChg chg="del">
        <pc:chgData name="Josh Reiss" userId="a90d6cd88c30b6c6" providerId="LiveId" clId="{0013321F-92F3-494A-B19F-839F3BD89956}" dt="2021-02-24T12:30:31.877" v="1422" actId="47"/>
        <pc:sldMkLst>
          <pc:docMk/>
          <pc:sldMk cId="2068615095" sldId="292"/>
        </pc:sldMkLst>
      </pc:sldChg>
      <pc:sldChg chg="add">
        <pc:chgData name="Josh Reiss" userId="a90d6cd88c30b6c6" providerId="LiveId" clId="{0013321F-92F3-494A-B19F-839F3BD89956}" dt="2021-02-24T11:31:20.365" v="585"/>
        <pc:sldMkLst>
          <pc:docMk/>
          <pc:sldMk cId="3845995711" sldId="293"/>
        </pc:sldMkLst>
      </pc:sldChg>
      <pc:sldChg chg="addSp delSp modSp add mod">
        <pc:chgData name="Josh Reiss" userId="a90d6cd88c30b6c6" providerId="LiveId" clId="{0013321F-92F3-494A-B19F-839F3BD89956}" dt="2021-02-24T12:31:02.388" v="1446" actId="1035"/>
        <pc:sldMkLst>
          <pc:docMk/>
          <pc:sldMk cId="1451983224" sldId="294"/>
        </pc:sldMkLst>
        <pc:spChg chg="add mod">
          <ac:chgData name="Josh Reiss" userId="a90d6cd88c30b6c6" providerId="LiveId" clId="{0013321F-92F3-494A-B19F-839F3BD89956}" dt="2021-02-24T12:30:50.439" v="1443" actId="1037"/>
          <ac:spMkLst>
            <pc:docMk/>
            <pc:sldMk cId="1451983224" sldId="294"/>
            <ac:spMk id="2" creationId="{322E2783-87D8-44A3-995A-4AC41E431101}"/>
          </ac:spMkLst>
        </pc:spChg>
        <pc:spChg chg="add mod">
          <ac:chgData name="Josh Reiss" userId="a90d6cd88c30b6c6" providerId="LiveId" clId="{0013321F-92F3-494A-B19F-839F3BD89956}" dt="2021-02-24T12:30:50.439" v="1443" actId="1037"/>
          <ac:spMkLst>
            <pc:docMk/>
            <pc:sldMk cId="1451983224" sldId="294"/>
            <ac:spMk id="3" creationId="{029B33B8-520D-4FE9-ADBF-227649A045B9}"/>
          </ac:spMkLst>
        </pc:spChg>
        <pc:spChg chg="add del mod">
          <ac:chgData name="Josh Reiss" userId="a90d6cd88c30b6c6" providerId="LiveId" clId="{0013321F-92F3-494A-B19F-839F3BD89956}" dt="2021-02-24T12:22:39.969" v="1230" actId="478"/>
          <ac:spMkLst>
            <pc:docMk/>
            <pc:sldMk cId="1451983224" sldId="294"/>
            <ac:spMk id="4" creationId="{DAA01680-6731-4532-BE4D-C3ACEDF98A08}"/>
          </ac:spMkLst>
        </pc:spChg>
        <pc:spChg chg="add del">
          <ac:chgData name="Josh Reiss" userId="a90d6cd88c30b6c6" providerId="LiveId" clId="{0013321F-92F3-494A-B19F-839F3BD89956}" dt="2021-02-24T12:01:44.493" v="969" actId="11529"/>
          <ac:spMkLst>
            <pc:docMk/>
            <pc:sldMk cId="1451983224" sldId="294"/>
            <ac:spMk id="5" creationId="{869E750D-4FC0-4ED4-A2A2-7CEF159AEDF3}"/>
          </ac:spMkLst>
        </pc:spChg>
        <pc:spChg chg="add mod">
          <ac:chgData name="Josh Reiss" userId="a90d6cd88c30b6c6" providerId="LiveId" clId="{0013321F-92F3-494A-B19F-839F3BD89956}" dt="2021-02-24T12:30:50.439" v="1443" actId="1037"/>
          <ac:spMkLst>
            <pc:docMk/>
            <pc:sldMk cId="1451983224" sldId="294"/>
            <ac:spMk id="6" creationId="{CC45CC3F-590E-4AA4-850A-60E9B9149B52}"/>
          </ac:spMkLst>
        </pc:spChg>
        <pc:spChg chg="add mod">
          <ac:chgData name="Josh Reiss" userId="a90d6cd88c30b6c6" providerId="LiveId" clId="{0013321F-92F3-494A-B19F-839F3BD89956}" dt="2021-02-24T12:30:50.439" v="1443" actId="1037"/>
          <ac:spMkLst>
            <pc:docMk/>
            <pc:sldMk cId="1451983224" sldId="294"/>
            <ac:spMk id="7" creationId="{00F984AB-998F-4A84-9CE5-E313B43DD967}"/>
          </ac:spMkLst>
        </pc:spChg>
        <pc:spChg chg="add mod">
          <ac:chgData name="Josh Reiss" userId="a90d6cd88c30b6c6" providerId="LiveId" clId="{0013321F-92F3-494A-B19F-839F3BD89956}" dt="2021-02-24T12:30:50.439" v="1443" actId="1037"/>
          <ac:spMkLst>
            <pc:docMk/>
            <pc:sldMk cId="1451983224" sldId="294"/>
            <ac:spMk id="8" creationId="{A70BE548-4A0A-4825-AF4E-FB163E3EAE06}"/>
          </ac:spMkLst>
        </pc:spChg>
        <pc:spChg chg="add mod">
          <ac:chgData name="Josh Reiss" userId="a90d6cd88c30b6c6" providerId="LiveId" clId="{0013321F-92F3-494A-B19F-839F3BD89956}" dt="2021-02-24T12:30:50.439" v="1443" actId="1037"/>
          <ac:spMkLst>
            <pc:docMk/>
            <pc:sldMk cId="1451983224" sldId="294"/>
            <ac:spMk id="9" creationId="{10E13D44-6E3F-45A7-B1D6-F5429551B2DC}"/>
          </ac:spMkLst>
        </pc:spChg>
        <pc:spChg chg="add mod">
          <ac:chgData name="Josh Reiss" userId="a90d6cd88c30b6c6" providerId="LiveId" clId="{0013321F-92F3-494A-B19F-839F3BD89956}" dt="2021-02-24T12:30:50.439" v="1443" actId="1037"/>
          <ac:spMkLst>
            <pc:docMk/>
            <pc:sldMk cId="1451983224" sldId="294"/>
            <ac:spMk id="10" creationId="{80800009-1B79-4361-A4D1-8D34AEF25031}"/>
          </ac:spMkLst>
        </pc:spChg>
        <pc:spChg chg="add mod">
          <ac:chgData name="Josh Reiss" userId="a90d6cd88c30b6c6" providerId="LiveId" clId="{0013321F-92F3-494A-B19F-839F3BD89956}" dt="2021-02-24T12:30:50.439" v="1443" actId="1037"/>
          <ac:spMkLst>
            <pc:docMk/>
            <pc:sldMk cId="1451983224" sldId="294"/>
            <ac:spMk id="12" creationId="{97BCF347-20AA-4EB3-AC03-596B6B9B20A0}"/>
          </ac:spMkLst>
        </pc:spChg>
        <pc:spChg chg="add mod">
          <ac:chgData name="Josh Reiss" userId="a90d6cd88c30b6c6" providerId="LiveId" clId="{0013321F-92F3-494A-B19F-839F3BD89956}" dt="2021-02-24T12:30:50.439" v="1443" actId="1037"/>
          <ac:spMkLst>
            <pc:docMk/>
            <pc:sldMk cId="1451983224" sldId="294"/>
            <ac:spMk id="13" creationId="{285507C7-B535-449D-A96D-DD0CAD866B7D}"/>
          </ac:spMkLst>
        </pc:spChg>
        <pc:spChg chg="add mod">
          <ac:chgData name="Josh Reiss" userId="a90d6cd88c30b6c6" providerId="LiveId" clId="{0013321F-92F3-494A-B19F-839F3BD89956}" dt="2021-02-24T12:30:50.439" v="1443" actId="1037"/>
          <ac:spMkLst>
            <pc:docMk/>
            <pc:sldMk cId="1451983224" sldId="294"/>
            <ac:spMk id="14" creationId="{D0D3784D-772C-4428-87DD-AFB8E98294A2}"/>
          </ac:spMkLst>
        </pc:spChg>
        <pc:spChg chg="add mod">
          <ac:chgData name="Josh Reiss" userId="a90d6cd88c30b6c6" providerId="LiveId" clId="{0013321F-92F3-494A-B19F-839F3BD89956}" dt="2021-02-24T12:30:50.439" v="1443" actId="1037"/>
          <ac:spMkLst>
            <pc:docMk/>
            <pc:sldMk cId="1451983224" sldId="294"/>
            <ac:spMk id="15" creationId="{CEF0B660-8A20-4CC0-953C-DE1607D584BA}"/>
          </ac:spMkLst>
        </pc:spChg>
        <pc:spChg chg="add mod">
          <ac:chgData name="Josh Reiss" userId="a90d6cd88c30b6c6" providerId="LiveId" clId="{0013321F-92F3-494A-B19F-839F3BD89956}" dt="2021-02-24T12:30:50.439" v="1443" actId="1037"/>
          <ac:spMkLst>
            <pc:docMk/>
            <pc:sldMk cId="1451983224" sldId="294"/>
            <ac:spMk id="57" creationId="{542DBFDD-8251-4655-A0FD-8A1748EA72DA}"/>
          </ac:spMkLst>
        </pc:spChg>
        <pc:spChg chg="add del">
          <ac:chgData name="Josh Reiss" userId="a90d6cd88c30b6c6" providerId="LiveId" clId="{0013321F-92F3-494A-B19F-839F3BD89956}" dt="2021-02-24T12:23:32.054" v="1241" actId="22"/>
          <ac:spMkLst>
            <pc:docMk/>
            <pc:sldMk cId="1451983224" sldId="294"/>
            <ac:spMk id="74" creationId="{CDA3B4B5-9A1D-44C3-A565-72880D41B73E}"/>
          </ac:spMkLst>
        </pc:spChg>
        <pc:spChg chg="add mod">
          <ac:chgData name="Josh Reiss" userId="a90d6cd88c30b6c6" providerId="LiveId" clId="{0013321F-92F3-494A-B19F-839F3BD89956}" dt="2021-02-24T12:30:55.645" v="1444" actId="1076"/>
          <ac:spMkLst>
            <pc:docMk/>
            <pc:sldMk cId="1451983224" sldId="294"/>
            <ac:spMk id="76" creationId="{68554B4A-58B9-46A8-B20F-79D87A4DB65C}"/>
          </ac:spMkLst>
        </pc:spChg>
        <pc:spChg chg="mod">
          <ac:chgData name="Josh Reiss" userId="a90d6cd88c30b6c6" providerId="LiveId" clId="{0013321F-92F3-494A-B19F-839F3BD89956}" dt="2021-02-24T12:31:02.388" v="1446" actId="1035"/>
          <ac:spMkLst>
            <pc:docMk/>
            <pc:sldMk cId="1451983224" sldId="294"/>
            <ac:spMk id="28674" creationId="{00000000-0000-0000-0000-000000000000}"/>
          </ac:spMkLst>
        </pc:spChg>
        <pc:cxnChg chg="add mod">
          <ac:chgData name="Josh Reiss" userId="a90d6cd88c30b6c6" providerId="LiveId" clId="{0013321F-92F3-494A-B19F-839F3BD89956}" dt="2021-02-24T12:30:50.439" v="1443" actId="1037"/>
          <ac:cxnSpMkLst>
            <pc:docMk/>
            <pc:sldMk cId="1451983224" sldId="294"/>
            <ac:cxnSpMk id="16" creationId="{510A9C09-4B62-43CB-9F75-DD4BDF532E04}"/>
          </ac:cxnSpMkLst>
        </pc:cxnChg>
        <pc:cxnChg chg="add mod">
          <ac:chgData name="Josh Reiss" userId="a90d6cd88c30b6c6" providerId="LiveId" clId="{0013321F-92F3-494A-B19F-839F3BD89956}" dt="2021-02-24T12:30:50.439" v="1443" actId="1037"/>
          <ac:cxnSpMkLst>
            <pc:docMk/>
            <pc:sldMk cId="1451983224" sldId="294"/>
            <ac:cxnSpMk id="19" creationId="{B81C17FA-C254-41F2-A382-F265C5A50784}"/>
          </ac:cxnSpMkLst>
        </pc:cxnChg>
        <pc:cxnChg chg="add mod">
          <ac:chgData name="Josh Reiss" userId="a90d6cd88c30b6c6" providerId="LiveId" clId="{0013321F-92F3-494A-B19F-839F3BD89956}" dt="2021-02-24T12:30:50.439" v="1443" actId="1037"/>
          <ac:cxnSpMkLst>
            <pc:docMk/>
            <pc:sldMk cId="1451983224" sldId="294"/>
            <ac:cxnSpMk id="22" creationId="{F32FFB8E-9935-4EC6-9D7E-8B96E323234D}"/>
          </ac:cxnSpMkLst>
        </pc:cxnChg>
        <pc:cxnChg chg="add mod">
          <ac:chgData name="Josh Reiss" userId="a90d6cd88c30b6c6" providerId="LiveId" clId="{0013321F-92F3-494A-B19F-839F3BD89956}" dt="2021-02-24T12:30:50.439" v="1443" actId="1037"/>
          <ac:cxnSpMkLst>
            <pc:docMk/>
            <pc:sldMk cId="1451983224" sldId="294"/>
            <ac:cxnSpMk id="24" creationId="{081E76B7-2ADA-4808-9473-BC2DE555320E}"/>
          </ac:cxnSpMkLst>
        </pc:cxnChg>
        <pc:cxnChg chg="add mod">
          <ac:chgData name="Josh Reiss" userId="a90d6cd88c30b6c6" providerId="LiveId" clId="{0013321F-92F3-494A-B19F-839F3BD89956}" dt="2021-02-24T12:30:50.439" v="1443" actId="1037"/>
          <ac:cxnSpMkLst>
            <pc:docMk/>
            <pc:sldMk cId="1451983224" sldId="294"/>
            <ac:cxnSpMk id="30" creationId="{CB18BFAB-7E3E-4B9D-93A6-20D4D92522CF}"/>
          </ac:cxnSpMkLst>
        </pc:cxnChg>
        <pc:cxnChg chg="add mod">
          <ac:chgData name="Josh Reiss" userId="a90d6cd88c30b6c6" providerId="LiveId" clId="{0013321F-92F3-494A-B19F-839F3BD89956}" dt="2021-02-24T12:30:50.439" v="1443" actId="1037"/>
          <ac:cxnSpMkLst>
            <pc:docMk/>
            <pc:sldMk cId="1451983224" sldId="294"/>
            <ac:cxnSpMk id="35" creationId="{2C39EB05-1DE0-4325-9F08-B044603CC28C}"/>
          </ac:cxnSpMkLst>
        </pc:cxnChg>
        <pc:cxnChg chg="add mod">
          <ac:chgData name="Josh Reiss" userId="a90d6cd88c30b6c6" providerId="LiveId" clId="{0013321F-92F3-494A-B19F-839F3BD89956}" dt="2021-02-24T12:30:50.439" v="1443" actId="1037"/>
          <ac:cxnSpMkLst>
            <pc:docMk/>
            <pc:sldMk cId="1451983224" sldId="294"/>
            <ac:cxnSpMk id="43" creationId="{C108C944-25D6-443B-A6F0-2706AB256873}"/>
          </ac:cxnSpMkLst>
        </pc:cxnChg>
        <pc:cxnChg chg="add mod">
          <ac:chgData name="Josh Reiss" userId="a90d6cd88c30b6c6" providerId="LiveId" clId="{0013321F-92F3-494A-B19F-839F3BD89956}" dt="2021-02-24T12:30:50.439" v="1443" actId="1037"/>
          <ac:cxnSpMkLst>
            <pc:docMk/>
            <pc:sldMk cId="1451983224" sldId="294"/>
            <ac:cxnSpMk id="44" creationId="{30405FDE-EB4E-433C-9DEC-77A6F93A9C76}"/>
          </ac:cxnSpMkLst>
        </pc:cxnChg>
        <pc:cxnChg chg="add mod">
          <ac:chgData name="Josh Reiss" userId="a90d6cd88c30b6c6" providerId="LiveId" clId="{0013321F-92F3-494A-B19F-839F3BD89956}" dt="2021-02-24T12:30:50.439" v="1443" actId="1037"/>
          <ac:cxnSpMkLst>
            <pc:docMk/>
            <pc:sldMk cId="1451983224" sldId="294"/>
            <ac:cxnSpMk id="45" creationId="{79D1EC84-5736-4016-A5D8-50F1DD91E1BD}"/>
          </ac:cxnSpMkLst>
        </pc:cxnChg>
        <pc:cxnChg chg="add mod">
          <ac:chgData name="Josh Reiss" userId="a90d6cd88c30b6c6" providerId="LiveId" clId="{0013321F-92F3-494A-B19F-839F3BD89956}" dt="2021-02-24T12:30:50.439" v="1443" actId="1037"/>
          <ac:cxnSpMkLst>
            <pc:docMk/>
            <pc:sldMk cId="1451983224" sldId="294"/>
            <ac:cxnSpMk id="46" creationId="{250236DE-CDA1-4E7E-B725-C053C1D946DA}"/>
          </ac:cxnSpMkLst>
        </pc:cxnChg>
        <pc:cxnChg chg="add mod">
          <ac:chgData name="Josh Reiss" userId="a90d6cd88c30b6c6" providerId="LiveId" clId="{0013321F-92F3-494A-B19F-839F3BD89956}" dt="2021-02-24T12:30:50.439" v="1443" actId="1037"/>
          <ac:cxnSpMkLst>
            <pc:docMk/>
            <pc:sldMk cId="1451983224" sldId="294"/>
            <ac:cxnSpMk id="58" creationId="{1CB0218C-7D39-4042-9358-EC6DFD6E0963}"/>
          </ac:cxnSpMkLst>
        </pc:cxnChg>
        <pc:cxnChg chg="add mod">
          <ac:chgData name="Josh Reiss" userId="a90d6cd88c30b6c6" providerId="LiveId" clId="{0013321F-92F3-494A-B19F-839F3BD89956}" dt="2021-02-24T12:30:50.439" v="1443" actId="1037"/>
          <ac:cxnSpMkLst>
            <pc:docMk/>
            <pc:sldMk cId="1451983224" sldId="294"/>
            <ac:cxnSpMk id="61" creationId="{9EA58996-88D6-4240-8443-0A5BC5E9DB49}"/>
          </ac:cxnSpMkLst>
        </pc:cxnChg>
        <pc:cxnChg chg="add mod">
          <ac:chgData name="Josh Reiss" userId="a90d6cd88c30b6c6" providerId="LiveId" clId="{0013321F-92F3-494A-B19F-839F3BD89956}" dt="2021-02-24T12:30:50.439" v="1443" actId="1037"/>
          <ac:cxnSpMkLst>
            <pc:docMk/>
            <pc:sldMk cId="1451983224" sldId="294"/>
            <ac:cxnSpMk id="62" creationId="{418057B8-DFC0-46D1-86AC-DEE21AD9FA25}"/>
          </ac:cxnSpMkLst>
        </pc:cxnChg>
        <pc:cxnChg chg="add mod">
          <ac:chgData name="Josh Reiss" userId="a90d6cd88c30b6c6" providerId="LiveId" clId="{0013321F-92F3-494A-B19F-839F3BD89956}" dt="2021-02-24T12:30:50.439" v="1443" actId="1037"/>
          <ac:cxnSpMkLst>
            <pc:docMk/>
            <pc:sldMk cId="1451983224" sldId="294"/>
            <ac:cxnSpMk id="63" creationId="{DA8D77CC-A6D1-459D-B040-C040B08FF297}"/>
          </ac:cxnSpMkLst>
        </pc:cxnChg>
        <pc:cxnChg chg="add mod">
          <ac:chgData name="Josh Reiss" userId="a90d6cd88c30b6c6" providerId="LiveId" clId="{0013321F-92F3-494A-B19F-839F3BD89956}" dt="2021-02-24T12:30:50.439" v="1443" actId="1037"/>
          <ac:cxnSpMkLst>
            <pc:docMk/>
            <pc:sldMk cId="1451983224" sldId="294"/>
            <ac:cxnSpMk id="64" creationId="{BC78D955-1C77-42B0-BAFF-FD7E3C289C15}"/>
          </ac:cxnSpMkLst>
        </pc:cxnChg>
      </pc:sldChg>
      <pc:sldChg chg="addSp modSp add del mod">
        <pc:chgData name="Josh Reiss" userId="a90d6cd88c30b6c6" providerId="LiveId" clId="{0013321F-92F3-494A-B19F-839F3BD89956}" dt="2021-02-24T12:30:31.877" v="1422" actId="47"/>
        <pc:sldMkLst>
          <pc:docMk/>
          <pc:sldMk cId="2538377782" sldId="295"/>
        </pc:sldMkLst>
        <pc:spChg chg="mod">
          <ac:chgData name="Josh Reiss" userId="a90d6cd88c30b6c6" providerId="LiveId" clId="{0013321F-92F3-494A-B19F-839F3BD89956}" dt="2021-02-24T12:30:20.217" v="1421" actId="1076"/>
          <ac:spMkLst>
            <pc:docMk/>
            <pc:sldMk cId="2538377782" sldId="295"/>
            <ac:spMk id="4" creationId="{DAA01680-6731-4532-BE4D-C3ACEDF98A08}"/>
          </ac:spMkLst>
        </pc:spChg>
        <pc:spChg chg="add mod">
          <ac:chgData name="Josh Reiss" userId="a90d6cd88c30b6c6" providerId="LiveId" clId="{0013321F-92F3-494A-B19F-839F3BD89956}" dt="2021-02-24T12:29:31.714" v="1420" actId="14100"/>
          <ac:spMkLst>
            <pc:docMk/>
            <pc:sldMk cId="2538377782" sldId="295"/>
            <ac:spMk id="32" creationId="{010BE326-4486-4751-99FD-74A19CC2F43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ABB2F-7E4F-40E7-BCBC-01DAEE54CC21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F5222F-E46D-48DC-BDFF-5C707FC502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2521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 represents an audio source whose output is a constant value. It is useful as a constant source in general, and can be used as if it were a constructible </a:t>
            </a:r>
            <a:r>
              <a:rPr lang="en-US" sz="1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AudioParam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by automating its </a:t>
            </a:r>
            <a:r>
              <a:rPr lang="en-US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offset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or connecting another node to it.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 is an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audioScheduledSourceNode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meaning that its start() method must be called in order for it to output nonzero values.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single output of this node consists of one channel (mono).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ConstantSourceNode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has a single a-rate parameter, offset, with default value of 1. It specifies the constant value of the source.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This simple node is actually one with a lot of uses. By having it as one of two or more inputs to a gain node, it acts like an adder, adding the offset to the input. By having it as input to the gain parameter of a gain node, it acts like a multiplier, multiplying the input by the offset. And as we shall see, it can be used to set parameter values for many nodes with one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ConstantSource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5222F-E46D-48DC-BDFF-5C707FC502F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22109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5222F-E46D-48DC-BDFF-5C707FC502F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99594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5222F-E46D-48DC-BDFF-5C707FC502F5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95935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5222F-E46D-48DC-BDFF-5C707FC502F5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94464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5222F-E46D-48DC-BDFF-5C707FC502F5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778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5222F-E46D-48DC-BDFF-5C707FC502F5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10053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5222F-E46D-48DC-BDFF-5C707FC502F5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12725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5222F-E46D-48DC-BDFF-5C707FC502F5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87106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5222F-E46D-48DC-BDFF-5C707FC502F5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6557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B5996-EDD0-49CF-8DDC-7D746015A3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BEA312-B86F-40BA-BCCF-5B14B03A76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089BD2-2FC6-4A04-8966-8785B8502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5F14E-9A28-4A53-AEC4-F6EF4F9FA648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2CF81-B889-4D62-A0B8-9258F2A43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C2E6B-F509-4B1B-8049-288D48421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B019-DD82-468C-915A-4164528A74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1534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8A9E7-7150-4F9B-87E7-2B9F72595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CD0DD-0F59-49B5-8458-ED5AE330C5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4CC12-FE8E-40C6-8BBB-B006964F2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5F14E-9A28-4A53-AEC4-F6EF4F9FA648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FC200-DBB1-4ECF-8B46-D55752F4B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D22BC-C658-4297-B560-F24765098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B019-DD82-468C-915A-4164528A74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577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F4183-8B00-463E-8EEE-6614DB089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29BD5A-E691-40EF-AE23-6E801F0FE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86F11-FFA7-47F3-B3FA-3C51B69B8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5F14E-9A28-4A53-AEC4-F6EF4F9FA648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A6BC7-8072-48C9-9796-30E917901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63281-C49C-4EF7-B22F-8D85031B2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B019-DD82-468C-915A-4164528A74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1269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E20A3-1959-4E06-A82C-51D4F6A9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AD51B-35B1-4EDB-ABA8-054941A4E9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DD9504-04DB-4ADF-81C3-A729511908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FD0E61-9C7B-4B8B-B6E3-2CE1BC504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5F14E-9A28-4A53-AEC4-F6EF4F9FA648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A747B7-99A5-46BE-B6BE-1846C404A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33DAD0-A03B-47B7-AAF0-DB558F068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B019-DD82-468C-915A-4164528A74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5367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A4B5E-7CFB-46F6-86E6-74C5108C6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2F44A3-721F-451E-9C10-591346C009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8115AC-0E4B-4E2C-A2CC-542E62BB43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A6CA1F-5B4F-47B4-B0D5-B536B050FC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40D9DD-FE10-46CA-B7BA-065E4E4D34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7A97A6-F88A-4C14-9AC4-47855A763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5F14E-9A28-4A53-AEC4-F6EF4F9FA648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B82676-F3DE-45E3-AB16-9A45ADA19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7C64A0-B31B-4C51-ADC3-B498C952D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B019-DD82-468C-915A-4164528A74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4714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604D5-D5F5-479E-96B3-9881D45A7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26CD7E-7D05-4260-9B67-CBCC63AA1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5F14E-9A28-4A53-AEC4-F6EF4F9FA648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94BE30-BFCE-4956-A020-64083B799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C7D497-01E9-4ADD-B910-23512E0B7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B019-DD82-468C-915A-4164528A74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5381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257A10-4FEC-42A7-99E7-616B56ED0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5F14E-9A28-4A53-AEC4-F6EF4F9FA648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93B919-A0ED-4928-8CAF-5979AFBD6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B580B9-29E6-46BB-9EE4-7E88E7D24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B019-DD82-468C-915A-4164528A74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1490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2A94F-B75B-4B5D-ACF8-1101D4DA2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D1847-1C6C-43FD-8CC5-56303EDE74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9741C8-C988-4DAE-BC74-D10ECE7D49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79FFE2-6A9D-46C7-8B6E-E14056AFB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5F14E-9A28-4A53-AEC4-F6EF4F9FA648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A36696-D780-4FF8-9AA3-9AC8E8ABC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C083DF-9C4D-4D13-8318-A2DA388A1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B019-DD82-468C-915A-4164528A74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599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E9486-E16D-45B3-9674-F25BBAB95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12B2D9-D63B-406D-BDCA-C0A2E65AC9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D8C51F-0EAE-46FE-A3CF-C78F74BE48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65A6FD-5C9E-4E39-99A4-4B1F8A415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5F14E-9A28-4A53-AEC4-F6EF4F9FA648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F85E38-E722-4022-AEF8-3C5B3DFC0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1CB662-E2D0-4BED-8DE2-22B7125D6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B019-DD82-468C-915A-4164528A74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9696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CD42C-55B9-4110-A9B6-CF85EFDA7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6ADE88-B7FE-41FD-8766-73AE00E92B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529AE-29BB-401A-992E-600090C8F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5F14E-9A28-4A53-AEC4-F6EF4F9FA648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935E9-CE1B-404B-B28F-337A72306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EBA0E5-672A-47B5-A314-BC3BB30CA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B019-DD82-468C-915A-4164528A74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2690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1C6C09-1847-4BC1-A7C0-20673456D5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177CC6-E7D1-4E1C-9446-B905F13AC0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7AC096-C034-437F-A740-4BE4624C8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5F14E-9A28-4A53-AEC4-F6EF4F9FA648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069C04-D8C6-429B-B168-AAC3E109E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FA781-7A43-4CEF-AB38-413323B65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B019-DD82-468C-915A-4164528A74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6313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3805" y="2130848"/>
            <a:ext cx="10364391" cy="14700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9098" y="3886647"/>
            <a:ext cx="8533805" cy="1752451"/>
          </a:xfrm>
        </p:spPr>
        <p:txBody>
          <a:bodyPr/>
          <a:lstStyle>
            <a:lvl1pPr marL="0" indent="0" algn="ctr">
              <a:buNone/>
              <a:defRPr/>
            </a:lvl1pPr>
            <a:lvl2pPr marL="321457" indent="0" algn="ctr">
              <a:buNone/>
              <a:defRPr/>
            </a:lvl2pPr>
            <a:lvl3pPr marL="642915" indent="0" algn="ctr">
              <a:buNone/>
              <a:defRPr/>
            </a:lvl3pPr>
            <a:lvl4pPr marL="964372" indent="0" algn="ctr">
              <a:buNone/>
              <a:defRPr/>
            </a:lvl4pPr>
            <a:lvl5pPr marL="1285829" indent="0" algn="ctr">
              <a:buNone/>
              <a:defRPr/>
            </a:lvl5pPr>
            <a:lvl6pPr marL="1607287" indent="0" algn="ctr">
              <a:buNone/>
              <a:defRPr/>
            </a:lvl6pPr>
            <a:lvl7pPr marL="1928744" indent="0" algn="ctr">
              <a:buNone/>
              <a:defRPr/>
            </a:lvl7pPr>
            <a:lvl8pPr marL="2250201" indent="0" algn="ctr">
              <a:buNone/>
              <a:defRPr/>
            </a:lvl8pPr>
            <a:lvl9pPr marL="2571659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9826331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122747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918" y="4406801"/>
            <a:ext cx="10362902" cy="1361777"/>
          </a:xfrm>
        </p:spPr>
        <p:txBody>
          <a:bodyPr anchor="t"/>
          <a:lstStyle>
            <a:lvl1pPr algn="l">
              <a:defRPr sz="2812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918" y="2906613"/>
            <a:ext cx="10362902" cy="1500188"/>
          </a:xfrm>
        </p:spPr>
        <p:txBody>
          <a:bodyPr anchor="b"/>
          <a:lstStyle>
            <a:lvl1pPr marL="0" indent="0">
              <a:buNone/>
              <a:defRPr sz="1406"/>
            </a:lvl1pPr>
            <a:lvl2pPr marL="321457" indent="0">
              <a:buNone/>
              <a:defRPr sz="1266"/>
            </a:lvl2pPr>
            <a:lvl3pPr marL="642915" indent="0">
              <a:buNone/>
              <a:defRPr sz="1125"/>
            </a:lvl3pPr>
            <a:lvl4pPr marL="964372" indent="0">
              <a:buNone/>
              <a:defRPr sz="984"/>
            </a:lvl4pPr>
            <a:lvl5pPr marL="1285829" indent="0">
              <a:buNone/>
              <a:defRPr sz="984"/>
            </a:lvl5pPr>
            <a:lvl6pPr marL="1607287" indent="0">
              <a:buNone/>
              <a:defRPr sz="984"/>
            </a:lvl6pPr>
            <a:lvl7pPr marL="1928744" indent="0">
              <a:buNone/>
              <a:defRPr sz="984"/>
            </a:lvl7pPr>
            <a:lvl8pPr marL="2250201" indent="0">
              <a:buNone/>
              <a:defRPr sz="984"/>
            </a:lvl8pPr>
            <a:lvl9pPr marL="2571659" indent="0">
              <a:buNone/>
              <a:defRPr sz="98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3043950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7156" y="794742"/>
            <a:ext cx="5935266" cy="6009680"/>
          </a:xfrm>
        </p:spPr>
        <p:txBody>
          <a:bodyPr/>
          <a:lstStyle>
            <a:lvl1pPr>
              <a:defRPr sz="1969"/>
            </a:lvl1pPr>
            <a:lvl2pPr>
              <a:defRPr sz="1687"/>
            </a:lvl2pPr>
            <a:lvl3pPr>
              <a:defRPr sz="1406"/>
            </a:lvl3pPr>
            <a:lvl4pPr>
              <a:defRPr sz="1266"/>
            </a:lvl4pPr>
            <a:lvl5pPr>
              <a:defRPr sz="1266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5297" y="794742"/>
            <a:ext cx="5935266" cy="6009680"/>
          </a:xfrm>
        </p:spPr>
        <p:txBody>
          <a:bodyPr/>
          <a:lstStyle>
            <a:lvl1pPr>
              <a:defRPr sz="1969"/>
            </a:lvl1pPr>
            <a:lvl2pPr>
              <a:defRPr sz="1687"/>
            </a:lvl2pPr>
            <a:lvl3pPr>
              <a:defRPr sz="1406"/>
            </a:lvl3pPr>
            <a:lvl4pPr>
              <a:defRPr sz="1266"/>
            </a:lvl4pPr>
            <a:lvl5pPr>
              <a:defRPr sz="1266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30960911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0196" y="274588"/>
            <a:ext cx="10971609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0196" y="1534791"/>
            <a:ext cx="5386090" cy="639589"/>
          </a:xfrm>
        </p:spPr>
        <p:txBody>
          <a:bodyPr anchor="b"/>
          <a:lstStyle>
            <a:lvl1pPr marL="0" indent="0">
              <a:buNone/>
              <a:defRPr sz="1687" b="1"/>
            </a:lvl1pPr>
            <a:lvl2pPr marL="321457" indent="0">
              <a:buNone/>
              <a:defRPr sz="1406" b="1"/>
            </a:lvl2pPr>
            <a:lvl3pPr marL="642915" indent="0">
              <a:buNone/>
              <a:defRPr sz="1266" b="1"/>
            </a:lvl3pPr>
            <a:lvl4pPr marL="964372" indent="0">
              <a:buNone/>
              <a:defRPr sz="1125" b="1"/>
            </a:lvl4pPr>
            <a:lvl5pPr marL="1285829" indent="0">
              <a:buNone/>
              <a:defRPr sz="1125" b="1"/>
            </a:lvl5pPr>
            <a:lvl6pPr marL="1607287" indent="0">
              <a:buNone/>
              <a:defRPr sz="1125" b="1"/>
            </a:lvl6pPr>
            <a:lvl7pPr marL="1928744" indent="0">
              <a:buNone/>
              <a:defRPr sz="1125" b="1"/>
            </a:lvl7pPr>
            <a:lvl8pPr marL="2250201" indent="0">
              <a:buNone/>
              <a:defRPr sz="1125" b="1"/>
            </a:lvl8pPr>
            <a:lvl9pPr marL="2571659" indent="0">
              <a:buNone/>
              <a:defRPr sz="112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0196" y="2174379"/>
            <a:ext cx="5386090" cy="3951387"/>
          </a:xfrm>
        </p:spPr>
        <p:txBody>
          <a:bodyPr/>
          <a:lstStyle>
            <a:lvl1pPr>
              <a:defRPr sz="1687"/>
            </a:lvl1pPr>
            <a:lvl2pPr>
              <a:defRPr sz="1406"/>
            </a:lvl2pPr>
            <a:lvl3pPr>
              <a:defRPr sz="1266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2739" y="1534791"/>
            <a:ext cx="5389066" cy="639589"/>
          </a:xfrm>
        </p:spPr>
        <p:txBody>
          <a:bodyPr anchor="b"/>
          <a:lstStyle>
            <a:lvl1pPr marL="0" indent="0">
              <a:buNone/>
              <a:defRPr sz="1687" b="1"/>
            </a:lvl1pPr>
            <a:lvl2pPr marL="321457" indent="0">
              <a:buNone/>
              <a:defRPr sz="1406" b="1"/>
            </a:lvl2pPr>
            <a:lvl3pPr marL="642915" indent="0">
              <a:buNone/>
              <a:defRPr sz="1266" b="1"/>
            </a:lvl3pPr>
            <a:lvl4pPr marL="964372" indent="0">
              <a:buNone/>
              <a:defRPr sz="1125" b="1"/>
            </a:lvl4pPr>
            <a:lvl5pPr marL="1285829" indent="0">
              <a:buNone/>
              <a:defRPr sz="1125" b="1"/>
            </a:lvl5pPr>
            <a:lvl6pPr marL="1607287" indent="0">
              <a:buNone/>
              <a:defRPr sz="1125" b="1"/>
            </a:lvl6pPr>
            <a:lvl7pPr marL="1928744" indent="0">
              <a:buNone/>
              <a:defRPr sz="1125" b="1"/>
            </a:lvl7pPr>
            <a:lvl8pPr marL="2250201" indent="0">
              <a:buNone/>
              <a:defRPr sz="1125" b="1"/>
            </a:lvl8pPr>
            <a:lvl9pPr marL="2571659" indent="0">
              <a:buNone/>
              <a:defRPr sz="112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2739" y="2174379"/>
            <a:ext cx="5389066" cy="3951387"/>
          </a:xfrm>
        </p:spPr>
        <p:txBody>
          <a:bodyPr/>
          <a:lstStyle>
            <a:lvl1pPr>
              <a:defRPr sz="1687"/>
            </a:lvl1pPr>
            <a:lvl2pPr>
              <a:defRPr sz="1406"/>
            </a:lvl2pPr>
            <a:lvl3pPr>
              <a:defRPr sz="1266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68528672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30403206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4683251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0196" y="273473"/>
            <a:ext cx="4010918" cy="1161975"/>
          </a:xfrm>
        </p:spPr>
        <p:txBody>
          <a:bodyPr anchor="b"/>
          <a:lstStyle>
            <a:lvl1pPr algn="l">
              <a:defRPr sz="1406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965" y="273472"/>
            <a:ext cx="6814839" cy="5852294"/>
          </a:xfrm>
        </p:spPr>
        <p:txBody>
          <a:bodyPr/>
          <a:lstStyle>
            <a:lvl1pPr>
              <a:defRPr sz="2250"/>
            </a:lvl1pPr>
            <a:lvl2pPr>
              <a:defRPr sz="1969"/>
            </a:lvl2pPr>
            <a:lvl3pPr>
              <a:defRPr sz="1687"/>
            </a:lvl3pPr>
            <a:lvl4pPr>
              <a:defRPr sz="1406"/>
            </a:lvl4pPr>
            <a:lvl5pPr>
              <a:defRPr sz="1406"/>
            </a:lvl5pPr>
            <a:lvl6pPr>
              <a:defRPr sz="1406"/>
            </a:lvl6pPr>
            <a:lvl7pPr>
              <a:defRPr sz="1406"/>
            </a:lvl7pPr>
            <a:lvl8pPr>
              <a:defRPr sz="1406"/>
            </a:lvl8pPr>
            <a:lvl9pPr>
              <a:defRPr sz="140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0196" y="1435448"/>
            <a:ext cx="4010918" cy="4690318"/>
          </a:xfrm>
        </p:spPr>
        <p:txBody>
          <a:bodyPr/>
          <a:lstStyle>
            <a:lvl1pPr marL="0" indent="0">
              <a:buNone/>
              <a:defRPr sz="984"/>
            </a:lvl1pPr>
            <a:lvl2pPr marL="321457" indent="0">
              <a:buNone/>
              <a:defRPr sz="844"/>
            </a:lvl2pPr>
            <a:lvl3pPr marL="642915" indent="0">
              <a:buNone/>
              <a:defRPr sz="703"/>
            </a:lvl3pPr>
            <a:lvl4pPr marL="964372" indent="0">
              <a:buNone/>
              <a:defRPr sz="633"/>
            </a:lvl4pPr>
            <a:lvl5pPr marL="1285829" indent="0">
              <a:buNone/>
              <a:defRPr sz="633"/>
            </a:lvl5pPr>
            <a:lvl6pPr marL="1607287" indent="0">
              <a:buNone/>
              <a:defRPr sz="633"/>
            </a:lvl6pPr>
            <a:lvl7pPr marL="1928744" indent="0">
              <a:buNone/>
              <a:defRPr sz="633"/>
            </a:lvl7pPr>
            <a:lvl8pPr marL="2250201" indent="0">
              <a:buNone/>
              <a:defRPr sz="633"/>
            </a:lvl8pPr>
            <a:lvl9pPr marL="2571659" indent="0">
              <a:buNone/>
              <a:defRPr sz="6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1540686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0180" y="4800824"/>
            <a:ext cx="7314903" cy="567035"/>
          </a:xfrm>
        </p:spPr>
        <p:txBody>
          <a:bodyPr anchor="b"/>
          <a:lstStyle>
            <a:lvl1pPr algn="l">
              <a:defRPr sz="1406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90180" y="612800"/>
            <a:ext cx="7314903" cy="4114354"/>
          </a:xfrm>
        </p:spPr>
        <p:txBody>
          <a:bodyPr/>
          <a:lstStyle>
            <a:lvl1pPr marL="0" indent="0">
              <a:buNone/>
              <a:defRPr sz="2250"/>
            </a:lvl1pPr>
            <a:lvl2pPr marL="321457" indent="0">
              <a:buNone/>
              <a:defRPr sz="1969"/>
            </a:lvl2pPr>
            <a:lvl3pPr marL="642915" indent="0">
              <a:buNone/>
              <a:defRPr sz="1687"/>
            </a:lvl3pPr>
            <a:lvl4pPr marL="964372" indent="0">
              <a:buNone/>
              <a:defRPr sz="1406"/>
            </a:lvl4pPr>
            <a:lvl5pPr marL="1285829" indent="0">
              <a:buNone/>
              <a:defRPr sz="1406"/>
            </a:lvl5pPr>
            <a:lvl6pPr marL="1607287" indent="0">
              <a:buNone/>
              <a:defRPr sz="1406"/>
            </a:lvl6pPr>
            <a:lvl7pPr marL="1928744" indent="0">
              <a:buNone/>
              <a:defRPr sz="1406"/>
            </a:lvl7pPr>
            <a:lvl8pPr marL="2250201" indent="0">
              <a:buNone/>
              <a:defRPr sz="1406"/>
            </a:lvl8pPr>
            <a:lvl9pPr marL="2571659" indent="0">
              <a:buNone/>
              <a:defRPr sz="1406"/>
            </a:lvl9pPr>
          </a:lstStyle>
          <a:p>
            <a:pPr lvl="0"/>
            <a:endParaRPr lang="en-US" noProof="0">
              <a:sym typeface="Arial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90180" y="5367859"/>
            <a:ext cx="7314903" cy="804788"/>
          </a:xfrm>
        </p:spPr>
        <p:txBody>
          <a:bodyPr/>
          <a:lstStyle>
            <a:lvl1pPr marL="0" indent="0">
              <a:buNone/>
              <a:defRPr sz="984"/>
            </a:lvl1pPr>
            <a:lvl2pPr marL="321457" indent="0">
              <a:buNone/>
              <a:defRPr sz="844"/>
            </a:lvl2pPr>
            <a:lvl3pPr marL="642915" indent="0">
              <a:buNone/>
              <a:defRPr sz="703"/>
            </a:lvl3pPr>
            <a:lvl4pPr marL="964372" indent="0">
              <a:buNone/>
              <a:defRPr sz="633"/>
            </a:lvl4pPr>
            <a:lvl5pPr marL="1285829" indent="0">
              <a:buNone/>
              <a:defRPr sz="633"/>
            </a:lvl5pPr>
            <a:lvl6pPr marL="1607287" indent="0">
              <a:buNone/>
              <a:defRPr sz="633"/>
            </a:lvl6pPr>
            <a:lvl7pPr marL="1928744" indent="0">
              <a:buNone/>
              <a:defRPr sz="633"/>
            </a:lvl7pPr>
            <a:lvl8pPr marL="2250201" indent="0">
              <a:buNone/>
              <a:defRPr sz="633"/>
            </a:lvl8pPr>
            <a:lvl9pPr marL="2571659" indent="0">
              <a:buNone/>
              <a:defRPr sz="6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8649500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50787529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11258" y="35719"/>
            <a:ext cx="3009305" cy="676870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344" y="35719"/>
            <a:ext cx="8885039" cy="67687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746310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DFFF58-87D5-4A47-8835-83BEBA3F2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45C263-647C-49FA-9574-E87941E29E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B177-E929-450F-9637-F57AA0E7EF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A5F14E-9A28-4A53-AEC4-F6EF4F9FA648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94807E-C6A9-49FA-9FED-B68D067DA1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17A0E1-504B-498D-A30E-B4F53B6885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2B019-DD82-468C-915A-4164528A74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5788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83344" y="35719"/>
            <a:ext cx="12013406" cy="6518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Arial" charset="0"/>
              </a:rPr>
              <a:t>Click to edit Master title style</a:t>
            </a:r>
          </a:p>
        </p:txBody>
      </p:sp>
      <p:sp>
        <p:nvSpPr>
          <p:cNvPr id="2051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156" y="794742"/>
            <a:ext cx="12013406" cy="600968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Arial" charset="0"/>
              </a:rPr>
              <a:t>Click to edit Master text styles</a:t>
            </a:r>
          </a:p>
          <a:p>
            <a:pPr lvl="1"/>
            <a:r>
              <a:rPr lang="en-US" altLang="en-US">
                <a:sym typeface="Arial" charset="0"/>
              </a:rPr>
              <a:t>Second level</a:t>
            </a:r>
          </a:p>
          <a:p>
            <a:pPr lvl="2"/>
            <a:r>
              <a:rPr lang="en-US" altLang="en-US">
                <a:sym typeface="Arial" charset="0"/>
              </a:rPr>
              <a:t>Third level</a:t>
            </a:r>
          </a:p>
          <a:p>
            <a:pPr lvl="3"/>
            <a:r>
              <a:rPr lang="en-US" altLang="en-US">
                <a:sym typeface="Arial" charset="0"/>
              </a:rPr>
              <a:t>Fourth level</a:t>
            </a:r>
          </a:p>
          <a:p>
            <a:pPr lvl="4"/>
            <a:r>
              <a:rPr lang="en-US" altLang="en-US">
                <a:sym typeface="Arial" charset="0"/>
              </a:rPr>
              <a:t>Fifth level</a:t>
            </a:r>
          </a:p>
        </p:txBody>
      </p:sp>
      <p:sp>
        <p:nvSpPr>
          <p:cNvPr id="2052" name="Line 3"/>
          <p:cNvSpPr>
            <a:spLocks noChangeShapeType="1"/>
          </p:cNvSpPr>
          <p:nvPr/>
        </p:nvSpPr>
        <p:spPr bwMode="auto">
          <a:xfrm rot="10800000" flipH="1">
            <a:off x="1" y="740048"/>
            <a:ext cx="12189023" cy="1116"/>
          </a:xfrm>
          <a:prstGeom prst="line">
            <a:avLst/>
          </a:prstGeom>
          <a:noFill/>
          <a:ln w="38100">
            <a:solidFill>
              <a:srgbClr val="254789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endParaRPr lang="en-US" sz="1266"/>
          </a:p>
        </p:txBody>
      </p:sp>
    </p:spTree>
    <p:extLst>
      <p:ext uri="{BB962C8B-B14F-4D97-AF65-F5344CB8AC3E}">
        <p14:creationId xmlns:p14="http://schemas.microsoft.com/office/powerpoint/2010/main" val="3241171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sz="4219">
          <a:solidFill>
            <a:schemeClr val="tx1"/>
          </a:solidFill>
          <a:latin typeface="+mj-lt"/>
          <a:ea typeface="+mj-ea"/>
          <a:cs typeface="+mj-cs"/>
          <a:sym typeface="Arial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19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19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19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19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5pPr>
      <a:lvl6pPr marL="321457" algn="l" rtl="0" fontAlgn="base">
        <a:spcBef>
          <a:spcPct val="0"/>
        </a:spcBef>
        <a:spcAft>
          <a:spcPct val="0"/>
        </a:spcAft>
        <a:defRPr sz="4219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6pPr>
      <a:lvl7pPr marL="642915" algn="l" rtl="0" fontAlgn="base">
        <a:spcBef>
          <a:spcPct val="0"/>
        </a:spcBef>
        <a:spcAft>
          <a:spcPct val="0"/>
        </a:spcAft>
        <a:defRPr sz="4219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7pPr>
      <a:lvl8pPr marL="964372" algn="l" rtl="0" fontAlgn="base">
        <a:spcBef>
          <a:spcPct val="0"/>
        </a:spcBef>
        <a:spcAft>
          <a:spcPct val="0"/>
        </a:spcAft>
        <a:defRPr sz="4219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8pPr>
      <a:lvl9pPr marL="1285829" algn="l" rtl="0" fontAlgn="base">
        <a:spcBef>
          <a:spcPct val="0"/>
        </a:spcBef>
        <a:spcAft>
          <a:spcPct val="0"/>
        </a:spcAft>
        <a:defRPr sz="4219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9pPr>
    </p:titleStyle>
    <p:bodyStyle>
      <a:lvl1pPr marL="410751" indent="-267881" algn="l" rtl="0" eaLnBrk="0" fontAlgn="base" hangingPunct="0">
        <a:spcBef>
          <a:spcPts val="422"/>
        </a:spcBef>
        <a:spcAft>
          <a:spcPct val="0"/>
        </a:spcAft>
        <a:buSzPct val="150000"/>
        <a:buFont typeface="Arial" charset="0"/>
        <a:buChar char="•"/>
        <a:defRPr sz="2953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1pPr>
      <a:lvl2pPr marL="767926" indent="-267881" algn="l" rtl="0" eaLnBrk="0" fontAlgn="base" hangingPunct="0">
        <a:spcBef>
          <a:spcPts val="422"/>
        </a:spcBef>
        <a:spcAft>
          <a:spcPct val="0"/>
        </a:spcAft>
        <a:buSzPct val="100000"/>
        <a:buFont typeface="Lucida Grande" charset="0"/>
        <a:buChar char="‣"/>
        <a:defRPr sz="2531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2pPr>
      <a:lvl3pPr marL="1035807" indent="-223234" algn="l" rtl="0" eaLnBrk="0" fontAlgn="base" hangingPunct="0">
        <a:spcBef>
          <a:spcPts val="422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2109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3pPr>
      <a:lvl4pPr marL="1348335" indent="-223234" algn="l" rtl="0" eaLnBrk="0" fontAlgn="base" hangingPunct="0">
        <a:spcBef>
          <a:spcPts val="422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2109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4pPr>
      <a:lvl5pPr marL="1660863" indent="-223234" algn="l" rtl="0" eaLnBrk="0" fontAlgn="base" hangingPunct="0">
        <a:spcBef>
          <a:spcPts val="422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2109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5pPr>
      <a:lvl6pPr marL="1982320" indent="-223234" algn="l" rtl="0" fontAlgn="base">
        <a:spcBef>
          <a:spcPts val="422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2109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6pPr>
      <a:lvl7pPr marL="2303777" indent="-223234" algn="l" rtl="0" fontAlgn="base">
        <a:spcBef>
          <a:spcPts val="422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2109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7pPr>
      <a:lvl8pPr marL="2625235" indent="-223234" algn="l" rtl="0" fontAlgn="base">
        <a:spcBef>
          <a:spcPts val="422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2109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8pPr>
      <a:lvl9pPr marL="2946692" indent="-223234" algn="l" rtl="0" fontAlgn="base">
        <a:spcBef>
          <a:spcPts val="422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2109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9pPr>
    </p:bodyStyle>
    <p:otherStyle>
      <a:defPPr>
        <a:defRPr lang="en-US"/>
      </a:defPPr>
      <a:lvl1pPr marL="0" algn="l" defTabSz="642915" rtl="0" eaLnBrk="1" latinLnBrk="0" hangingPunct="1">
        <a:defRPr sz="1266" kern="1200">
          <a:solidFill>
            <a:schemeClr val="tx1"/>
          </a:solidFill>
          <a:latin typeface="+mn-lt"/>
          <a:ea typeface="+mn-ea"/>
          <a:cs typeface="+mn-cs"/>
        </a:defRPr>
      </a:lvl1pPr>
      <a:lvl2pPr marL="321457" algn="l" defTabSz="642915" rtl="0" eaLnBrk="1" latinLnBrk="0" hangingPunct="1">
        <a:defRPr sz="1266" kern="1200">
          <a:solidFill>
            <a:schemeClr val="tx1"/>
          </a:solidFill>
          <a:latin typeface="+mn-lt"/>
          <a:ea typeface="+mn-ea"/>
          <a:cs typeface="+mn-cs"/>
        </a:defRPr>
      </a:lvl2pPr>
      <a:lvl3pPr marL="642915" algn="l" defTabSz="642915" rtl="0" eaLnBrk="1" latinLnBrk="0" hangingPunct="1">
        <a:defRPr sz="1266" kern="1200">
          <a:solidFill>
            <a:schemeClr val="tx1"/>
          </a:solidFill>
          <a:latin typeface="+mn-lt"/>
          <a:ea typeface="+mn-ea"/>
          <a:cs typeface="+mn-cs"/>
        </a:defRPr>
      </a:lvl3pPr>
      <a:lvl4pPr marL="964372" algn="l" defTabSz="642915" rtl="0" eaLnBrk="1" latinLnBrk="0" hangingPunct="1">
        <a:defRPr sz="1266" kern="1200">
          <a:solidFill>
            <a:schemeClr val="tx1"/>
          </a:solidFill>
          <a:latin typeface="+mn-lt"/>
          <a:ea typeface="+mn-ea"/>
          <a:cs typeface="+mn-cs"/>
        </a:defRPr>
      </a:lvl4pPr>
      <a:lvl5pPr marL="1285829" algn="l" defTabSz="642915" rtl="0" eaLnBrk="1" latinLnBrk="0" hangingPunct="1">
        <a:defRPr sz="1266" kern="1200">
          <a:solidFill>
            <a:schemeClr val="tx1"/>
          </a:solidFill>
          <a:latin typeface="+mn-lt"/>
          <a:ea typeface="+mn-ea"/>
          <a:cs typeface="+mn-cs"/>
        </a:defRPr>
      </a:lvl5pPr>
      <a:lvl6pPr marL="1607287" algn="l" defTabSz="642915" rtl="0" eaLnBrk="1" latinLnBrk="0" hangingPunct="1">
        <a:defRPr sz="1266" kern="1200">
          <a:solidFill>
            <a:schemeClr val="tx1"/>
          </a:solidFill>
          <a:latin typeface="+mn-lt"/>
          <a:ea typeface="+mn-ea"/>
          <a:cs typeface="+mn-cs"/>
        </a:defRPr>
      </a:lvl6pPr>
      <a:lvl7pPr marL="1928744" algn="l" defTabSz="642915" rtl="0" eaLnBrk="1" latinLnBrk="0" hangingPunct="1">
        <a:defRPr sz="1266" kern="1200">
          <a:solidFill>
            <a:schemeClr val="tx1"/>
          </a:solidFill>
          <a:latin typeface="+mn-lt"/>
          <a:ea typeface="+mn-ea"/>
          <a:cs typeface="+mn-cs"/>
        </a:defRPr>
      </a:lvl7pPr>
      <a:lvl8pPr marL="2250201" algn="l" defTabSz="642915" rtl="0" eaLnBrk="1" latinLnBrk="0" hangingPunct="1">
        <a:defRPr sz="1266" kern="1200">
          <a:solidFill>
            <a:schemeClr val="tx1"/>
          </a:solidFill>
          <a:latin typeface="+mn-lt"/>
          <a:ea typeface="+mn-ea"/>
          <a:cs typeface="+mn-cs"/>
        </a:defRPr>
      </a:lvl8pPr>
      <a:lvl9pPr marL="2571659" algn="l" defTabSz="642915" rtl="0" eaLnBrk="1" latinLnBrk="0" hangingPunct="1">
        <a:defRPr sz="126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12296-C406-4A58-A85A-73635BB62E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558492"/>
          </a:xfrm>
        </p:spPr>
        <p:txBody>
          <a:bodyPr>
            <a:normAutofit fontScale="90000"/>
          </a:bodyPr>
          <a:lstStyle/>
          <a:p>
            <a:r>
              <a:rPr lang="en-GB" dirty="0"/>
              <a:t>Mixing channels in the Web Audio API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D9BBA4-F8E2-4DB4-880C-719298E249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C92702-D4CD-4380-85DF-DEAB52AC2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347" y="2867892"/>
            <a:ext cx="8305305" cy="3875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654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477847" y="1425974"/>
            <a:ext cx="11025894" cy="5110511"/>
          </a:xfrm>
        </p:spPr>
        <p:txBody>
          <a:bodyPr anchor="t"/>
          <a:lstStyle/>
          <a:p>
            <a:pPr marL="446469" eaLnBrk="1" hangingPunct="1">
              <a:spcBef>
                <a:spcPts val="600"/>
              </a:spcBef>
              <a:spcAft>
                <a:spcPts val="600"/>
              </a:spcAft>
            </a:pPr>
            <a:r>
              <a:rPr lang="en-GB" altLang="en-US" sz="3200" dirty="0">
                <a:solidFill>
                  <a:srgbClr val="0000FF"/>
                </a:solidFill>
              </a:rPr>
              <a:t>Up-mixing</a:t>
            </a:r>
            <a:r>
              <a:rPr lang="en-GB" altLang="en-US" sz="3200" dirty="0"/>
              <a:t>: converting audio from a smaller to a larger number of channels</a:t>
            </a:r>
          </a:p>
          <a:p>
            <a:pPr marL="446469" eaLnBrk="1" hangingPunct="1">
              <a:spcBef>
                <a:spcPts val="600"/>
              </a:spcBef>
              <a:spcAft>
                <a:spcPts val="600"/>
              </a:spcAft>
            </a:pPr>
            <a:r>
              <a:rPr lang="en-GB" altLang="en-US" sz="3200" dirty="0">
                <a:solidFill>
                  <a:srgbClr val="0000FF"/>
                </a:solidFill>
              </a:rPr>
              <a:t>Down-mixing</a:t>
            </a:r>
            <a:r>
              <a:rPr lang="en-GB" altLang="en-US" sz="3200" dirty="0"/>
              <a:t>: converting audio from a larger to a smaller number of channels</a:t>
            </a:r>
          </a:p>
          <a:p>
            <a:pPr marL="446469" eaLnBrk="1" hangingPunct="1">
              <a:spcBef>
                <a:spcPts val="600"/>
              </a:spcBef>
              <a:spcAft>
                <a:spcPts val="600"/>
              </a:spcAft>
            </a:pPr>
            <a:r>
              <a:rPr lang="en-GB" altLang="en-US" sz="2800" dirty="0"/>
              <a:t>three interrelated AudioNode properties, </a:t>
            </a:r>
          </a:p>
          <a:p>
            <a:pPr marL="803644"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en-GB" altLang="en-US" sz="2378" dirty="0"/>
              <a:t>channelCount</a:t>
            </a:r>
          </a:p>
          <a:p>
            <a:pPr marL="803644"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en-GB" altLang="en-US" sz="2378" dirty="0" err="1"/>
              <a:t>channelCountMode</a:t>
            </a:r>
            <a:endParaRPr lang="en-GB" altLang="en-US" sz="2378" dirty="0"/>
          </a:p>
          <a:p>
            <a:pPr marL="803644"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en-GB" altLang="en-US" sz="2378" dirty="0" err="1"/>
              <a:t>channelInterpretation</a:t>
            </a:r>
            <a:endParaRPr lang="en-GB" altLang="en-US" sz="2378" dirty="0"/>
          </a:p>
          <a:p>
            <a:pPr marL="446469" eaLnBrk="1" hangingPunct="1">
              <a:spcBef>
                <a:spcPts val="600"/>
              </a:spcBef>
              <a:spcAft>
                <a:spcPts val="600"/>
              </a:spcAft>
            </a:pPr>
            <a:endParaRPr lang="en-GB" altLang="en-US" sz="2800" dirty="0"/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5719"/>
            <a:ext cx="12192000" cy="685190"/>
          </a:xfrm>
        </p:spPr>
        <p:txBody>
          <a:bodyPr/>
          <a:lstStyle/>
          <a:p>
            <a:pPr algn="ctr" eaLnBrk="1" hangingPunct="1"/>
            <a:r>
              <a:rPr lang="en-US" altLang="en-US" sz="3600" dirty="0"/>
              <a:t>Up-mixing and down-mixing</a:t>
            </a:r>
          </a:p>
        </p:txBody>
      </p:sp>
    </p:spTree>
    <p:extLst>
      <p:ext uri="{BB962C8B-B14F-4D97-AF65-F5344CB8AC3E}">
        <p14:creationId xmlns:p14="http://schemas.microsoft.com/office/powerpoint/2010/main" val="3845995711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214343" y="955696"/>
            <a:ext cx="11763313" cy="5728273"/>
          </a:xfrm>
        </p:spPr>
        <p:txBody>
          <a:bodyPr anchor="t"/>
          <a:lstStyle/>
          <a:p>
            <a:pPr marL="446469" eaLnBrk="1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altLang="en-US" sz="2400" dirty="0">
                <a:solidFill>
                  <a:srgbClr val="0000FF"/>
                </a:solidFill>
              </a:rPr>
              <a:t>channelCount</a:t>
            </a:r>
            <a:r>
              <a:rPr lang="en-GB" altLang="en-US" sz="2400" dirty="0"/>
              <a:t>: # channels used when up-mixing &amp; down-mixing inputs to the node</a:t>
            </a:r>
          </a:p>
          <a:p>
            <a:pPr marL="446469" eaLnBrk="1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altLang="en-US" sz="2400" dirty="0" err="1">
                <a:solidFill>
                  <a:srgbClr val="0000FF"/>
                </a:solidFill>
              </a:rPr>
              <a:t>channelCountMode</a:t>
            </a:r>
            <a:r>
              <a:rPr lang="en-GB" altLang="en-US" sz="2400" dirty="0"/>
              <a:t>: how channels counted when up-mixing &amp; down-mixing inputs. Gives </a:t>
            </a:r>
            <a:r>
              <a:rPr lang="en-GB" altLang="en-US" sz="2400" dirty="0" err="1"/>
              <a:t>computedNumberOfChannels</a:t>
            </a:r>
            <a:r>
              <a:rPr lang="en-GB" altLang="en-US" sz="2400" dirty="0"/>
              <a:t> that controls how inputs mixed</a:t>
            </a:r>
          </a:p>
          <a:p>
            <a:pPr marL="803644" lvl="1" eaLnBrk="1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altLang="en-US" sz="2000" dirty="0"/>
              <a:t>"explicit": </a:t>
            </a:r>
            <a:r>
              <a:rPr lang="en-GB" altLang="en-US" sz="2000" dirty="0" err="1"/>
              <a:t>computedNumberOfChannels</a:t>
            </a:r>
            <a:r>
              <a:rPr lang="en-GB" altLang="en-US" sz="2000" dirty="0"/>
              <a:t> is channelCount</a:t>
            </a:r>
          </a:p>
          <a:p>
            <a:pPr marL="803644" lvl="1" eaLnBrk="1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altLang="en-US" sz="2000" dirty="0"/>
              <a:t>"max“ (default): </a:t>
            </a:r>
            <a:r>
              <a:rPr lang="en-GB" altLang="en-US" sz="2000" dirty="0" err="1"/>
              <a:t>computedNumberOfChannels</a:t>
            </a:r>
            <a:r>
              <a:rPr lang="en-GB" altLang="en-US" sz="2000" dirty="0"/>
              <a:t> is maximum # channels of all connections to input</a:t>
            </a:r>
          </a:p>
          <a:p>
            <a:pPr marL="803644" lvl="1" eaLnBrk="1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altLang="en-US" sz="2000" dirty="0"/>
              <a:t>"clamped-max": </a:t>
            </a:r>
            <a:r>
              <a:rPr lang="en-GB" altLang="en-US" sz="2000" dirty="0" err="1"/>
              <a:t>computedNumberOfChannels</a:t>
            </a:r>
            <a:r>
              <a:rPr lang="en-GB" altLang="en-US" sz="2000" dirty="0"/>
              <a:t> is minimum of "max" and channelCount</a:t>
            </a:r>
          </a:p>
          <a:p>
            <a:pPr algn="just">
              <a:lnSpc>
                <a:spcPct val="110000"/>
              </a:lnSpc>
            </a:pPr>
            <a:r>
              <a:rPr lang="en-GB" altLang="en-US" sz="2400" dirty="0" err="1">
                <a:solidFill>
                  <a:srgbClr val="0000FF"/>
                </a:solidFill>
              </a:rPr>
              <a:t>channelInterpretation</a:t>
            </a:r>
            <a:r>
              <a:rPr lang="en-GB" altLang="en-US" sz="2400" dirty="0">
                <a:solidFill>
                  <a:srgbClr val="0000FF"/>
                </a:solidFill>
              </a:rPr>
              <a:t>: </a:t>
            </a:r>
            <a:r>
              <a:rPr lang="en-US" sz="2400" dirty="0">
                <a:effectLst/>
                <a:latin typeface="+mj-lt"/>
                <a:ea typeface="Times New Roman" panose="02020603050405020304" pitchFamily="18" charset="0"/>
              </a:rPr>
              <a:t>how individual channels treated when up-mixing and down-mixing connections to any inputs to the node</a:t>
            </a:r>
          </a:p>
          <a:p>
            <a:pPr lvl="1" algn="just">
              <a:lnSpc>
                <a:spcPct val="110000"/>
              </a:lnSpc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</a:rPr>
              <a:t>‘discrete’ maps input to output channels</a:t>
            </a:r>
          </a:p>
          <a:p>
            <a:pPr lvl="2" algn="just">
              <a:lnSpc>
                <a:spcPct val="110000"/>
              </a:lnSpc>
            </a:pPr>
            <a:r>
              <a:rPr lang="en-US" sz="1578" dirty="0">
                <a:effectLst/>
                <a:latin typeface="+mj-lt"/>
                <a:ea typeface="Times New Roman" panose="02020603050405020304" pitchFamily="18" charset="0"/>
              </a:rPr>
              <a:t>Extra input channels dropped, extra output channels silent</a:t>
            </a:r>
            <a:endParaRPr lang="en-GB" sz="1578" dirty="0">
              <a:effectLst/>
              <a:latin typeface="+mj-lt"/>
              <a:ea typeface="Times New Roman" panose="02020603050405020304" pitchFamily="18" charset="0"/>
            </a:endParaRPr>
          </a:p>
          <a:p>
            <a:pPr lvl="1" algn="just">
              <a:lnSpc>
                <a:spcPct val="110000"/>
              </a:lnSpc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</a:rPr>
              <a:t>"</a:t>
            </a:r>
            <a:r>
              <a:rPr lang="en-US" sz="2000" dirty="0">
                <a:effectLst/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speakers</a:t>
            </a:r>
            <a:r>
              <a:rPr lang="en-US" sz="2000" dirty="0">
                <a:effectLst/>
                <a:latin typeface="+mj-lt"/>
                <a:ea typeface="Times New Roman" panose="02020603050405020304" pitchFamily="18" charset="0"/>
              </a:rPr>
              <a:t>" up-mixing and down-mixing defined for specific channel layouts</a:t>
            </a:r>
            <a:endParaRPr lang="en-GB" altLang="en-US" sz="2400" dirty="0"/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5719"/>
            <a:ext cx="12192000" cy="685190"/>
          </a:xfrm>
        </p:spPr>
        <p:txBody>
          <a:bodyPr/>
          <a:lstStyle/>
          <a:p>
            <a:pPr algn="ctr" eaLnBrk="1" hangingPunct="1"/>
            <a:r>
              <a:rPr lang="en-US" altLang="en-US" sz="3600" dirty="0"/>
              <a:t>Channel count</a:t>
            </a:r>
          </a:p>
        </p:txBody>
      </p:sp>
    </p:spTree>
    <p:extLst>
      <p:ext uri="{BB962C8B-B14F-4D97-AF65-F5344CB8AC3E}">
        <p14:creationId xmlns:p14="http://schemas.microsoft.com/office/powerpoint/2010/main" val="115622591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5719"/>
            <a:ext cx="12192000" cy="685190"/>
          </a:xfrm>
        </p:spPr>
        <p:txBody>
          <a:bodyPr/>
          <a:lstStyle/>
          <a:p>
            <a:pPr algn="ctr" eaLnBrk="1" hangingPunct="1"/>
            <a:r>
              <a:rPr lang="en-US" altLang="en-US" sz="3600" dirty="0"/>
              <a:t>Channels in speaker layouts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49B8022-4FB4-481E-A72D-975002FF14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863416"/>
              </p:ext>
            </p:extLst>
          </p:nvPr>
        </p:nvGraphicFramePr>
        <p:xfrm>
          <a:off x="142875" y="1123949"/>
          <a:ext cx="11887198" cy="4348163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464469">
                  <a:extLst>
                    <a:ext uri="{9D8B030D-6E8A-4147-A177-3AD203B41FA5}">
                      <a16:colId xmlns:a16="http://schemas.microsoft.com/office/drawing/2014/main" val="2181792383"/>
                    </a:ext>
                  </a:extLst>
                </a:gridCol>
                <a:gridCol w="1350169">
                  <a:extLst>
                    <a:ext uri="{9D8B030D-6E8A-4147-A177-3AD203B41FA5}">
                      <a16:colId xmlns:a16="http://schemas.microsoft.com/office/drawing/2014/main" val="3537216945"/>
                    </a:ext>
                  </a:extLst>
                </a:gridCol>
                <a:gridCol w="1235868">
                  <a:extLst>
                    <a:ext uri="{9D8B030D-6E8A-4147-A177-3AD203B41FA5}">
                      <a16:colId xmlns:a16="http://schemas.microsoft.com/office/drawing/2014/main" val="1361880311"/>
                    </a:ext>
                  </a:extLst>
                </a:gridCol>
                <a:gridCol w="1959173">
                  <a:extLst>
                    <a:ext uri="{9D8B030D-6E8A-4147-A177-3AD203B41FA5}">
                      <a16:colId xmlns:a16="http://schemas.microsoft.com/office/drawing/2014/main" val="4078284171"/>
                    </a:ext>
                  </a:extLst>
                </a:gridCol>
                <a:gridCol w="1959173">
                  <a:extLst>
                    <a:ext uri="{9D8B030D-6E8A-4147-A177-3AD203B41FA5}">
                      <a16:colId xmlns:a16="http://schemas.microsoft.com/office/drawing/2014/main" val="1534547978"/>
                    </a:ext>
                  </a:extLst>
                </a:gridCol>
                <a:gridCol w="1959173">
                  <a:extLst>
                    <a:ext uri="{9D8B030D-6E8A-4147-A177-3AD203B41FA5}">
                      <a16:colId xmlns:a16="http://schemas.microsoft.com/office/drawing/2014/main" val="2459515218"/>
                    </a:ext>
                  </a:extLst>
                </a:gridCol>
                <a:gridCol w="1959173">
                  <a:extLst>
                    <a:ext uri="{9D8B030D-6E8A-4147-A177-3AD203B41FA5}">
                      <a16:colId xmlns:a16="http://schemas.microsoft.com/office/drawing/2014/main" val="1504145374"/>
                    </a:ext>
                  </a:extLst>
                </a:gridCol>
              </a:tblGrid>
              <a:tr h="649693">
                <a:tc rowSpan="2"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GB" sz="2300" dirty="0">
                          <a:effectLst/>
                        </a:rPr>
                        <a:t>Speaker Layout </a:t>
                      </a:r>
                      <a:endParaRPr lang="en-GB" sz="23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 gridSpan="6"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GB" sz="2300" dirty="0">
                          <a:effectLst/>
                        </a:rPr>
                        <a:t>Channel</a:t>
                      </a:r>
                      <a:endParaRPr lang="en-GB" sz="23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 hMerge="1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endParaRPr lang="en-GB" sz="23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 hMerge="1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endParaRPr lang="en-GB" sz="23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 hMerge="1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endParaRPr lang="en-GB" sz="23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 hMerge="1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endParaRPr lang="en-GB" sz="23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 hMerge="1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endParaRPr lang="en-GB" sz="23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extLst>
                  <a:ext uri="{0D108BD9-81ED-4DB2-BD59-A6C34878D82A}">
                    <a16:rowId xmlns:a16="http://schemas.microsoft.com/office/drawing/2014/main" val="3672898428"/>
                  </a:ext>
                </a:extLst>
              </a:tr>
              <a:tr h="708454">
                <a:tc vMerge="1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GB" sz="2300" dirty="0">
                          <a:effectLst/>
                        </a:rPr>
                        <a:t> </a:t>
                      </a: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GB" sz="2300" dirty="0">
                          <a:effectLst/>
                        </a:rPr>
                        <a:t> 0</a:t>
                      </a: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GB" sz="2300" dirty="0">
                          <a:effectLst/>
                        </a:rPr>
                        <a:t>1</a:t>
                      </a: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GB" sz="2300" dirty="0">
                          <a:effectLst/>
                        </a:rPr>
                        <a:t>2</a:t>
                      </a: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GB" sz="2300" dirty="0">
                          <a:effectLst/>
                        </a:rPr>
                        <a:t>3</a:t>
                      </a: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GB" sz="2300" dirty="0">
                          <a:effectLst/>
                        </a:rPr>
                        <a:t>4</a:t>
                      </a: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GB" sz="2300" dirty="0">
                          <a:effectLst/>
                        </a:rPr>
                        <a:t>5</a:t>
                      </a: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extLst>
                  <a:ext uri="{0D108BD9-81ED-4DB2-BD59-A6C34878D82A}">
                    <a16:rowId xmlns:a16="http://schemas.microsoft.com/office/drawing/2014/main" val="1971908699"/>
                  </a:ext>
                </a:extLst>
              </a:tr>
              <a:tr h="708454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GB" sz="2300">
                          <a:effectLst/>
                        </a:rPr>
                        <a:t>Mono</a:t>
                      </a:r>
                      <a:endParaRPr lang="en-GB" sz="2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GB" sz="2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M:mono</a:t>
                      </a: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extLst>
                  <a:ext uri="{0D108BD9-81ED-4DB2-BD59-A6C34878D82A}">
                    <a16:rowId xmlns:a16="http://schemas.microsoft.com/office/drawing/2014/main" val="2643990957"/>
                  </a:ext>
                </a:extLst>
              </a:tr>
              <a:tr h="708454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GB" sz="2300" dirty="0">
                          <a:effectLst/>
                        </a:rPr>
                        <a:t>Stereo</a:t>
                      </a: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GB" sz="2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L: left</a:t>
                      </a: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GB" sz="2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R: right</a:t>
                      </a: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extLst>
                  <a:ext uri="{0D108BD9-81ED-4DB2-BD59-A6C34878D82A}">
                    <a16:rowId xmlns:a16="http://schemas.microsoft.com/office/drawing/2014/main" val="3888523463"/>
                  </a:ext>
                </a:extLst>
              </a:tr>
              <a:tr h="786554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GB" sz="2300" dirty="0">
                          <a:effectLst/>
                        </a:rPr>
                        <a:t>Quad</a:t>
                      </a: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GB" sz="2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L: left</a:t>
                      </a: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GB" sz="2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R: right</a:t>
                      </a: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GB" sz="2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SL: </a:t>
                      </a:r>
                    </a:p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GB" sz="2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surround left</a:t>
                      </a: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GB" sz="2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SR: surround right</a:t>
                      </a: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extLst>
                  <a:ext uri="{0D108BD9-81ED-4DB2-BD59-A6C34878D82A}">
                    <a16:rowId xmlns:a16="http://schemas.microsoft.com/office/drawing/2014/main" val="2030824588"/>
                  </a:ext>
                </a:extLst>
              </a:tr>
              <a:tr h="786554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GB" sz="2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5.1</a:t>
                      </a: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GB" sz="2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L: left</a:t>
                      </a: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GB" sz="2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R: right</a:t>
                      </a: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GB" sz="2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C: </a:t>
                      </a:r>
                      <a:r>
                        <a:rPr lang="en-GB" sz="23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Center</a:t>
                      </a: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GB" sz="2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LFE: subwoofer</a:t>
                      </a: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GB" sz="2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SL: surround left</a:t>
                      </a: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GB" sz="2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SR: surround right</a:t>
                      </a:r>
                    </a:p>
                  </a:txBody>
                  <a:tcPr marL="154073" marR="154073" marT="0" marB="0"/>
                </a:tc>
                <a:extLst>
                  <a:ext uri="{0D108BD9-81ED-4DB2-BD59-A6C34878D82A}">
                    <a16:rowId xmlns:a16="http://schemas.microsoft.com/office/drawing/2014/main" val="10241652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102824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>
          <a:xfrm>
            <a:off x="83344" y="35719"/>
            <a:ext cx="12013406" cy="651867"/>
          </a:xfrm>
        </p:spPr>
        <p:txBody>
          <a:bodyPr wrap="square" anchor="ctr"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3900"/>
              <a:t>Up-mixing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3B06794-A15C-46FE-9B37-D08D3BE46A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7629242"/>
              </p:ext>
            </p:extLst>
          </p:nvPr>
        </p:nvGraphicFramePr>
        <p:xfrm>
          <a:off x="654045" y="1123950"/>
          <a:ext cx="10872004" cy="4999076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2160077">
                  <a:extLst>
                    <a:ext uri="{9D8B030D-6E8A-4147-A177-3AD203B41FA5}">
                      <a16:colId xmlns:a16="http://schemas.microsoft.com/office/drawing/2014/main" val="2181792383"/>
                    </a:ext>
                  </a:extLst>
                </a:gridCol>
                <a:gridCol w="1515898">
                  <a:extLst>
                    <a:ext uri="{9D8B030D-6E8A-4147-A177-3AD203B41FA5}">
                      <a16:colId xmlns:a16="http://schemas.microsoft.com/office/drawing/2014/main" val="3537216945"/>
                    </a:ext>
                  </a:extLst>
                </a:gridCol>
                <a:gridCol w="2321719">
                  <a:extLst>
                    <a:ext uri="{9D8B030D-6E8A-4147-A177-3AD203B41FA5}">
                      <a16:colId xmlns:a16="http://schemas.microsoft.com/office/drawing/2014/main" val="1361880311"/>
                    </a:ext>
                  </a:extLst>
                </a:gridCol>
                <a:gridCol w="812385">
                  <a:extLst>
                    <a:ext uri="{9D8B030D-6E8A-4147-A177-3AD203B41FA5}">
                      <a16:colId xmlns:a16="http://schemas.microsoft.com/office/drawing/2014/main" val="4078284171"/>
                    </a:ext>
                  </a:extLst>
                </a:gridCol>
                <a:gridCol w="812385">
                  <a:extLst>
                    <a:ext uri="{9D8B030D-6E8A-4147-A177-3AD203B41FA5}">
                      <a16:colId xmlns:a16="http://schemas.microsoft.com/office/drawing/2014/main" val="1534547978"/>
                    </a:ext>
                  </a:extLst>
                </a:gridCol>
                <a:gridCol w="812385">
                  <a:extLst>
                    <a:ext uri="{9D8B030D-6E8A-4147-A177-3AD203B41FA5}">
                      <a16:colId xmlns:a16="http://schemas.microsoft.com/office/drawing/2014/main" val="2459515218"/>
                    </a:ext>
                  </a:extLst>
                </a:gridCol>
                <a:gridCol w="812385">
                  <a:extLst>
                    <a:ext uri="{9D8B030D-6E8A-4147-A177-3AD203B41FA5}">
                      <a16:colId xmlns:a16="http://schemas.microsoft.com/office/drawing/2014/main" val="1504145374"/>
                    </a:ext>
                  </a:extLst>
                </a:gridCol>
                <a:gridCol w="812385">
                  <a:extLst>
                    <a:ext uri="{9D8B030D-6E8A-4147-A177-3AD203B41FA5}">
                      <a16:colId xmlns:a16="http://schemas.microsoft.com/office/drawing/2014/main" val="3584662932"/>
                    </a:ext>
                  </a:extLst>
                </a:gridCol>
                <a:gridCol w="812385">
                  <a:extLst>
                    <a:ext uri="{9D8B030D-6E8A-4147-A177-3AD203B41FA5}">
                      <a16:colId xmlns:a16="http://schemas.microsoft.com/office/drawing/2014/main" val="1329116547"/>
                    </a:ext>
                  </a:extLst>
                </a:gridCol>
              </a:tblGrid>
              <a:tr h="57905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GB" sz="2300" dirty="0">
                          <a:effectLst/>
                        </a:rPr>
                        <a:t>Up-mix type</a:t>
                      </a: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GB" sz="2300" dirty="0">
                          <a:effectLst/>
                        </a:rPr>
                        <a:t>Notation</a:t>
                      </a: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GB" sz="2300">
                          <a:effectLst/>
                        </a:rPr>
                        <a:t>Description</a:t>
                      </a:r>
                      <a:endParaRPr lang="en-GB" sz="2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 gridSpan="6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GB" sz="2300">
                          <a:effectLst/>
                        </a:rPr>
                        <a:t>Output</a:t>
                      </a:r>
                      <a:endParaRPr lang="en-GB" sz="2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2898428"/>
                  </a:ext>
                </a:extLst>
              </a:tr>
              <a:tr h="63143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GB" sz="2300" dirty="0">
                          <a:effectLst/>
                        </a:rPr>
                        <a:t> </a:t>
                      </a: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GB" sz="2300" dirty="0">
                          <a:effectLst/>
                        </a:rPr>
                        <a:t> </a:t>
                      </a: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GB" sz="2300" dirty="0">
                          <a:effectLst/>
                        </a:rPr>
                        <a:t> </a:t>
                      </a: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GB" sz="2300" dirty="0" err="1">
                          <a:effectLst/>
                        </a:rPr>
                        <a:t>y</a:t>
                      </a:r>
                      <a:r>
                        <a:rPr lang="en-GB" sz="2300" baseline="-25000" dirty="0" err="1">
                          <a:effectLst/>
                        </a:rPr>
                        <a:t>L</a:t>
                      </a: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GB" sz="2300" dirty="0" err="1">
                          <a:effectLst/>
                        </a:rPr>
                        <a:t>y</a:t>
                      </a:r>
                      <a:r>
                        <a:rPr lang="en-GB" sz="2300" baseline="-25000" dirty="0" err="1">
                          <a:effectLst/>
                        </a:rPr>
                        <a:t>R</a:t>
                      </a: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GB" sz="2300" dirty="0" err="1">
                          <a:effectLst/>
                        </a:rPr>
                        <a:t>y</a:t>
                      </a:r>
                      <a:r>
                        <a:rPr lang="en-GB" sz="2300" baseline="-25000" dirty="0" err="1">
                          <a:effectLst/>
                        </a:rPr>
                        <a:t>C</a:t>
                      </a: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GB" sz="2300" dirty="0" err="1">
                          <a:effectLst/>
                        </a:rPr>
                        <a:t>y</a:t>
                      </a:r>
                      <a:r>
                        <a:rPr lang="en-GB" sz="2300" baseline="-25000" dirty="0" err="1">
                          <a:effectLst/>
                        </a:rPr>
                        <a:t>LFE</a:t>
                      </a: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GB" sz="2300">
                          <a:effectLst/>
                        </a:rPr>
                        <a:t>y</a:t>
                      </a:r>
                      <a:r>
                        <a:rPr lang="en-GB" sz="2300" baseline="-25000">
                          <a:effectLst/>
                        </a:rPr>
                        <a:t>SL</a:t>
                      </a:r>
                      <a:endParaRPr lang="en-GB" sz="2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GB" sz="2300">
                          <a:effectLst/>
                        </a:rPr>
                        <a:t>y</a:t>
                      </a:r>
                      <a:r>
                        <a:rPr lang="en-GB" sz="2300" baseline="-25000">
                          <a:effectLst/>
                        </a:rPr>
                        <a:t>SR</a:t>
                      </a:r>
                      <a:endParaRPr lang="en-GB" sz="2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extLst>
                  <a:ext uri="{0D108BD9-81ED-4DB2-BD59-A6C34878D82A}">
                    <a16:rowId xmlns:a16="http://schemas.microsoft.com/office/drawing/2014/main" val="1971908699"/>
                  </a:ext>
                </a:extLst>
              </a:tr>
              <a:tr h="631431">
                <a:tc rowSpan="3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GB" sz="2300">
                          <a:effectLst/>
                        </a:rPr>
                        <a:t>Mono</a:t>
                      </a:r>
                      <a:endParaRPr lang="en-GB" sz="2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GB" sz="2300" dirty="0">
                          <a:effectLst/>
                        </a:rPr>
                        <a:t>1</a:t>
                      </a:r>
                      <a:r>
                        <a:rPr lang="en-GB" sz="2300" dirty="0">
                          <a:effectLst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GB" sz="2300" dirty="0">
                          <a:effectLst/>
                        </a:rPr>
                        <a:t>2</a:t>
                      </a: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GB" sz="2300" dirty="0">
                          <a:effectLst/>
                        </a:rPr>
                        <a:t>Mono to Stereo</a:t>
                      </a: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GB" sz="2300" dirty="0">
                          <a:effectLst/>
                        </a:rPr>
                        <a:t>x</a:t>
                      </a: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GB" sz="2300" dirty="0">
                          <a:effectLst/>
                        </a:rPr>
                        <a:t>x</a:t>
                      </a: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GB" sz="2300" dirty="0">
                          <a:effectLst/>
                        </a:rPr>
                        <a:t> </a:t>
                      </a: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GB" sz="2300" dirty="0">
                          <a:effectLst/>
                        </a:rPr>
                        <a:t> </a:t>
                      </a: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GB" sz="2300">
                          <a:effectLst/>
                        </a:rPr>
                        <a:t> </a:t>
                      </a:r>
                      <a:endParaRPr lang="en-GB" sz="2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GB" sz="2300">
                          <a:effectLst/>
                        </a:rPr>
                        <a:t> </a:t>
                      </a:r>
                      <a:endParaRPr lang="en-GB" sz="2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extLst>
                  <a:ext uri="{0D108BD9-81ED-4DB2-BD59-A6C34878D82A}">
                    <a16:rowId xmlns:a16="http://schemas.microsoft.com/office/drawing/2014/main" val="2643990957"/>
                  </a:ext>
                </a:extLst>
              </a:tr>
              <a:tr h="631431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GB" sz="2300" dirty="0">
                          <a:effectLst/>
                        </a:rPr>
                        <a:t>1</a:t>
                      </a:r>
                      <a:r>
                        <a:rPr lang="en-GB" sz="2300" dirty="0">
                          <a:effectLst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GB" sz="2300" dirty="0">
                          <a:effectLst/>
                        </a:rPr>
                        <a:t>4</a:t>
                      </a: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GB" sz="2300" dirty="0">
                          <a:effectLst/>
                        </a:rPr>
                        <a:t>Mono to Quad</a:t>
                      </a: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GB" sz="2300" dirty="0">
                          <a:effectLst/>
                        </a:rPr>
                        <a:t>x</a:t>
                      </a: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GB" sz="2300" dirty="0">
                          <a:effectLst/>
                        </a:rPr>
                        <a:t>x</a:t>
                      </a: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GB" sz="2300" dirty="0">
                          <a:effectLst/>
                        </a:rPr>
                        <a:t> </a:t>
                      </a: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GB" sz="2300" dirty="0">
                          <a:effectLst/>
                        </a:rPr>
                        <a:t> </a:t>
                      </a: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GB" sz="2300" dirty="0">
                          <a:effectLst/>
                        </a:rPr>
                        <a:t>0</a:t>
                      </a: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GB" sz="2300">
                          <a:effectLst/>
                        </a:rPr>
                        <a:t>0</a:t>
                      </a:r>
                      <a:endParaRPr lang="en-GB" sz="2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extLst>
                  <a:ext uri="{0D108BD9-81ED-4DB2-BD59-A6C34878D82A}">
                    <a16:rowId xmlns:a16="http://schemas.microsoft.com/office/drawing/2014/main" val="1850518936"/>
                  </a:ext>
                </a:extLst>
              </a:tr>
              <a:tr h="631431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GB" sz="2300">
                          <a:effectLst/>
                        </a:rPr>
                        <a:t>1</a:t>
                      </a:r>
                      <a:r>
                        <a:rPr lang="en-GB" sz="2300">
                          <a:effectLst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GB" sz="2300">
                          <a:effectLst/>
                        </a:rPr>
                        <a:t>5.1</a:t>
                      </a:r>
                      <a:endParaRPr lang="en-GB" sz="2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GB" sz="2300" dirty="0">
                          <a:effectLst/>
                        </a:rPr>
                        <a:t>Mono to 5.1</a:t>
                      </a: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GB" sz="2300" dirty="0">
                          <a:effectLst/>
                        </a:rPr>
                        <a:t>x</a:t>
                      </a: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GB" sz="2300" dirty="0">
                          <a:effectLst/>
                        </a:rPr>
                        <a:t>x</a:t>
                      </a: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GB" sz="2300" dirty="0">
                          <a:effectLst/>
                        </a:rPr>
                        <a:t>0</a:t>
                      </a: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GB" sz="2300" dirty="0">
                          <a:effectLst/>
                        </a:rPr>
                        <a:t>0</a:t>
                      </a: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GB" sz="2300" dirty="0">
                          <a:effectLst/>
                        </a:rPr>
                        <a:t>0</a:t>
                      </a: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GB" sz="2300" dirty="0">
                          <a:effectLst/>
                        </a:rPr>
                        <a:t>0</a:t>
                      </a: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extLst>
                  <a:ext uri="{0D108BD9-81ED-4DB2-BD59-A6C34878D82A}">
                    <a16:rowId xmlns:a16="http://schemas.microsoft.com/office/drawing/2014/main" val="1232841706"/>
                  </a:ext>
                </a:extLst>
              </a:tr>
              <a:tr h="631431">
                <a:tc row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GB" sz="2300" dirty="0">
                          <a:effectLst/>
                        </a:rPr>
                        <a:t>Stereo </a:t>
                      </a:r>
                    </a:p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GB" sz="2300" dirty="0">
                          <a:effectLst/>
                        </a:rPr>
                        <a:t>up-mix</a:t>
                      </a: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GB" sz="2300">
                          <a:effectLst/>
                        </a:rPr>
                        <a:t>2</a:t>
                      </a:r>
                      <a:r>
                        <a:rPr lang="en-GB" sz="2300">
                          <a:effectLst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GB" sz="2300">
                          <a:effectLst/>
                        </a:rPr>
                        <a:t>4</a:t>
                      </a:r>
                      <a:endParaRPr lang="en-GB" sz="2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GB" sz="2300">
                          <a:effectLst/>
                        </a:rPr>
                        <a:t>Stereo to Quad</a:t>
                      </a:r>
                      <a:endParaRPr lang="en-GB" sz="2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GB" sz="2300" dirty="0" err="1">
                          <a:effectLst/>
                        </a:rPr>
                        <a:t>x</a:t>
                      </a:r>
                      <a:r>
                        <a:rPr lang="en-GB" sz="2300" baseline="-25000" dirty="0" err="1">
                          <a:effectLst/>
                        </a:rPr>
                        <a:t>L</a:t>
                      </a: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GB" sz="2300" dirty="0" err="1">
                          <a:effectLst/>
                        </a:rPr>
                        <a:t>x</a:t>
                      </a:r>
                      <a:r>
                        <a:rPr lang="en-GB" sz="2300" baseline="-25000" dirty="0" err="1">
                          <a:effectLst/>
                        </a:rPr>
                        <a:t>R</a:t>
                      </a: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GB" sz="2300" dirty="0">
                          <a:effectLst/>
                        </a:rPr>
                        <a:t>0</a:t>
                      </a: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GB" sz="2300" dirty="0">
                          <a:effectLst/>
                        </a:rPr>
                        <a:t>0</a:t>
                      </a: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extLst>
                  <a:ext uri="{0D108BD9-81ED-4DB2-BD59-A6C34878D82A}">
                    <a16:rowId xmlns:a16="http://schemas.microsoft.com/office/drawing/2014/main" val="3888523463"/>
                  </a:ext>
                </a:extLst>
              </a:tr>
              <a:tr h="631431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GB" sz="2300">
                          <a:effectLst/>
                        </a:rPr>
                        <a:t>2</a:t>
                      </a:r>
                      <a:r>
                        <a:rPr lang="en-GB" sz="2300">
                          <a:effectLst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GB" sz="2300">
                          <a:effectLst/>
                        </a:rPr>
                        <a:t>5.1</a:t>
                      </a:r>
                      <a:endParaRPr lang="en-GB" sz="2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GB" sz="2300">
                          <a:effectLst/>
                        </a:rPr>
                        <a:t>Stereo to 5.1</a:t>
                      </a:r>
                      <a:endParaRPr lang="en-GB" sz="2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GB" sz="2300" dirty="0" err="1">
                          <a:effectLst/>
                        </a:rPr>
                        <a:t>x</a:t>
                      </a:r>
                      <a:r>
                        <a:rPr lang="en-GB" sz="2300" baseline="-25000" dirty="0" err="1">
                          <a:effectLst/>
                        </a:rPr>
                        <a:t>L</a:t>
                      </a: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GB" sz="2300" dirty="0" err="1">
                          <a:effectLst/>
                        </a:rPr>
                        <a:t>x</a:t>
                      </a:r>
                      <a:r>
                        <a:rPr lang="en-GB" sz="2300" baseline="-25000" dirty="0" err="1">
                          <a:effectLst/>
                        </a:rPr>
                        <a:t>R</a:t>
                      </a: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GB" sz="2300" dirty="0">
                          <a:effectLst/>
                        </a:rPr>
                        <a:t>0</a:t>
                      </a: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GB" sz="2300" dirty="0">
                          <a:effectLst/>
                        </a:rPr>
                        <a:t>0</a:t>
                      </a: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GB" sz="2300" dirty="0">
                          <a:effectLst/>
                        </a:rPr>
                        <a:t>0</a:t>
                      </a: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GB" sz="2300" dirty="0">
                          <a:effectLst/>
                        </a:rPr>
                        <a:t>0</a:t>
                      </a: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extLst>
                  <a:ext uri="{0D108BD9-81ED-4DB2-BD59-A6C34878D82A}">
                    <a16:rowId xmlns:a16="http://schemas.microsoft.com/office/drawing/2014/main" val="1816493223"/>
                  </a:ext>
                </a:extLst>
              </a:tr>
              <a:tr h="63143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GB" sz="2300">
                          <a:effectLst/>
                        </a:rPr>
                        <a:t>Quad up-mix</a:t>
                      </a:r>
                      <a:endParaRPr lang="en-GB" sz="2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GB" sz="2300">
                          <a:effectLst/>
                        </a:rPr>
                        <a:t>4</a:t>
                      </a:r>
                      <a:r>
                        <a:rPr lang="en-GB" sz="2300">
                          <a:effectLst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GB" sz="2300">
                          <a:effectLst/>
                        </a:rPr>
                        <a:t>5.1</a:t>
                      </a:r>
                      <a:endParaRPr lang="en-GB" sz="2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GB" sz="2300">
                          <a:effectLst/>
                        </a:rPr>
                        <a:t>Quad to 5.1</a:t>
                      </a:r>
                      <a:endParaRPr lang="en-GB" sz="2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GB" sz="2300" dirty="0" err="1">
                          <a:effectLst/>
                        </a:rPr>
                        <a:t>x</a:t>
                      </a:r>
                      <a:r>
                        <a:rPr lang="en-GB" sz="2300" baseline="-25000" dirty="0" err="1">
                          <a:effectLst/>
                        </a:rPr>
                        <a:t>L</a:t>
                      </a: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GB" sz="2300" dirty="0" err="1">
                          <a:effectLst/>
                        </a:rPr>
                        <a:t>x</a:t>
                      </a:r>
                      <a:r>
                        <a:rPr lang="en-GB" sz="2300" baseline="-25000" dirty="0" err="1">
                          <a:effectLst/>
                        </a:rPr>
                        <a:t>R</a:t>
                      </a: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GB" sz="2300" dirty="0">
                          <a:effectLst/>
                        </a:rPr>
                        <a:t>0</a:t>
                      </a: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GB" sz="2300" dirty="0">
                          <a:effectLst/>
                        </a:rPr>
                        <a:t>0</a:t>
                      </a: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GB" sz="2300" dirty="0" err="1">
                          <a:effectLst/>
                        </a:rPr>
                        <a:t>x</a:t>
                      </a:r>
                      <a:r>
                        <a:rPr lang="en-GB" sz="2300" baseline="-25000" dirty="0" err="1">
                          <a:effectLst/>
                        </a:rPr>
                        <a:t>SL</a:t>
                      </a: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GB" sz="2300" dirty="0" err="1">
                          <a:effectLst/>
                        </a:rPr>
                        <a:t>y</a:t>
                      </a:r>
                      <a:r>
                        <a:rPr lang="en-GB" sz="2300" baseline="-25000" dirty="0" err="1">
                          <a:effectLst/>
                        </a:rPr>
                        <a:t>SR</a:t>
                      </a:r>
                      <a:endParaRPr lang="en-GB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073" marR="154073" marT="0" marB="0"/>
                </a:tc>
                <a:extLst>
                  <a:ext uri="{0D108BD9-81ED-4DB2-BD59-A6C34878D82A}">
                    <a16:rowId xmlns:a16="http://schemas.microsoft.com/office/drawing/2014/main" val="20308245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047431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>
          <a:xfrm>
            <a:off x="83344" y="35719"/>
            <a:ext cx="12013406" cy="651867"/>
          </a:xfrm>
        </p:spPr>
        <p:txBody>
          <a:bodyPr wrap="square" anchor="ctr"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3900" dirty="0"/>
              <a:t>Down-mixing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73B06794-A15C-46FE-9B37-D08D3BE46A8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95560178"/>
                  </p:ext>
                </p:extLst>
              </p:nvPr>
            </p:nvGraphicFramePr>
            <p:xfrm>
              <a:off x="150019" y="966789"/>
              <a:ext cx="11891962" cy="5336600"/>
            </p:xfrm>
            <a:graphic>
              <a:graphicData uri="http://schemas.openxmlformats.org/drawingml/2006/table">
                <a:tbl>
                  <a:tblPr firstRow="1" firstCol="1" bandRow="1">
                    <a:tableStyleId>{21E4AEA4-8DFA-4A89-87EB-49C32662AFE0}</a:tableStyleId>
                  </a:tblPr>
                  <a:tblGrid>
                    <a:gridCol w="1275232">
                      <a:extLst>
                        <a:ext uri="{9D8B030D-6E8A-4147-A177-3AD203B41FA5}">
                          <a16:colId xmlns:a16="http://schemas.microsoft.com/office/drawing/2014/main" val="2181792383"/>
                        </a:ext>
                      </a:extLst>
                    </a:gridCol>
                    <a:gridCol w="1170516">
                      <a:extLst>
                        <a:ext uri="{9D8B030D-6E8A-4147-A177-3AD203B41FA5}">
                          <a16:colId xmlns:a16="http://schemas.microsoft.com/office/drawing/2014/main" val="3537216945"/>
                        </a:ext>
                      </a:extLst>
                    </a:gridCol>
                    <a:gridCol w="1825602">
                      <a:extLst>
                        <a:ext uri="{9D8B030D-6E8A-4147-A177-3AD203B41FA5}">
                          <a16:colId xmlns:a16="http://schemas.microsoft.com/office/drawing/2014/main" val="1361880311"/>
                        </a:ext>
                      </a:extLst>
                    </a:gridCol>
                    <a:gridCol w="3170415">
                      <a:extLst>
                        <a:ext uri="{9D8B030D-6E8A-4147-A177-3AD203B41FA5}">
                          <a16:colId xmlns:a16="http://schemas.microsoft.com/office/drawing/2014/main" val="4078284171"/>
                        </a:ext>
                      </a:extLst>
                    </a:gridCol>
                    <a:gridCol w="1992833">
                      <a:extLst>
                        <a:ext uri="{9D8B030D-6E8A-4147-A177-3AD203B41FA5}">
                          <a16:colId xmlns:a16="http://schemas.microsoft.com/office/drawing/2014/main" val="1534547978"/>
                        </a:ext>
                      </a:extLst>
                    </a:gridCol>
                    <a:gridCol w="614341">
                      <a:extLst>
                        <a:ext uri="{9D8B030D-6E8A-4147-A177-3AD203B41FA5}">
                          <a16:colId xmlns:a16="http://schemas.microsoft.com/office/drawing/2014/main" val="2459515218"/>
                        </a:ext>
                      </a:extLst>
                    </a:gridCol>
                    <a:gridCol w="614341">
                      <a:extLst>
                        <a:ext uri="{9D8B030D-6E8A-4147-A177-3AD203B41FA5}">
                          <a16:colId xmlns:a16="http://schemas.microsoft.com/office/drawing/2014/main" val="1504145374"/>
                        </a:ext>
                      </a:extLst>
                    </a:gridCol>
                    <a:gridCol w="614341">
                      <a:extLst>
                        <a:ext uri="{9D8B030D-6E8A-4147-A177-3AD203B41FA5}">
                          <a16:colId xmlns:a16="http://schemas.microsoft.com/office/drawing/2014/main" val="3584662932"/>
                        </a:ext>
                      </a:extLst>
                    </a:gridCol>
                    <a:gridCol w="614341">
                      <a:extLst>
                        <a:ext uri="{9D8B030D-6E8A-4147-A177-3AD203B41FA5}">
                          <a16:colId xmlns:a16="http://schemas.microsoft.com/office/drawing/2014/main" val="1329116547"/>
                        </a:ext>
                      </a:extLst>
                    </a:gridCol>
                  </a:tblGrid>
                  <a:tr h="561157">
                    <a:tc rowSpan="2"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Down-mix type</a:t>
                          </a:r>
                        </a:p>
                      </a:txBody>
                      <a:tcPr marL="72685" marR="72685" marT="0" marB="0" anchor="ctr"/>
                    </a:tc>
                    <a:tc rowSpan="2"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195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Notation</a:t>
                          </a:r>
                        </a:p>
                      </a:txBody>
                      <a:tcPr marL="72685" marR="72685" marT="0" marB="0" anchor="ctr"/>
                    </a:tc>
                    <a:tc rowSpan="2"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Description</a:t>
                          </a:r>
                          <a:endParaRPr lang="en-GB" sz="2000" dirty="0">
                            <a:effectLst/>
                            <a:latin typeface="+mj-lt"/>
                            <a:cs typeface="Times New Roman" panose="02020603050405020304" pitchFamily="18" charset="0"/>
                          </a:endParaRPr>
                        </a:p>
                      </a:txBody>
                      <a:tcPr marL="72685" marR="72685" marT="0" marB="0" anchor="ctr"/>
                    </a:tc>
                    <a:tc gridSpan="6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Output</a:t>
                          </a:r>
                        </a:p>
                      </a:txBody>
                      <a:tcPr marL="96913" marR="96913" marT="48456" marB="48456" anchor="ctr"/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2898428"/>
                      </a:ext>
                    </a:extLst>
                  </a:tr>
                  <a:tr h="611909">
                    <a:tc vMerge="1"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18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72685" marR="72685" marT="0" marB="0" anchor="ctr"/>
                    </a:tc>
                    <a:tc vMerge="1"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18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72685" marR="72685" marT="0" marB="0" anchor="ctr"/>
                    </a:tc>
                    <a:tc vMerge="1"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18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i="1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y</a:t>
                          </a:r>
                          <a:r>
                            <a:rPr lang="en-GB" sz="2000" i="1" baseline="-25000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</a:t>
                          </a:r>
                          <a:r>
                            <a:rPr lang="en-GB" sz="2000" i="1" baseline="-25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or </a:t>
                          </a:r>
                          <a:r>
                            <a:rPr lang="en-GB" sz="2000" i="1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y</a:t>
                          </a:r>
                          <a:endParaRPr lang="en-GB" sz="2000" dirty="0">
                            <a:effectLst/>
                            <a:latin typeface="+mj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i="1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y</a:t>
                          </a:r>
                          <a:r>
                            <a:rPr lang="en-GB" sz="2000" i="1" baseline="-25000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</a:t>
                          </a:r>
                          <a:endParaRPr lang="en-GB" sz="2000" dirty="0">
                            <a:effectLst/>
                            <a:latin typeface="+mj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i="1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y</a:t>
                          </a:r>
                          <a:r>
                            <a:rPr lang="en-GB" sz="2000" i="1" baseline="-25000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en-GB" sz="2000" dirty="0">
                            <a:effectLst/>
                            <a:latin typeface="+mj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i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y</a:t>
                          </a:r>
                          <a:r>
                            <a:rPr lang="en-GB" sz="2000" i="1" baseline="-250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LFE</a:t>
                          </a:r>
                          <a:endParaRPr lang="en-GB" sz="2000">
                            <a:effectLst/>
                            <a:latin typeface="+mj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i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y</a:t>
                          </a:r>
                          <a:r>
                            <a:rPr lang="en-GB" sz="2000" i="1" baseline="-250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SL</a:t>
                          </a:r>
                          <a:endParaRPr lang="en-GB" sz="2000">
                            <a:effectLst/>
                            <a:latin typeface="+mj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i="1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y</a:t>
                          </a:r>
                          <a:r>
                            <a:rPr lang="en-GB" sz="2000" i="1" baseline="-25000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SR</a:t>
                          </a:r>
                          <a:endParaRPr lang="en-GB" sz="2000" dirty="0">
                            <a:effectLst/>
                            <a:latin typeface="+mj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2685" marR="72685" marT="0" marB="0" anchor="ctr"/>
                    </a:tc>
                    <a:extLst>
                      <a:ext uri="{0D108BD9-81ED-4DB2-BD59-A6C34878D82A}">
                        <a16:rowId xmlns:a16="http://schemas.microsoft.com/office/drawing/2014/main" val="1971908699"/>
                      </a:ext>
                    </a:extLst>
                  </a:tr>
                  <a:tr h="806642">
                    <a:tc rowSpan="3"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Mono</a:t>
                          </a:r>
                        </a:p>
                      </a:txBody>
                      <a:tcPr marL="96913" marR="96913" marT="48456" marB="48456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  <a:sym typeface="Wingdings" panose="05000000000000000000" pitchFamily="2" charset="2"/>
                            </a:rPr>
                            <a:t></a:t>
                          </a: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Stereo </a:t>
                          </a:r>
                        </a:p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 Mono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GB" sz="2000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GB" sz="2000" baseline="-25000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</a:t>
                          </a: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</a:t>
                          </a:r>
                          <a:r>
                            <a:rPr lang="en-GB" sz="2000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GB" sz="2000" baseline="-25000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</a:t>
                          </a: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)/2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72685" marR="72685" marT="0" marB="0" anchor="ctr"/>
                    </a:tc>
                    <a:extLst>
                      <a:ext uri="{0D108BD9-81ED-4DB2-BD59-A6C34878D82A}">
                        <a16:rowId xmlns:a16="http://schemas.microsoft.com/office/drawing/2014/main" val="2643990957"/>
                      </a:ext>
                    </a:extLst>
                  </a:tr>
                  <a:tr h="611909"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r>
                            <a:rPr lang="en-GB" sz="20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  <a:sym typeface="Wingdings" panose="05000000000000000000" pitchFamily="2" charset="2"/>
                            </a:rPr>
                            <a:t></a:t>
                          </a:r>
                          <a:r>
                            <a:rPr lang="en-GB" sz="20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Quad to Mono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GB" sz="2000" i="1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GB" sz="2000" i="1" baseline="-25000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</a:t>
                          </a: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</a:t>
                          </a:r>
                          <a:r>
                            <a:rPr lang="en-GB" sz="2000" i="1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GB" sz="2000" i="1" baseline="-25000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</a:t>
                          </a: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</a:t>
                          </a:r>
                          <a:r>
                            <a:rPr lang="en-GB" sz="2000" i="1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GB" sz="2000" i="1" baseline="-25000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SL</a:t>
                          </a: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</a:t>
                          </a:r>
                          <a:r>
                            <a:rPr lang="en-GB" sz="2000" i="1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GB" sz="2000" i="1" baseline="-25000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SR</a:t>
                          </a: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)/2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72685" marR="72685" marT="0" marB="0" anchor="ctr"/>
                    </a:tc>
                    <a:extLst>
                      <a:ext uri="{0D108BD9-81ED-4DB2-BD59-A6C34878D82A}">
                        <a16:rowId xmlns:a16="http://schemas.microsoft.com/office/drawing/2014/main" val="1850518936"/>
                      </a:ext>
                    </a:extLst>
                  </a:tr>
                  <a:tr h="611909"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5.1</a:t>
                          </a:r>
                          <a:r>
                            <a:rPr lang="en-GB" sz="20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  <a:sym typeface="Wingdings" panose="05000000000000000000" pitchFamily="2" charset="2"/>
                            </a:rPr>
                            <a:t></a:t>
                          </a:r>
                          <a:r>
                            <a:rPr lang="en-GB" sz="20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5.1 to Mono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GB" sz="2000" i="1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GB" sz="2000" i="1" baseline="-25000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</a:t>
                          </a:r>
                          <a:r>
                            <a:rPr lang="en-GB" sz="2000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</a:t>
                          </a:r>
                          <a:r>
                            <a:rPr lang="en-GB" sz="2000" i="1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GB" sz="2000" i="1" baseline="-25000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</a:t>
                          </a: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)/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GB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oMath>
                          </a14:m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</a:t>
                          </a:r>
                          <a:r>
                            <a:rPr lang="en-GB" sz="2000" i="1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GB" sz="2000" i="1" baseline="-25000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+(</a:t>
                          </a:r>
                          <a:r>
                            <a:rPr lang="en-GB" sz="2000" i="1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GB" sz="2000" i="1" baseline="-25000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SL</a:t>
                          </a:r>
                          <a:r>
                            <a:rPr lang="en-GB" sz="2000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</a:t>
                          </a:r>
                          <a:r>
                            <a:rPr lang="en-GB" sz="2000" i="1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GB" sz="2000" i="1" baseline="-25000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SR</a:t>
                          </a: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)/2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72685" marR="72685" marT="0" marB="0" anchor="ctr"/>
                    </a:tc>
                    <a:extLst>
                      <a:ext uri="{0D108BD9-81ED-4DB2-BD59-A6C34878D82A}">
                        <a16:rowId xmlns:a16="http://schemas.microsoft.com/office/drawing/2014/main" val="1232841706"/>
                      </a:ext>
                    </a:extLst>
                  </a:tr>
                  <a:tr h="806642">
                    <a:tc rowSpan="2"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Stereo</a:t>
                          </a:r>
                        </a:p>
                      </a:txBody>
                      <a:tcPr marL="96913" marR="96913" marT="48456" marB="48456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r>
                            <a:rPr lang="en-GB" sz="20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  <a:sym typeface="Wingdings" panose="05000000000000000000" pitchFamily="2" charset="2"/>
                            </a:rPr>
                            <a:t></a:t>
                          </a:r>
                          <a:r>
                            <a:rPr lang="en-GB" sz="20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Quad </a:t>
                          </a:r>
                        </a:p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 Stereo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i="1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y</a:t>
                          </a:r>
                          <a:r>
                            <a:rPr lang="en-GB" sz="2000" i="1" baseline="-25000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</a:t>
                          </a: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 (</a:t>
                          </a:r>
                          <a:r>
                            <a:rPr lang="en-GB" sz="2000" i="1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GB" sz="2000" i="1" baseline="-25000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</a:t>
                          </a: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+ </a:t>
                          </a:r>
                          <a:r>
                            <a:rPr lang="en-GB" sz="2000" i="1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GB" sz="2000" i="1" baseline="-25000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SL</a:t>
                          </a: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)/2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GB" sz="2000" i="1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GB" sz="2000" i="1" baseline="-25000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</a:t>
                          </a: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+ </a:t>
                          </a:r>
                          <a:r>
                            <a:rPr lang="en-GB" sz="2000" i="1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GB" sz="2000" i="1" baseline="-25000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SR</a:t>
                          </a: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)/2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i="1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GB" sz="2000" dirty="0">
                            <a:effectLst/>
                            <a:latin typeface="+mj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i="1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GB" sz="2000" dirty="0">
                            <a:effectLst/>
                            <a:latin typeface="+mj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i="1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GB" sz="2000" dirty="0">
                            <a:effectLst/>
                            <a:latin typeface="+mj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i="1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GB" sz="2000" dirty="0">
                            <a:effectLst/>
                            <a:latin typeface="+mj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2685" marR="72685" marT="0" marB="0" anchor="ctr"/>
                    </a:tc>
                    <a:extLst>
                      <a:ext uri="{0D108BD9-81ED-4DB2-BD59-A6C34878D82A}">
                        <a16:rowId xmlns:a16="http://schemas.microsoft.com/office/drawing/2014/main" val="3888523463"/>
                      </a:ext>
                    </a:extLst>
                  </a:tr>
                  <a:tr h="611909"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5.1</a:t>
                          </a:r>
                          <a:r>
                            <a:rPr lang="en-GB" sz="20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  <a:sym typeface="Wingdings" panose="05000000000000000000" pitchFamily="2" charset="2"/>
                            </a:rPr>
                            <a:t></a:t>
                          </a:r>
                          <a:r>
                            <a:rPr lang="en-GB" sz="20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5.1 to Stereo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i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GB" sz="2000" i="1" baseline="-250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</a:t>
                          </a:r>
                          <a:r>
                            <a:rPr lang="en-GB" sz="20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+ (x</a:t>
                          </a:r>
                          <a:r>
                            <a:rPr lang="en-GB" sz="2000" baseline="-250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r>
                            <a:rPr lang="en-GB" sz="20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+ </a:t>
                          </a:r>
                          <a:r>
                            <a:rPr lang="en-GB" sz="2000" i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GB" sz="2000" i="1" baseline="-250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SL</a:t>
                          </a:r>
                          <a:r>
                            <a:rPr lang="en-GB" sz="20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)/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GB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oMath>
                          </a14:m>
                          <a:endParaRPr lang="en-GB" sz="2000">
                            <a:effectLst/>
                            <a:latin typeface="+mj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i="1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GB" sz="2000" i="1" baseline="-25000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</a:t>
                          </a: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+(</a:t>
                          </a:r>
                          <a:r>
                            <a:rPr lang="en-GB" sz="2000" i="1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GB" sz="2000" baseline="-25000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r>
                            <a:rPr lang="en-GB" sz="2000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</a:t>
                          </a:r>
                          <a:r>
                            <a:rPr lang="en-GB" sz="2000" i="1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GB" sz="2000" i="1" baseline="-25000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SR</a:t>
                          </a: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)/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GB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oMath>
                          </a14:m>
                          <a:endParaRPr lang="en-GB" sz="2000" dirty="0">
                            <a:effectLst/>
                            <a:latin typeface="+mj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i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GB" sz="2000">
                            <a:effectLst/>
                            <a:latin typeface="+mj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i="1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GB" sz="2000" dirty="0">
                            <a:effectLst/>
                            <a:latin typeface="+mj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i="1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GB" sz="2000" dirty="0">
                            <a:effectLst/>
                            <a:latin typeface="+mj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i="1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GB" sz="2000" dirty="0">
                            <a:effectLst/>
                            <a:latin typeface="+mj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2685" marR="72685" marT="0" marB="0" anchor="ctr"/>
                    </a:tc>
                    <a:extLst>
                      <a:ext uri="{0D108BD9-81ED-4DB2-BD59-A6C34878D82A}">
                        <a16:rowId xmlns:a16="http://schemas.microsoft.com/office/drawing/2014/main" val="1816493223"/>
                      </a:ext>
                    </a:extLst>
                  </a:tr>
                  <a:tr h="611909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Quad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5.1</a:t>
                          </a:r>
                          <a:r>
                            <a:rPr lang="en-GB" sz="20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  <a:sym typeface="Wingdings" panose="05000000000000000000" pitchFamily="2" charset="2"/>
                            </a:rPr>
                            <a:t></a:t>
                          </a:r>
                          <a:r>
                            <a:rPr lang="en-GB" sz="20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5.1 to Quad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i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GB" sz="2000" i="1" baseline="-250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</a:t>
                          </a:r>
                          <a:r>
                            <a:rPr lang="en-GB" sz="20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+ </a:t>
                          </a:r>
                          <a:r>
                            <a:rPr lang="en-GB" sz="2000" i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GB" sz="2000" i="1" baseline="-250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r>
                            <a:rPr lang="en-GB" sz="20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/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GB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oMath>
                          </a14:m>
                          <a:endParaRPr lang="en-GB" sz="2000">
                            <a:effectLst/>
                            <a:latin typeface="+mj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i="1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GB" sz="2000" i="1" baseline="-25000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</a:t>
                          </a: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+ </a:t>
                          </a:r>
                          <a:r>
                            <a:rPr lang="en-GB" sz="2000" i="1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GB" sz="2000" i="1" baseline="-25000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/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GB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oMath>
                          </a14:m>
                          <a:endParaRPr lang="en-GB" sz="2000" dirty="0">
                            <a:effectLst/>
                            <a:latin typeface="+mj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i="1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GB" sz="2000" i="1" baseline="-25000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SL</a:t>
                          </a:r>
                          <a:endParaRPr lang="en-GB" sz="2000" dirty="0">
                            <a:effectLst/>
                            <a:latin typeface="+mj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i="1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GB" sz="2000" i="1" baseline="-25000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SR</a:t>
                          </a:r>
                          <a:endParaRPr lang="en-GB" sz="2000" dirty="0">
                            <a:effectLst/>
                            <a:latin typeface="+mj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2685" marR="72685" marT="0" marB="0" anchor="ctr"/>
                    </a:tc>
                    <a:extLst>
                      <a:ext uri="{0D108BD9-81ED-4DB2-BD59-A6C34878D82A}">
                        <a16:rowId xmlns:a16="http://schemas.microsoft.com/office/drawing/2014/main" val="20308245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73B06794-A15C-46FE-9B37-D08D3BE46A8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95560178"/>
                  </p:ext>
                </p:extLst>
              </p:nvPr>
            </p:nvGraphicFramePr>
            <p:xfrm>
              <a:off x="150019" y="966789"/>
              <a:ext cx="11891962" cy="5336600"/>
            </p:xfrm>
            <a:graphic>
              <a:graphicData uri="http://schemas.openxmlformats.org/drawingml/2006/table">
                <a:tbl>
                  <a:tblPr firstRow="1" firstCol="1" bandRow="1">
                    <a:tableStyleId>{21E4AEA4-8DFA-4A89-87EB-49C32662AFE0}</a:tableStyleId>
                  </a:tblPr>
                  <a:tblGrid>
                    <a:gridCol w="1275232">
                      <a:extLst>
                        <a:ext uri="{9D8B030D-6E8A-4147-A177-3AD203B41FA5}">
                          <a16:colId xmlns:a16="http://schemas.microsoft.com/office/drawing/2014/main" val="2181792383"/>
                        </a:ext>
                      </a:extLst>
                    </a:gridCol>
                    <a:gridCol w="1170516">
                      <a:extLst>
                        <a:ext uri="{9D8B030D-6E8A-4147-A177-3AD203B41FA5}">
                          <a16:colId xmlns:a16="http://schemas.microsoft.com/office/drawing/2014/main" val="3537216945"/>
                        </a:ext>
                      </a:extLst>
                    </a:gridCol>
                    <a:gridCol w="1825602">
                      <a:extLst>
                        <a:ext uri="{9D8B030D-6E8A-4147-A177-3AD203B41FA5}">
                          <a16:colId xmlns:a16="http://schemas.microsoft.com/office/drawing/2014/main" val="1361880311"/>
                        </a:ext>
                      </a:extLst>
                    </a:gridCol>
                    <a:gridCol w="3170415">
                      <a:extLst>
                        <a:ext uri="{9D8B030D-6E8A-4147-A177-3AD203B41FA5}">
                          <a16:colId xmlns:a16="http://schemas.microsoft.com/office/drawing/2014/main" val="4078284171"/>
                        </a:ext>
                      </a:extLst>
                    </a:gridCol>
                    <a:gridCol w="1992833">
                      <a:extLst>
                        <a:ext uri="{9D8B030D-6E8A-4147-A177-3AD203B41FA5}">
                          <a16:colId xmlns:a16="http://schemas.microsoft.com/office/drawing/2014/main" val="1534547978"/>
                        </a:ext>
                      </a:extLst>
                    </a:gridCol>
                    <a:gridCol w="614341">
                      <a:extLst>
                        <a:ext uri="{9D8B030D-6E8A-4147-A177-3AD203B41FA5}">
                          <a16:colId xmlns:a16="http://schemas.microsoft.com/office/drawing/2014/main" val="2459515218"/>
                        </a:ext>
                      </a:extLst>
                    </a:gridCol>
                    <a:gridCol w="614341">
                      <a:extLst>
                        <a:ext uri="{9D8B030D-6E8A-4147-A177-3AD203B41FA5}">
                          <a16:colId xmlns:a16="http://schemas.microsoft.com/office/drawing/2014/main" val="1504145374"/>
                        </a:ext>
                      </a:extLst>
                    </a:gridCol>
                    <a:gridCol w="614341">
                      <a:extLst>
                        <a:ext uri="{9D8B030D-6E8A-4147-A177-3AD203B41FA5}">
                          <a16:colId xmlns:a16="http://schemas.microsoft.com/office/drawing/2014/main" val="3584662932"/>
                        </a:ext>
                      </a:extLst>
                    </a:gridCol>
                    <a:gridCol w="614341">
                      <a:extLst>
                        <a:ext uri="{9D8B030D-6E8A-4147-A177-3AD203B41FA5}">
                          <a16:colId xmlns:a16="http://schemas.microsoft.com/office/drawing/2014/main" val="1329116547"/>
                        </a:ext>
                      </a:extLst>
                    </a:gridCol>
                  </a:tblGrid>
                  <a:tr h="561157">
                    <a:tc rowSpan="2"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Down-mix type</a:t>
                          </a:r>
                        </a:p>
                      </a:txBody>
                      <a:tcPr marL="72685" marR="72685" marT="0" marB="0" anchor="ctr"/>
                    </a:tc>
                    <a:tc rowSpan="2"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195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Notation</a:t>
                          </a:r>
                        </a:p>
                      </a:txBody>
                      <a:tcPr marL="72685" marR="72685" marT="0" marB="0" anchor="ctr"/>
                    </a:tc>
                    <a:tc rowSpan="2"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Description</a:t>
                          </a:r>
                          <a:endParaRPr lang="en-GB" sz="2000" dirty="0">
                            <a:effectLst/>
                            <a:latin typeface="+mj-lt"/>
                            <a:cs typeface="Times New Roman" panose="02020603050405020304" pitchFamily="18" charset="0"/>
                          </a:endParaRPr>
                        </a:p>
                      </a:txBody>
                      <a:tcPr marL="72685" marR="72685" marT="0" marB="0" anchor="ctr"/>
                    </a:tc>
                    <a:tc gridSpan="6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Output</a:t>
                          </a:r>
                        </a:p>
                      </a:txBody>
                      <a:tcPr marL="96913" marR="96913" marT="48456" marB="48456" anchor="ctr"/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2898428"/>
                      </a:ext>
                    </a:extLst>
                  </a:tr>
                  <a:tr h="611909">
                    <a:tc vMerge="1"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18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72685" marR="72685" marT="0" marB="0" anchor="ctr"/>
                    </a:tc>
                    <a:tc vMerge="1"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18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72685" marR="72685" marT="0" marB="0" anchor="ctr"/>
                    </a:tc>
                    <a:tc vMerge="1"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18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i="1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y</a:t>
                          </a:r>
                          <a:r>
                            <a:rPr lang="en-GB" sz="2000" i="1" baseline="-25000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</a:t>
                          </a:r>
                          <a:r>
                            <a:rPr lang="en-GB" sz="2000" i="1" baseline="-25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or </a:t>
                          </a:r>
                          <a:r>
                            <a:rPr lang="en-GB" sz="2000" i="1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y</a:t>
                          </a:r>
                          <a:endParaRPr lang="en-GB" sz="2000" dirty="0">
                            <a:effectLst/>
                            <a:latin typeface="+mj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i="1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y</a:t>
                          </a:r>
                          <a:r>
                            <a:rPr lang="en-GB" sz="2000" i="1" baseline="-25000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</a:t>
                          </a:r>
                          <a:endParaRPr lang="en-GB" sz="2000" dirty="0">
                            <a:effectLst/>
                            <a:latin typeface="+mj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i="1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y</a:t>
                          </a:r>
                          <a:r>
                            <a:rPr lang="en-GB" sz="2000" i="1" baseline="-25000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en-GB" sz="2000" dirty="0">
                            <a:effectLst/>
                            <a:latin typeface="+mj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i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y</a:t>
                          </a:r>
                          <a:r>
                            <a:rPr lang="en-GB" sz="2000" i="1" baseline="-250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LFE</a:t>
                          </a:r>
                          <a:endParaRPr lang="en-GB" sz="2000">
                            <a:effectLst/>
                            <a:latin typeface="+mj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i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y</a:t>
                          </a:r>
                          <a:r>
                            <a:rPr lang="en-GB" sz="2000" i="1" baseline="-250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SL</a:t>
                          </a:r>
                          <a:endParaRPr lang="en-GB" sz="2000">
                            <a:effectLst/>
                            <a:latin typeface="+mj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i="1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y</a:t>
                          </a:r>
                          <a:r>
                            <a:rPr lang="en-GB" sz="2000" i="1" baseline="-25000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SR</a:t>
                          </a:r>
                          <a:endParaRPr lang="en-GB" sz="2000" dirty="0">
                            <a:effectLst/>
                            <a:latin typeface="+mj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2685" marR="72685" marT="0" marB="0" anchor="ctr"/>
                    </a:tc>
                    <a:extLst>
                      <a:ext uri="{0D108BD9-81ED-4DB2-BD59-A6C34878D82A}">
                        <a16:rowId xmlns:a16="http://schemas.microsoft.com/office/drawing/2014/main" val="1971908699"/>
                      </a:ext>
                    </a:extLst>
                  </a:tr>
                  <a:tr h="857949">
                    <a:tc rowSpan="3"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Mono</a:t>
                          </a:r>
                        </a:p>
                      </a:txBody>
                      <a:tcPr marL="96913" marR="96913" marT="48456" marB="48456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  <a:sym typeface="Wingdings" panose="05000000000000000000" pitchFamily="2" charset="2"/>
                            </a:rPr>
                            <a:t></a:t>
                          </a: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Stereo </a:t>
                          </a:r>
                        </a:p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 Mono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GB" sz="2000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GB" sz="2000" baseline="-25000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</a:t>
                          </a: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</a:t>
                          </a:r>
                          <a:r>
                            <a:rPr lang="en-GB" sz="2000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GB" sz="2000" baseline="-25000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</a:t>
                          </a: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)/2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72685" marR="72685" marT="0" marB="0" anchor="ctr"/>
                    </a:tc>
                    <a:extLst>
                      <a:ext uri="{0D108BD9-81ED-4DB2-BD59-A6C34878D82A}">
                        <a16:rowId xmlns:a16="http://schemas.microsoft.com/office/drawing/2014/main" val="2643990957"/>
                      </a:ext>
                    </a:extLst>
                  </a:tr>
                  <a:tr h="611909"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r>
                            <a:rPr lang="en-GB" sz="20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  <a:sym typeface="Wingdings" panose="05000000000000000000" pitchFamily="2" charset="2"/>
                            </a:rPr>
                            <a:t></a:t>
                          </a:r>
                          <a:r>
                            <a:rPr lang="en-GB" sz="20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Quad to Mono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GB" sz="2000" i="1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GB" sz="2000" i="1" baseline="-25000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</a:t>
                          </a: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</a:t>
                          </a:r>
                          <a:r>
                            <a:rPr lang="en-GB" sz="2000" i="1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GB" sz="2000" i="1" baseline="-25000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</a:t>
                          </a: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</a:t>
                          </a:r>
                          <a:r>
                            <a:rPr lang="en-GB" sz="2000" i="1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GB" sz="2000" i="1" baseline="-25000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SL</a:t>
                          </a: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</a:t>
                          </a:r>
                          <a:r>
                            <a:rPr lang="en-GB" sz="2000" i="1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GB" sz="2000" i="1" baseline="-25000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SR</a:t>
                          </a: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)/2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72685" marR="72685" marT="0" marB="0" anchor="ctr"/>
                    </a:tc>
                    <a:extLst>
                      <a:ext uri="{0D108BD9-81ED-4DB2-BD59-A6C34878D82A}">
                        <a16:rowId xmlns:a16="http://schemas.microsoft.com/office/drawing/2014/main" val="1850518936"/>
                      </a:ext>
                    </a:extLst>
                  </a:tr>
                  <a:tr h="611909"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5.1</a:t>
                          </a:r>
                          <a:r>
                            <a:rPr lang="en-GB" sz="20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  <a:sym typeface="Wingdings" panose="05000000000000000000" pitchFamily="2" charset="2"/>
                            </a:rPr>
                            <a:t></a:t>
                          </a:r>
                          <a:r>
                            <a:rPr lang="en-GB" sz="20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5.1 to Mono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2685" marR="72685" marT="0" marB="0" anchor="ctr">
                        <a:blipFill>
                          <a:blip r:embed="rId3"/>
                          <a:stretch>
                            <a:fillRect l="-134741" t="-430693" r="-140883" b="-3495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72685" marR="72685" marT="0" marB="0" anchor="ctr"/>
                    </a:tc>
                    <a:extLst>
                      <a:ext uri="{0D108BD9-81ED-4DB2-BD59-A6C34878D82A}">
                        <a16:rowId xmlns:a16="http://schemas.microsoft.com/office/drawing/2014/main" val="1232841706"/>
                      </a:ext>
                    </a:extLst>
                  </a:tr>
                  <a:tr h="857949">
                    <a:tc rowSpan="2"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Stereo</a:t>
                          </a:r>
                        </a:p>
                      </a:txBody>
                      <a:tcPr marL="96913" marR="96913" marT="48456" marB="48456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r>
                            <a:rPr lang="en-GB" sz="20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  <a:sym typeface="Wingdings" panose="05000000000000000000" pitchFamily="2" charset="2"/>
                            </a:rPr>
                            <a:t></a:t>
                          </a:r>
                          <a:r>
                            <a:rPr lang="en-GB" sz="20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Quad </a:t>
                          </a:r>
                        </a:p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 Stereo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i="1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y</a:t>
                          </a:r>
                          <a:r>
                            <a:rPr lang="en-GB" sz="2000" i="1" baseline="-25000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</a:t>
                          </a: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 (</a:t>
                          </a:r>
                          <a:r>
                            <a:rPr lang="en-GB" sz="2000" i="1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GB" sz="2000" i="1" baseline="-25000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</a:t>
                          </a: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+ </a:t>
                          </a:r>
                          <a:r>
                            <a:rPr lang="en-GB" sz="2000" i="1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GB" sz="2000" i="1" baseline="-25000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SL</a:t>
                          </a: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)/2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GB" sz="2000" i="1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GB" sz="2000" i="1" baseline="-25000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</a:t>
                          </a: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+ </a:t>
                          </a:r>
                          <a:r>
                            <a:rPr lang="en-GB" sz="2000" i="1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GB" sz="2000" i="1" baseline="-25000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SR</a:t>
                          </a: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)/2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i="1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GB" sz="2000" dirty="0">
                            <a:effectLst/>
                            <a:latin typeface="+mj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i="1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GB" sz="2000" dirty="0">
                            <a:effectLst/>
                            <a:latin typeface="+mj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i="1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GB" sz="2000" dirty="0">
                            <a:effectLst/>
                            <a:latin typeface="+mj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i="1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GB" sz="2000" dirty="0">
                            <a:effectLst/>
                            <a:latin typeface="+mj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2685" marR="72685" marT="0" marB="0" anchor="ctr"/>
                    </a:tc>
                    <a:extLst>
                      <a:ext uri="{0D108BD9-81ED-4DB2-BD59-A6C34878D82A}">
                        <a16:rowId xmlns:a16="http://schemas.microsoft.com/office/drawing/2014/main" val="3888523463"/>
                      </a:ext>
                    </a:extLst>
                  </a:tr>
                  <a:tr h="611909"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5.1</a:t>
                          </a:r>
                          <a:r>
                            <a:rPr lang="en-GB" sz="20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  <a:sym typeface="Wingdings" panose="05000000000000000000" pitchFamily="2" charset="2"/>
                            </a:rPr>
                            <a:t></a:t>
                          </a:r>
                          <a:r>
                            <a:rPr lang="en-GB" sz="20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5.1 to Stereo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2685" marR="72685" marT="0" marB="0" anchor="ctr">
                        <a:blipFill>
                          <a:blip r:embed="rId3"/>
                          <a:stretch>
                            <a:fillRect l="-134741" t="-677000" r="-140883" b="-11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2685" marR="72685" marT="0" marB="0" anchor="ctr">
                        <a:blipFill>
                          <a:blip r:embed="rId3"/>
                          <a:stretch>
                            <a:fillRect l="-374006" t="-677000" r="-124465" b="-11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i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GB" sz="2000">
                            <a:effectLst/>
                            <a:latin typeface="+mj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i="1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GB" sz="2000" dirty="0">
                            <a:effectLst/>
                            <a:latin typeface="+mj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i="1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GB" sz="2000" dirty="0">
                            <a:effectLst/>
                            <a:latin typeface="+mj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i="1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GB" sz="2000" dirty="0">
                            <a:effectLst/>
                            <a:latin typeface="+mj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2685" marR="72685" marT="0" marB="0" anchor="ctr"/>
                    </a:tc>
                    <a:extLst>
                      <a:ext uri="{0D108BD9-81ED-4DB2-BD59-A6C34878D82A}">
                        <a16:rowId xmlns:a16="http://schemas.microsoft.com/office/drawing/2014/main" val="1816493223"/>
                      </a:ext>
                    </a:extLst>
                  </a:tr>
                  <a:tr h="611909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Quad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5.1</a:t>
                          </a:r>
                          <a:r>
                            <a:rPr lang="en-GB" sz="20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  <a:sym typeface="Wingdings" panose="05000000000000000000" pitchFamily="2" charset="2"/>
                            </a:rPr>
                            <a:t></a:t>
                          </a:r>
                          <a:r>
                            <a:rPr lang="en-GB" sz="20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5.1 to Quad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2685" marR="72685" marT="0" marB="0" anchor="ctr">
                        <a:blipFill>
                          <a:blip r:embed="rId3"/>
                          <a:stretch>
                            <a:fillRect l="-134741" t="-769307" r="-140883" b="-108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2685" marR="72685" marT="0" marB="0" anchor="ctr">
                        <a:blipFill>
                          <a:blip r:embed="rId3"/>
                          <a:stretch>
                            <a:fillRect l="-374006" t="-769307" r="-124465" b="-108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dirty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i="1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GB" sz="2000" i="1" baseline="-25000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SL</a:t>
                          </a:r>
                          <a:endParaRPr lang="en-GB" sz="2000" dirty="0">
                            <a:effectLst/>
                            <a:latin typeface="+mj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2685" marR="7268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GB" sz="2000" i="1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GB" sz="2000" i="1" baseline="-25000" dirty="0" err="1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SR</a:t>
                          </a:r>
                          <a:endParaRPr lang="en-GB" sz="2000" dirty="0">
                            <a:effectLst/>
                            <a:latin typeface="+mj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2685" marR="72685" marT="0" marB="0" anchor="ctr"/>
                    </a:tc>
                    <a:extLst>
                      <a:ext uri="{0D108BD9-81ED-4DB2-BD59-A6C34878D82A}">
                        <a16:rowId xmlns:a16="http://schemas.microsoft.com/office/drawing/2014/main" val="203082458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4136954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17702" y="880187"/>
            <a:ext cx="12085811" cy="5762484"/>
          </a:xfrm>
        </p:spPr>
        <p:txBody>
          <a:bodyPr anchor="t"/>
          <a:lstStyle/>
          <a:p>
            <a:pPr algn="just"/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Gain node to explicit 2-channels (stereo)</a:t>
            </a:r>
            <a:endParaRPr lang="en-GB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lvl="1" algn="just"/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gain.channelCount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2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 algn="just"/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gain.channelCountMode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="explicit"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 algn="just"/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gain.channelInterpretation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="speakers"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</a:pPr>
            <a:r>
              <a:rPr lang="en-US" sz="2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Hardware output to 5.1 to play </a:t>
            </a:r>
            <a:r>
              <a:rPr lang="en-US" sz="2400" dirty="0" err="1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HTMLAudioElement</a:t>
            </a:r>
            <a:endParaRPr lang="en-GB" sz="2400" dirty="0"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lvl="1" algn="just"/>
            <a:r>
              <a:rPr lang="en-US" sz="18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context.destination.channelCount</a:t>
            </a:r>
            <a:r>
              <a:rPr lang="en-US" sz="1800" dirty="0">
                <a:latin typeface="Courier New" panose="02070309020205020404" pitchFamily="49" charset="0"/>
                <a:ea typeface="Times New Roman" panose="02020603050405020304" pitchFamily="18" charset="0"/>
              </a:rPr>
              <a:t> = 6</a:t>
            </a:r>
            <a:endParaRPr lang="en-GB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 algn="just"/>
            <a:r>
              <a:rPr lang="en-US" sz="18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context.destination.channelCountMode</a:t>
            </a:r>
            <a:r>
              <a:rPr lang="en-US" sz="1800" dirty="0">
                <a:latin typeface="Courier New" panose="02070309020205020404" pitchFamily="49" charset="0"/>
                <a:ea typeface="Times New Roman" panose="02020603050405020304" pitchFamily="18" charset="0"/>
              </a:rPr>
              <a:t> = "explicit"</a:t>
            </a:r>
            <a:endParaRPr lang="en-GB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 algn="just"/>
            <a:r>
              <a:rPr lang="en-US" sz="18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context.destination.channelInterpretation</a:t>
            </a:r>
            <a:r>
              <a:rPr lang="en-US" sz="1800" dirty="0">
                <a:latin typeface="Courier New" panose="02070309020205020404" pitchFamily="49" charset="0"/>
                <a:ea typeface="Times New Roman" panose="02020603050405020304" pitchFamily="18" charset="0"/>
              </a:rPr>
              <a:t> = "speakers"</a:t>
            </a:r>
            <a:endParaRPr lang="en-GB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</a:pP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Hardware output to 4-channels for DJ-app with 2 stereo output busses</a:t>
            </a:r>
            <a:endParaRPr lang="en-GB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lvl="1" algn="just"/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context.destination.channelCount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4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 algn="just"/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context.destination.channelCountMode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"explicit"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 algn="just"/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context.destination.channelInterpretation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"discrete"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</a:pP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Hardware output to 8-channels for custom multichannel speaker array</a:t>
            </a:r>
            <a:endParaRPr lang="en-GB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lvl="1" algn="just"/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context.destination.channelCount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8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 algn="just"/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context.destination.channelCountMode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"explicit"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 algn="just"/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context.destination.channelInterpretation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"discrete"</a:t>
            </a:r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5719"/>
            <a:ext cx="12192000" cy="685190"/>
          </a:xfrm>
        </p:spPr>
        <p:txBody>
          <a:bodyPr/>
          <a:lstStyle/>
          <a:p>
            <a:pPr algn="ctr" eaLnBrk="1" hangingPunct="1"/>
            <a:r>
              <a:rPr lang="en-US" altLang="en-US" sz="3600" dirty="0"/>
              <a:t>Examples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6425AF-C06F-4A57-BE63-28F36E76E903}"/>
              </a:ext>
            </a:extLst>
          </p:cNvPr>
          <p:cNvSpPr txBox="1"/>
          <p:nvPr/>
        </p:nvSpPr>
        <p:spPr>
          <a:xfrm>
            <a:off x="6153033" y="880187"/>
            <a:ext cx="603896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10751" marR="0" lvl="0" indent="-267881" algn="just" defTabSz="914400" rtl="0" eaLnBrk="0" fontAlgn="base" latinLnBrk="0" hangingPunct="0">
              <a:lnSpc>
                <a:spcPct val="100000"/>
              </a:lnSpc>
              <a:spcBef>
                <a:spcPts val="422"/>
              </a:spcBef>
              <a:spcAft>
                <a:spcPct val="0"/>
              </a:spcAft>
              <a:buClrTx/>
              <a:buSzPct val="150000"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  <a:sym typeface="Arial" charset="0"/>
              </a:rPr>
              <a:t>Explicitly down-mix to mono.</a:t>
            </a:r>
            <a:endParaRPr kumimoji="0" lang="en-GB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  <a:sym typeface="Arial" charset="0"/>
            </a:endParaRPr>
          </a:p>
          <a:p>
            <a:pPr marL="767926" marR="0" lvl="1" indent="-267881" algn="just" defTabSz="914400" rtl="0" eaLnBrk="0" fontAlgn="base" latinLnBrk="0" hangingPunct="0">
              <a:lnSpc>
                <a:spcPct val="100000"/>
              </a:lnSpc>
              <a:spcBef>
                <a:spcPts val="422"/>
              </a:spcBef>
              <a:spcAft>
                <a:spcPct val="0"/>
              </a:spcAft>
              <a:buClrTx/>
              <a:buSzPct val="100000"/>
              <a:buFont typeface="Lucida Grande" charset="0"/>
              <a:buChar char="‣"/>
              <a:tabLst/>
              <a:defRPr/>
            </a:pPr>
            <a:r>
              <a:rPr kumimoji="0" lang="en-US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sym typeface="Arial" charset="0"/>
              </a:rPr>
              <a:t>gain.channelCount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sym typeface="Arial" charset="0"/>
              </a:rPr>
              <a:t> = 1</a:t>
            </a:r>
            <a:endParaRPr kumimoji="0" lang="en-GB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sym typeface="Arial" charset="0"/>
            </a:endParaRPr>
          </a:p>
          <a:p>
            <a:pPr marL="767926" marR="0" lvl="1" indent="-267881" algn="just" defTabSz="914400" rtl="0" eaLnBrk="0" fontAlgn="base" latinLnBrk="0" hangingPunct="0">
              <a:lnSpc>
                <a:spcPct val="100000"/>
              </a:lnSpc>
              <a:spcBef>
                <a:spcPts val="422"/>
              </a:spcBef>
              <a:spcAft>
                <a:spcPct val="0"/>
              </a:spcAft>
              <a:buClrTx/>
              <a:buSzPct val="100000"/>
              <a:buFont typeface="Lucida Grande" charset="0"/>
              <a:buChar char="‣"/>
              <a:tabLst/>
              <a:defRPr/>
            </a:pPr>
            <a:r>
              <a:rPr kumimoji="0" lang="en-US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sym typeface="Arial" charset="0"/>
              </a:rPr>
              <a:t>gain.channelCountMode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sym typeface="Arial" charset="0"/>
              </a:rPr>
              <a:t> = "explicit"</a:t>
            </a:r>
            <a:endParaRPr kumimoji="0" lang="en-GB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sym typeface="Arial" charset="0"/>
            </a:endParaRPr>
          </a:p>
          <a:p>
            <a:pPr marL="767926" marR="0" lvl="1" indent="-267881" algn="just" defTabSz="914400" rtl="0" eaLnBrk="0" fontAlgn="base" latinLnBrk="0" hangingPunct="0">
              <a:lnSpc>
                <a:spcPct val="100000"/>
              </a:lnSpc>
              <a:spcBef>
                <a:spcPts val="422"/>
              </a:spcBef>
              <a:spcAft>
                <a:spcPct val="0"/>
              </a:spcAft>
              <a:buClrTx/>
              <a:buSzPct val="100000"/>
              <a:buFont typeface="Lucida Grande" charset="0"/>
              <a:buChar char="‣"/>
              <a:tabLst/>
              <a:defRPr/>
            </a:pPr>
            <a:r>
              <a:rPr kumimoji="0" lang="en-US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sym typeface="Arial" charset="0"/>
              </a:rPr>
              <a:t>gain.channelInterpretation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sym typeface="Arial" charset="0"/>
              </a:rPr>
              <a:t>="speakers"</a:t>
            </a:r>
            <a:endParaRPr kumimoji="0" lang="en-GB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sym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5866044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12296-C406-4A58-A85A-73635BB62E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558492"/>
          </a:xfrm>
        </p:spPr>
        <p:txBody>
          <a:bodyPr>
            <a:normAutofit/>
          </a:bodyPr>
          <a:lstStyle/>
          <a:p>
            <a:r>
              <a:rPr lang="en-GB" dirty="0"/>
              <a:t>Channel splitting and merging in the Web Audio API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D9BBA4-F8E2-4DB4-880C-719298E249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26" name="Picture 2" descr="2 Conductor three way low voltage wire splitter, 18-24AWG - Ecolocity LED">
            <a:extLst>
              <a:ext uri="{FF2B5EF4-FFF2-40B4-BE49-F238E27FC236}">
                <a16:creationId xmlns:a16="http://schemas.microsoft.com/office/drawing/2014/main" id="{D93086C6-1E77-4370-88D4-F76EE71A0E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33"/>
          <a:stretch/>
        </p:blipFill>
        <p:spPr bwMode="auto">
          <a:xfrm>
            <a:off x="3714750" y="2936081"/>
            <a:ext cx="4762500" cy="3875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0665312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11797" y="795131"/>
            <a:ext cx="8045969" cy="4396698"/>
          </a:xfrm>
        </p:spPr>
        <p:txBody>
          <a:bodyPr anchor="t"/>
          <a:lstStyle/>
          <a:p>
            <a:pPr marL="178588" indent="0" eaLnBrk="1" hangingPunct="1">
              <a:spcBef>
                <a:spcPts val="300"/>
              </a:spcBef>
              <a:spcAft>
                <a:spcPts val="200"/>
              </a:spcAft>
              <a:buNone/>
            </a:pPr>
            <a:r>
              <a:rPr lang="en-GB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Separate channels of single input signal into several mono outputs</a:t>
            </a:r>
          </a:p>
          <a:p>
            <a:pPr marL="635788" indent="-457200" eaLnBrk="1" hangingPunct="1">
              <a:spcBef>
                <a:spcPts val="300"/>
              </a:spcBef>
              <a:spcAft>
                <a:spcPts val="200"/>
              </a:spcAft>
            </a:pPr>
            <a:r>
              <a:rPr lang="en-GB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single input</a:t>
            </a:r>
          </a:p>
          <a:p>
            <a:pPr marL="635788" indent="-457200" eaLnBrk="1" hangingPunct="1">
              <a:spcBef>
                <a:spcPts val="300"/>
              </a:spcBef>
              <a:spcAft>
                <a:spcPts val="200"/>
              </a:spcAft>
            </a:pPr>
            <a:r>
              <a:rPr lang="en-GB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# active outputs = # channels in input signal</a:t>
            </a:r>
          </a:p>
          <a:p>
            <a:pPr marL="635788" indent="-457200" eaLnBrk="1" hangingPunct="1">
              <a:spcBef>
                <a:spcPts val="300"/>
              </a:spcBef>
              <a:spcAft>
                <a:spcPts val="200"/>
              </a:spcAft>
            </a:pPr>
            <a:r>
              <a:rPr lang="en-GB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useful for accessing each channel separately</a:t>
            </a:r>
          </a:p>
          <a:p>
            <a:pPr marL="992963" lvl="1" indent="-457200" eaLnBrk="1" hangingPunct="1">
              <a:spcBef>
                <a:spcPts val="300"/>
              </a:spcBef>
              <a:spcAft>
                <a:spcPts val="200"/>
              </a:spcAft>
            </a:pPr>
            <a:r>
              <a:rPr lang="en-GB" altLang="en-US" sz="2378" dirty="0">
                <a:latin typeface="Calibri" panose="020F0502020204030204" pitchFamily="34" charset="0"/>
                <a:cs typeface="Calibri" panose="020F0502020204030204" pitchFamily="34" charset="0"/>
              </a:rPr>
              <a:t>perform channel mixing where gain must be separately controlled on each channel</a:t>
            </a:r>
          </a:p>
          <a:p>
            <a:pPr marL="635788" indent="-457200" eaLnBrk="1" hangingPunct="1">
              <a:spcBef>
                <a:spcPts val="300"/>
              </a:spcBef>
              <a:spcAft>
                <a:spcPts val="200"/>
              </a:spcAft>
            </a:pPr>
            <a:r>
              <a:rPr lang="en-GB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One parameter, </a:t>
            </a:r>
            <a:r>
              <a:rPr lang="en-GB" altLang="en-US" sz="2400" kern="0" dirty="0" err="1">
                <a:solidFill>
                  <a:srgbClr val="000000"/>
                </a:solidFill>
                <a:latin typeface="Consolas" panose="020B0609020204030204" pitchFamily="49" charset="0"/>
                <a:cs typeface="Calibri" panose="020F0502020204030204" pitchFamily="34" charset="0"/>
                <a:sym typeface="Arial" charset="0"/>
              </a:rPr>
              <a:t>numberOfOutputs</a:t>
            </a:r>
            <a:endParaRPr lang="en-GB" alt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5719"/>
            <a:ext cx="12192000" cy="685190"/>
          </a:xfrm>
        </p:spPr>
        <p:txBody>
          <a:bodyPr/>
          <a:lstStyle/>
          <a:p>
            <a:pPr algn="ctr" eaLnBrk="1" hangingPunct="1"/>
            <a:r>
              <a:rPr lang="en-GB" altLang="en-US" sz="3600" dirty="0" err="1">
                <a:solidFill>
                  <a:srgbClr val="0000FF"/>
                </a:solidFill>
              </a:rPr>
              <a:t>ChannelSplitterNode</a:t>
            </a:r>
            <a:endParaRPr lang="en-US" altLang="en-US" sz="3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5273E7-2192-4306-BC1E-C61656282DFE}"/>
              </a:ext>
            </a:extLst>
          </p:cNvPr>
          <p:cNvSpPr txBox="1"/>
          <p:nvPr/>
        </p:nvSpPr>
        <p:spPr>
          <a:xfrm>
            <a:off x="11797" y="4708930"/>
            <a:ext cx="11539137" cy="1813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788" marR="0" lvl="0" indent="-45720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Tx/>
              <a:buSzPct val="150000"/>
              <a:buFont typeface="Arial" charset="0"/>
              <a:buChar char="•"/>
              <a:tabLst/>
              <a:defRPr/>
            </a:pPr>
            <a:r>
              <a:rPr kumimoji="0" lang="en-GB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 charset="0"/>
              </a:rPr>
              <a:t>Example: stereo input </a:t>
            </a:r>
            <a:r>
              <a:rPr kumimoji="0" lang="en-GB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</a:t>
            </a:r>
            <a:r>
              <a:rPr kumimoji="0" lang="en-GB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 charset="0"/>
              </a:rPr>
              <a:t> 2 outputs (one each from left &amp; right channels)</a:t>
            </a:r>
          </a:p>
          <a:p>
            <a:pPr marL="177800" lvl="1" fontAlgn="base">
              <a:spcBef>
                <a:spcPts val="300"/>
              </a:spcBef>
              <a:spcAft>
                <a:spcPts val="200"/>
              </a:spcAft>
              <a:buSzPct val="100000"/>
              <a:defRPr/>
            </a:pPr>
            <a:r>
              <a:rPr lang="en-GB" altLang="en-US" sz="2378" kern="0" dirty="0">
                <a:solidFill>
                  <a:srgbClr val="000000"/>
                </a:solidFill>
                <a:latin typeface="Consolas" panose="020B0609020204030204" pitchFamily="49" charset="0"/>
                <a:cs typeface="Calibri" panose="020F0502020204030204" pitchFamily="34" charset="0"/>
                <a:sym typeface="Arial" charset="0"/>
              </a:rPr>
              <a:t>var splitter= new </a:t>
            </a:r>
            <a:r>
              <a:rPr lang="en-GB" altLang="en-US" sz="2378" kern="0" dirty="0" err="1">
                <a:solidFill>
                  <a:srgbClr val="000000"/>
                </a:solidFill>
                <a:latin typeface="Consolas" panose="020B0609020204030204" pitchFamily="49" charset="0"/>
                <a:cs typeface="Calibri" panose="020F0502020204030204" pitchFamily="34" charset="0"/>
                <a:sym typeface="Arial" charset="0"/>
              </a:rPr>
              <a:t>ChannelSplitterNode</a:t>
            </a:r>
            <a:r>
              <a:rPr lang="en-GB" altLang="en-US" sz="2378" kern="0" dirty="0">
                <a:solidFill>
                  <a:srgbClr val="000000"/>
                </a:solidFill>
                <a:latin typeface="Consolas" panose="020B0609020204030204" pitchFamily="49" charset="0"/>
                <a:cs typeface="Calibri" panose="020F0502020204030204" pitchFamily="34" charset="0"/>
                <a:sym typeface="Arial" charset="0"/>
              </a:rPr>
              <a:t>(context,{numberOfOutputs:2})</a:t>
            </a:r>
          </a:p>
          <a:p>
            <a:pPr marL="177800" lvl="1" fontAlgn="base">
              <a:spcBef>
                <a:spcPts val="300"/>
              </a:spcBef>
              <a:spcAft>
                <a:spcPts val="200"/>
              </a:spcAft>
              <a:buSzPct val="100000"/>
              <a:defRPr/>
            </a:pPr>
            <a:r>
              <a:rPr lang="en-GB" altLang="en-US" sz="2378" kern="0" dirty="0">
                <a:solidFill>
                  <a:srgbClr val="000000"/>
                </a:solidFill>
                <a:latin typeface="Consolas" panose="020B0609020204030204" pitchFamily="49" charset="0"/>
                <a:cs typeface="Calibri" panose="020F0502020204030204" pitchFamily="34" charset="0"/>
                <a:sym typeface="Arial" charset="0"/>
              </a:rPr>
              <a:t> </a:t>
            </a:r>
            <a:r>
              <a:rPr lang="en-GB" altLang="en-US" sz="2378" i="1" kern="0" dirty="0">
                <a:solidFill>
                  <a:srgbClr val="000000"/>
                </a:solidFill>
                <a:latin typeface="Consolas" panose="020B0609020204030204" pitchFamily="49" charset="0"/>
                <a:cs typeface="Calibri" panose="020F0502020204030204" pitchFamily="34" charset="0"/>
                <a:sym typeface="Arial" charset="0"/>
              </a:rPr>
              <a:t>or</a:t>
            </a:r>
          </a:p>
          <a:p>
            <a:pPr marL="177800" lvl="1" fontAlgn="base">
              <a:spcBef>
                <a:spcPts val="300"/>
              </a:spcBef>
              <a:spcAft>
                <a:spcPts val="200"/>
              </a:spcAft>
              <a:buSzPct val="100000"/>
              <a:defRPr/>
            </a:pPr>
            <a:r>
              <a:rPr kumimoji="0" lang="en-GB" altLang="en-US" sz="2378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Calibri" panose="020F0502020204030204" pitchFamily="34" charset="0"/>
                <a:sym typeface="Arial" charset="0"/>
              </a:rPr>
              <a:t>var splitter = </a:t>
            </a:r>
            <a:r>
              <a:rPr lang="en-GB" altLang="en-US" sz="2378" kern="0" dirty="0">
                <a:solidFill>
                  <a:srgbClr val="000000"/>
                </a:solidFill>
                <a:latin typeface="Consolas" panose="020B0609020204030204" pitchFamily="49" charset="0"/>
                <a:cs typeface="Calibri" panose="020F0502020204030204" pitchFamily="34" charset="0"/>
                <a:sym typeface="Arial" charset="0"/>
              </a:rPr>
              <a:t>context</a:t>
            </a:r>
            <a:r>
              <a:rPr kumimoji="0" lang="en-GB" altLang="en-US" sz="2378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Calibri" panose="020F0502020204030204" pitchFamily="34" charset="0"/>
                <a:sym typeface="Arial" charset="0"/>
              </a:rPr>
              <a:t>.</a:t>
            </a:r>
            <a:r>
              <a:rPr kumimoji="0" lang="en-GB" altLang="en-US" sz="2378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Calibri" panose="020F0502020204030204" pitchFamily="34" charset="0"/>
                <a:sym typeface="Arial" charset="0"/>
              </a:rPr>
              <a:t>createChannelSplitter</a:t>
            </a:r>
            <a:r>
              <a:rPr kumimoji="0" lang="en-GB" altLang="en-US" sz="2378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Calibri" panose="020F0502020204030204" pitchFamily="34" charset="0"/>
                <a:sym typeface="Arial" charset="0"/>
              </a:rPr>
              <a:t>(2);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2FA1388-3CF2-F7B8-7FB1-9C2DD1238814}"/>
              </a:ext>
            </a:extLst>
          </p:cNvPr>
          <p:cNvSpPr/>
          <p:nvPr/>
        </p:nvSpPr>
        <p:spPr bwMode="auto">
          <a:xfrm>
            <a:off x="8740098" y="1458552"/>
            <a:ext cx="1991474" cy="2905883"/>
          </a:xfrm>
          <a:prstGeom prst="roundRect">
            <a:avLst/>
          </a:prstGeom>
          <a:solidFill>
            <a:srgbClr val="80008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ChannelSplitter</a:t>
            </a:r>
            <a:endParaRPr kumimoji="0" lang="en-GB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F98ADE6-5FA3-E351-DE70-4F298D008884}"/>
              </a:ext>
            </a:extLst>
          </p:cNvPr>
          <p:cNvCxnSpPr>
            <a:cxnSpLocks/>
          </p:cNvCxnSpPr>
          <p:nvPr/>
        </p:nvCxnSpPr>
        <p:spPr bwMode="auto">
          <a:xfrm>
            <a:off x="9641000" y="2000667"/>
            <a:ext cx="1429351" cy="0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254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138192D-A678-7E41-A6A3-DBB188035D45}"/>
              </a:ext>
            </a:extLst>
          </p:cNvPr>
          <p:cNvCxnSpPr>
            <a:cxnSpLocks/>
          </p:cNvCxnSpPr>
          <p:nvPr/>
        </p:nvCxnSpPr>
        <p:spPr bwMode="auto">
          <a:xfrm>
            <a:off x="9641000" y="2423461"/>
            <a:ext cx="1429351" cy="0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254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0C04488-9C12-C058-9FCD-26B69C6A81A7}"/>
              </a:ext>
            </a:extLst>
          </p:cNvPr>
          <p:cNvCxnSpPr>
            <a:cxnSpLocks/>
          </p:cNvCxnSpPr>
          <p:nvPr/>
        </p:nvCxnSpPr>
        <p:spPr bwMode="auto">
          <a:xfrm>
            <a:off x="9641000" y="2846255"/>
            <a:ext cx="1429351" cy="0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254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00C67ED-29B3-6A14-0225-A4A9DB79847E}"/>
              </a:ext>
            </a:extLst>
          </p:cNvPr>
          <p:cNvCxnSpPr>
            <a:cxnSpLocks/>
          </p:cNvCxnSpPr>
          <p:nvPr/>
        </p:nvCxnSpPr>
        <p:spPr bwMode="auto">
          <a:xfrm>
            <a:off x="9641000" y="3269049"/>
            <a:ext cx="1429351" cy="0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254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CA30727-DE25-7300-C34E-67A87D63CC8D}"/>
              </a:ext>
            </a:extLst>
          </p:cNvPr>
          <p:cNvCxnSpPr>
            <a:cxnSpLocks/>
          </p:cNvCxnSpPr>
          <p:nvPr/>
        </p:nvCxnSpPr>
        <p:spPr bwMode="auto">
          <a:xfrm>
            <a:off x="9641000" y="3691843"/>
            <a:ext cx="1429351" cy="0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254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F189BCA-679C-C862-5AA3-5E13F656ED7C}"/>
              </a:ext>
            </a:extLst>
          </p:cNvPr>
          <p:cNvCxnSpPr>
            <a:cxnSpLocks/>
          </p:cNvCxnSpPr>
          <p:nvPr/>
        </p:nvCxnSpPr>
        <p:spPr bwMode="auto">
          <a:xfrm>
            <a:off x="9641000" y="4114636"/>
            <a:ext cx="1429351" cy="0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254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8B5CC13-3E78-B80F-9C42-3153B7D18D01}"/>
              </a:ext>
            </a:extLst>
          </p:cNvPr>
          <p:cNvCxnSpPr>
            <a:cxnSpLocks/>
          </p:cNvCxnSpPr>
          <p:nvPr/>
        </p:nvCxnSpPr>
        <p:spPr bwMode="auto">
          <a:xfrm>
            <a:off x="9641000" y="2000667"/>
            <a:ext cx="0" cy="2113969"/>
          </a:xfrm>
          <a:prstGeom prst="line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254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21A98AF-B14E-20D3-5042-DF7D4F7467A8}"/>
              </a:ext>
            </a:extLst>
          </p:cNvPr>
          <p:cNvCxnSpPr>
            <a:cxnSpLocks/>
          </p:cNvCxnSpPr>
          <p:nvPr/>
        </p:nvCxnSpPr>
        <p:spPr bwMode="auto">
          <a:xfrm flipH="1">
            <a:off x="8123013" y="3060000"/>
            <a:ext cx="1517987" cy="0"/>
          </a:xfrm>
          <a:prstGeom prst="line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01600" cap="flat" cmpd="tri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642899984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1" y="795130"/>
            <a:ext cx="8140147" cy="6027151"/>
          </a:xfrm>
        </p:spPr>
        <p:txBody>
          <a:bodyPr anchor="t"/>
          <a:lstStyle/>
          <a:p>
            <a:pPr marL="178588" indent="0" eaLnBrk="1" hangingPunct="1">
              <a:spcBef>
                <a:spcPts val="300"/>
              </a:spcBef>
              <a:spcAft>
                <a:spcPts val="200"/>
              </a:spcAft>
              <a:buNone/>
            </a:pPr>
            <a:r>
              <a:rPr lang="en-GB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combine multiple audio streams to single multichannel audio stream</a:t>
            </a:r>
          </a:p>
          <a:p>
            <a:pPr marL="446469" eaLnBrk="1" hangingPunct="1">
              <a:spcBef>
                <a:spcPts val="300"/>
              </a:spcBef>
              <a:spcAft>
                <a:spcPts val="200"/>
              </a:spcAft>
            </a:pPr>
            <a:r>
              <a:rPr lang="en-GB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one parameter, </a:t>
            </a:r>
            <a:r>
              <a:rPr lang="en-GB" altLang="en-US" sz="2400" dirty="0" err="1">
                <a:latin typeface="Consolas" panose="020B0609020204030204" pitchFamily="49" charset="0"/>
                <a:cs typeface="Calibri" panose="020F0502020204030204" pitchFamily="34" charset="0"/>
              </a:rPr>
              <a:t>numberOfInputs</a:t>
            </a:r>
            <a:endParaRPr lang="en-GB" altLang="en-US" sz="2800" dirty="0"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marL="446469" eaLnBrk="1" hangingPunct="1">
              <a:spcBef>
                <a:spcPts val="300"/>
              </a:spcBef>
              <a:spcAft>
                <a:spcPts val="200"/>
              </a:spcAft>
            </a:pPr>
            <a:r>
              <a:rPr lang="en-GB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single output stream with # channels = # inputs</a:t>
            </a:r>
          </a:p>
          <a:p>
            <a:pPr marL="446469" eaLnBrk="1" hangingPunct="1">
              <a:spcBef>
                <a:spcPts val="300"/>
              </a:spcBef>
              <a:spcAft>
                <a:spcPts val="200"/>
              </a:spcAft>
            </a:pPr>
            <a:r>
              <a:rPr lang="en-GB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Each input downmixed to one channel (mono) based on specified mixing rule</a:t>
            </a:r>
          </a:p>
          <a:p>
            <a:pPr marL="446469" eaLnBrk="1" hangingPunct="1">
              <a:spcBef>
                <a:spcPts val="300"/>
              </a:spcBef>
              <a:spcAft>
                <a:spcPts val="200"/>
              </a:spcAft>
            </a:pPr>
            <a:r>
              <a:rPr lang="en-GB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Example: two stereo inputs</a:t>
            </a:r>
          </a:p>
          <a:p>
            <a:pPr marL="803644" lvl="1" eaLnBrk="1" hangingPunct="1">
              <a:spcBef>
                <a:spcPts val="300"/>
              </a:spcBef>
              <a:spcAft>
                <a:spcPts val="200"/>
              </a:spcAft>
            </a:pPr>
            <a:r>
              <a:rPr lang="en-GB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Each input downmixed to mono before merging</a:t>
            </a:r>
          </a:p>
          <a:p>
            <a:pPr marL="803644" lvl="1" eaLnBrk="1" hangingPunct="1">
              <a:spcBef>
                <a:spcPts val="300"/>
              </a:spcBef>
              <a:spcAft>
                <a:spcPts val="200"/>
              </a:spcAft>
            </a:pPr>
            <a:r>
              <a:rPr lang="en-GB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output is 6-channel stream whose first two channels are first two (downmixed) inputs, other channels silent</a:t>
            </a:r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5719"/>
            <a:ext cx="12192000" cy="685190"/>
          </a:xfrm>
        </p:spPr>
        <p:txBody>
          <a:bodyPr/>
          <a:lstStyle/>
          <a:p>
            <a:pPr algn="ctr" eaLnBrk="1" hangingPunct="1"/>
            <a:r>
              <a:rPr lang="en-GB" altLang="en-US" sz="3600" dirty="0" err="1">
                <a:solidFill>
                  <a:srgbClr val="0000FF"/>
                </a:solidFill>
              </a:rPr>
              <a:t>ChannelMergerNode</a:t>
            </a:r>
            <a:endParaRPr lang="en-US" altLang="en-US" sz="3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A7CC80-763E-4024-A902-C0CECFFAF37D}"/>
              </a:ext>
            </a:extLst>
          </p:cNvPr>
          <p:cNvSpPr txBox="1"/>
          <p:nvPr/>
        </p:nvSpPr>
        <p:spPr>
          <a:xfrm>
            <a:off x="135731" y="5393611"/>
            <a:ext cx="11022806" cy="1267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marR="0" lvl="1" indent="0" algn="l" defTabSz="914400" rtl="0" eaLnBrk="1" fontAlgn="base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GB" altLang="en-US" sz="2378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Calibri" panose="020F0502020204030204" pitchFamily="34" charset="0"/>
                <a:sym typeface="Arial" charset="0"/>
              </a:rPr>
              <a:t>var merge= new </a:t>
            </a:r>
            <a:r>
              <a:rPr kumimoji="0" lang="en-GB" altLang="en-US" sz="2378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Calibri" panose="020F0502020204030204" pitchFamily="34" charset="0"/>
                <a:sym typeface="Arial" charset="0"/>
              </a:rPr>
              <a:t>ChannelMergerNode</a:t>
            </a:r>
            <a:r>
              <a:rPr kumimoji="0" lang="en-GB" altLang="en-US" sz="2378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Calibri" panose="020F0502020204030204" pitchFamily="34" charset="0"/>
                <a:sym typeface="Arial" charset="0"/>
              </a:rPr>
              <a:t>(context,{numberOfInputs:2})</a:t>
            </a:r>
          </a:p>
          <a:p>
            <a:pPr marL="177800" marR="0" lvl="1" indent="0" algn="l" defTabSz="914400" rtl="0" eaLnBrk="1" fontAlgn="base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GB" altLang="en-US" sz="2378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Calibri" panose="020F0502020204030204" pitchFamily="34" charset="0"/>
                <a:sym typeface="Arial" charset="0"/>
              </a:rPr>
              <a:t> </a:t>
            </a:r>
            <a:r>
              <a:rPr kumimoji="0" lang="en-GB" altLang="en-US" sz="2378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Calibri" panose="020F0502020204030204" pitchFamily="34" charset="0"/>
                <a:sym typeface="Arial" charset="0"/>
              </a:rPr>
              <a:t>or</a:t>
            </a:r>
          </a:p>
          <a:p>
            <a:pPr marL="177800" marR="0" lvl="1" indent="0" algn="l" defTabSz="914400" rtl="0" eaLnBrk="1" fontAlgn="base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GB" altLang="en-US" sz="2378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Calibri" panose="020F0502020204030204" pitchFamily="34" charset="0"/>
                <a:sym typeface="Arial" charset="0"/>
              </a:rPr>
              <a:t>var merge = </a:t>
            </a:r>
            <a:r>
              <a:rPr kumimoji="0" lang="en-GB" altLang="en-US" sz="2378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Calibri" panose="020F0502020204030204" pitchFamily="34" charset="0"/>
                <a:sym typeface="Arial" charset="0"/>
              </a:rPr>
              <a:t>context.createChannelMerger</a:t>
            </a:r>
            <a:r>
              <a:rPr kumimoji="0" lang="en-GB" altLang="en-US" sz="2378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Calibri" panose="020F0502020204030204" pitchFamily="34" charset="0"/>
                <a:sym typeface="Arial" charset="0"/>
              </a:rPr>
              <a:t>(2);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3AF66EA-F8F9-0881-3576-20A43ACFE393}"/>
              </a:ext>
            </a:extLst>
          </p:cNvPr>
          <p:cNvSpPr/>
          <p:nvPr/>
        </p:nvSpPr>
        <p:spPr bwMode="auto">
          <a:xfrm>
            <a:off x="9452190" y="1641429"/>
            <a:ext cx="1991474" cy="2905883"/>
          </a:xfrm>
          <a:prstGeom prst="roundRect">
            <a:avLst/>
          </a:prstGeom>
          <a:solidFill>
            <a:srgbClr val="80008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ChannelMerger</a:t>
            </a:r>
            <a:endParaRPr kumimoji="0" lang="en-GB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CA0B3B2-6C89-8C31-CD0D-B92B7DCBDB32}"/>
              </a:ext>
            </a:extLst>
          </p:cNvPr>
          <p:cNvCxnSpPr>
            <a:cxnSpLocks/>
          </p:cNvCxnSpPr>
          <p:nvPr/>
        </p:nvCxnSpPr>
        <p:spPr bwMode="auto">
          <a:xfrm>
            <a:off x="9018576" y="2183545"/>
            <a:ext cx="1429351" cy="0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254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D9278A8-73B0-7361-9991-34B625F03516}"/>
              </a:ext>
            </a:extLst>
          </p:cNvPr>
          <p:cNvCxnSpPr>
            <a:cxnSpLocks/>
          </p:cNvCxnSpPr>
          <p:nvPr/>
        </p:nvCxnSpPr>
        <p:spPr bwMode="auto">
          <a:xfrm>
            <a:off x="9018576" y="2606339"/>
            <a:ext cx="1429351" cy="0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254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2C77818-E65D-5C7F-251E-0AFDC454A0B4}"/>
              </a:ext>
            </a:extLst>
          </p:cNvPr>
          <p:cNvCxnSpPr>
            <a:cxnSpLocks/>
          </p:cNvCxnSpPr>
          <p:nvPr/>
        </p:nvCxnSpPr>
        <p:spPr bwMode="auto">
          <a:xfrm>
            <a:off x="9018576" y="3029133"/>
            <a:ext cx="1429351" cy="0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254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CBD04AB-A8F0-39F2-6540-5D7AB28E25F9}"/>
              </a:ext>
            </a:extLst>
          </p:cNvPr>
          <p:cNvCxnSpPr>
            <a:cxnSpLocks/>
          </p:cNvCxnSpPr>
          <p:nvPr/>
        </p:nvCxnSpPr>
        <p:spPr bwMode="auto">
          <a:xfrm>
            <a:off x="9018576" y="3451927"/>
            <a:ext cx="1429351" cy="0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254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2B2DA6B-B2BF-0FCF-9BDF-DC8573E82720}"/>
              </a:ext>
            </a:extLst>
          </p:cNvPr>
          <p:cNvCxnSpPr>
            <a:cxnSpLocks/>
          </p:cNvCxnSpPr>
          <p:nvPr/>
        </p:nvCxnSpPr>
        <p:spPr bwMode="auto">
          <a:xfrm>
            <a:off x="9018576" y="3874721"/>
            <a:ext cx="1429351" cy="0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254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4E5FB4-0785-47D7-2F90-368BC997118B}"/>
              </a:ext>
            </a:extLst>
          </p:cNvPr>
          <p:cNvCxnSpPr>
            <a:cxnSpLocks/>
          </p:cNvCxnSpPr>
          <p:nvPr/>
        </p:nvCxnSpPr>
        <p:spPr bwMode="auto">
          <a:xfrm>
            <a:off x="9018576" y="4297514"/>
            <a:ext cx="1429351" cy="0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254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29864E5-4D3D-6C08-9639-F756FB96A510}"/>
              </a:ext>
            </a:extLst>
          </p:cNvPr>
          <p:cNvCxnSpPr>
            <a:cxnSpLocks/>
          </p:cNvCxnSpPr>
          <p:nvPr/>
        </p:nvCxnSpPr>
        <p:spPr bwMode="auto">
          <a:xfrm>
            <a:off x="10465908" y="2183545"/>
            <a:ext cx="0" cy="2113969"/>
          </a:xfrm>
          <a:prstGeom prst="line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254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CADDF6C-5D12-C78B-3C29-6243505EF50F}"/>
              </a:ext>
            </a:extLst>
          </p:cNvPr>
          <p:cNvCxnSpPr>
            <a:cxnSpLocks/>
          </p:cNvCxnSpPr>
          <p:nvPr/>
        </p:nvCxnSpPr>
        <p:spPr bwMode="auto">
          <a:xfrm flipH="1">
            <a:off x="10465908" y="3242878"/>
            <a:ext cx="1517987" cy="0"/>
          </a:xfrm>
          <a:prstGeom prst="line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01600" cap="flat" cmpd="tri" algn="ctr">
            <a:solidFill>
              <a:schemeClr val="bg1">
                <a:lumMod val="50000"/>
              </a:schemeClr>
            </a:solidFill>
            <a:prstDash val="solid"/>
            <a:round/>
            <a:headEnd type="triangle" w="sm" len="sm"/>
            <a:tailEnd type="none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138976151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785813" y="830849"/>
            <a:ext cx="8140147" cy="6027151"/>
          </a:xfrm>
        </p:spPr>
        <p:txBody>
          <a:bodyPr anchor="t"/>
          <a:lstStyle/>
          <a:p>
            <a:pPr marL="178588" indent="0" eaLnBrk="1" hangingPunct="1">
              <a:spcBef>
                <a:spcPts val="300"/>
              </a:spcBef>
              <a:spcAft>
                <a:spcPts val="200"/>
              </a:spcAft>
              <a:buNone/>
            </a:pPr>
            <a:endParaRPr lang="en-GB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5719"/>
            <a:ext cx="12192000" cy="685190"/>
          </a:xfrm>
        </p:spPr>
        <p:txBody>
          <a:bodyPr/>
          <a:lstStyle/>
          <a:p>
            <a:pPr algn="ctr" eaLnBrk="1" hangingPunct="1"/>
            <a:r>
              <a:rPr lang="en-GB" altLang="en-US" sz="3600" dirty="0" err="1">
                <a:solidFill>
                  <a:srgbClr val="0000FF"/>
                </a:solidFill>
              </a:rPr>
              <a:t>ChannelSplitter</a:t>
            </a:r>
            <a:r>
              <a:rPr lang="en-GB" altLang="en-US" sz="3600" dirty="0">
                <a:solidFill>
                  <a:srgbClr val="0000FF"/>
                </a:solidFill>
              </a:rPr>
              <a:t> and </a:t>
            </a:r>
            <a:r>
              <a:rPr lang="en-GB" altLang="en-US" sz="3600" dirty="0" err="1">
                <a:solidFill>
                  <a:srgbClr val="0000FF"/>
                </a:solidFill>
              </a:rPr>
              <a:t>ChannelMerger</a:t>
            </a:r>
            <a:endParaRPr lang="en-US" altLang="en-US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BA7C07-9941-4023-9EBE-8AFC98AE45D9}"/>
              </a:ext>
            </a:extLst>
          </p:cNvPr>
          <p:cNvPicPr/>
          <p:nvPr/>
        </p:nvPicPr>
        <p:blipFill rotWithShape="1">
          <a:blip r:embed="rId3"/>
          <a:srcRect l="18830" r="5066"/>
          <a:stretch/>
        </p:blipFill>
        <p:spPr>
          <a:xfrm>
            <a:off x="6721976" y="1111874"/>
            <a:ext cx="5470024" cy="5160645"/>
          </a:xfrm>
          <a:prstGeom prst="rect">
            <a:avLst/>
          </a:prstGeom>
        </p:spPr>
      </p:pic>
      <p:pic>
        <p:nvPicPr>
          <p:cNvPr id="6" name="Picture 5" descr="channel splitter">
            <a:extLst>
              <a:ext uri="{FF2B5EF4-FFF2-40B4-BE49-F238E27FC236}">
                <a16:creationId xmlns:a16="http://schemas.microsoft.com/office/drawing/2014/main" id="{EAB2BD74-E1A4-45E8-B560-77584FC3796E}"/>
              </a:ext>
            </a:extLst>
          </p:cNvPr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8" t="3998" r="20233" b="53106"/>
          <a:stretch/>
        </p:blipFill>
        <p:spPr bwMode="auto">
          <a:xfrm>
            <a:off x="37176" y="1088025"/>
            <a:ext cx="6171759" cy="227668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4F4F1A5-9044-4FE7-9E80-3F6AEC678DE2}"/>
              </a:ext>
            </a:extLst>
          </p:cNvPr>
          <p:cNvSpPr txBox="1"/>
          <p:nvPr/>
        </p:nvSpPr>
        <p:spPr>
          <a:xfrm>
            <a:off x="4770182" y="2950646"/>
            <a:ext cx="14969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 inactive outputs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E79348-9F51-4D8A-8E5D-C1DCDC8E14B2}"/>
              </a:ext>
            </a:extLst>
          </p:cNvPr>
          <p:cNvSpPr txBox="1"/>
          <p:nvPr/>
        </p:nvSpPr>
        <p:spPr>
          <a:xfrm>
            <a:off x="7191549" y="2950646"/>
            <a:ext cx="14969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 inactive inputs</a:t>
            </a:r>
          </a:p>
        </p:txBody>
      </p:sp>
      <p:pic>
        <p:nvPicPr>
          <p:cNvPr id="8" name="Picture 7" descr="channel splitter">
            <a:extLst>
              <a:ext uri="{FF2B5EF4-FFF2-40B4-BE49-F238E27FC236}">
                <a16:creationId xmlns:a16="http://schemas.microsoft.com/office/drawing/2014/main" id="{D92910E6-F3A1-47A1-B5D4-A8198BE36FED}"/>
              </a:ext>
            </a:extLst>
          </p:cNvPr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8" t="54388" r="20233" b="5139"/>
          <a:stretch/>
        </p:blipFill>
        <p:spPr bwMode="auto">
          <a:xfrm>
            <a:off x="0" y="4067272"/>
            <a:ext cx="6171759" cy="21480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12266768"/>
      </p:ext>
    </p:extLst>
  </p:cSld>
  <p:clrMapOvr>
    <a:masterClrMapping/>
  </p:clrMapOvr>
  <p:transition/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itle &amp; Bullets">
  <a:themeElements>
    <a:clrScheme name="Title &amp; Bullet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">
      <a:majorFont>
        <a:latin typeface="Arial"/>
        <a:ea typeface="ヒラギノ角ゴ ProN W3"/>
        <a:cs typeface="ヒラギノ角ゴ ProN W3"/>
      </a:majorFont>
      <a:minorFont>
        <a:latin typeface="Arial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Bulle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1003</Words>
  <Application>Microsoft Office PowerPoint</Application>
  <PresentationFormat>Widescreen</PresentationFormat>
  <Paragraphs>236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Consolas</vt:lpstr>
      <vt:lpstr>Courier New</vt:lpstr>
      <vt:lpstr>Gill Sans</vt:lpstr>
      <vt:lpstr>Lucida Grande</vt:lpstr>
      <vt:lpstr>Times New Roman</vt:lpstr>
      <vt:lpstr>Wingdings</vt:lpstr>
      <vt:lpstr>Office Theme</vt:lpstr>
      <vt:lpstr>Title &amp; Bullets</vt:lpstr>
      <vt:lpstr>Mixing channels in the Web Audio API</vt:lpstr>
      <vt:lpstr>Up-mixing and down-mixing</vt:lpstr>
      <vt:lpstr>Channel count</vt:lpstr>
      <vt:lpstr>Channels in speaker layouts</vt:lpstr>
      <vt:lpstr>Up-mixing </vt:lpstr>
      <vt:lpstr>Down-mixing </vt:lpstr>
      <vt:lpstr>Examples</vt:lpstr>
      <vt:lpstr>Channel splitting and merging in the Web Audio API</vt:lpstr>
      <vt:lpstr>ChannelSplitterNode</vt:lpstr>
      <vt:lpstr>ChannelMergerNode</vt:lpstr>
      <vt:lpstr>ChannelSplitter and ChannelMerger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Buffering</dc:title>
  <dc:creator>Josh Reiss</dc:creator>
  <cp:lastModifiedBy>Josh Reiss</cp:lastModifiedBy>
  <cp:revision>3</cp:revision>
  <dcterms:created xsi:type="dcterms:W3CDTF">2020-07-13T15:13:31Z</dcterms:created>
  <dcterms:modified xsi:type="dcterms:W3CDTF">2026-04-11T12:38:09Z</dcterms:modified>
</cp:coreProperties>
</file>