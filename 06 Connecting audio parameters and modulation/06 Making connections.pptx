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70" r:id="rId3"/>
    <p:sldId id="256" r:id="rId4"/>
    <p:sldId id="27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14152-9103-49C4-95FC-BF5E6C1A5EB5}" v="2" dt="2021-12-17T21:33:04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9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B3F14152-9103-49C4-95FC-BF5E6C1A5EB5}"/>
    <pc:docChg chg="undo redo custSel addSld delSld modSld sldOrd">
      <pc:chgData name="Josh Reiss" userId="a90d6cd88c30b6c6" providerId="LiveId" clId="{B3F14152-9103-49C4-95FC-BF5E6C1A5EB5}" dt="2021-12-17T21:33:04.505" v="424"/>
      <pc:docMkLst>
        <pc:docMk/>
      </pc:docMkLst>
      <pc:sldChg chg="add">
        <pc:chgData name="Josh Reiss" userId="a90d6cd88c30b6c6" providerId="LiveId" clId="{B3F14152-9103-49C4-95FC-BF5E6C1A5EB5}" dt="2021-12-17T21:33:04.505" v="424"/>
        <pc:sldMkLst>
          <pc:docMk/>
          <pc:sldMk cId="1585101445" sldId="256"/>
        </pc:sldMkLst>
      </pc:sldChg>
      <pc:sldChg chg="modSp del mod">
        <pc:chgData name="Josh Reiss" userId="a90d6cd88c30b6c6" providerId="LiveId" clId="{B3F14152-9103-49C4-95FC-BF5E6C1A5EB5}" dt="2021-12-17T21:31:20.453" v="409" actId="47"/>
        <pc:sldMkLst>
          <pc:docMk/>
          <pc:sldMk cId="2798486220" sldId="256"/>
        </pc:sldMkLst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4" creationId="{724268F3-E7C0-4402-8473-7BE1B79911E1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5" creationId="{DB69CFE6-4414-47D3-8057-65C46AEED342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6" creationId="{B65EDDB1-EB20-4F1A-8816-72F1D8CF827F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12" creationId="{DF382FDB-4849-4AF7-BC92-16D3FA1135D2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13" creationId="{EDC8CBC9-C612-4975-9C8B-8B342AFE75D2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14" creationId="{C8FAA009-6895-4980-A984-5F78F818F400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23" creationId="{50587FA4-FA1C-4BD5-85E0-DBF850172809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24" creationId="{7BF0565C-6228-4A22-9CA7-7A97E8D1A252}"/>
          </ac:spMkLst>
        </pc:spChg>
        <pc:spChg chg="mod">
          <ac:chgData name="Josh Reiss" userId="a90d6cd88c30b6c6" providerId="LiveId" clId="{B3F14152-9103-49C4-95FC-BF5E6C1A5EB5}" dt="2021-10-11T05:40:59.031" v="2" actId="207"/>
          <ac:spMkLst>
            <pc:docMk/>
            <pc:sldMk cId="2798486220" sldId="256"/>
            <ac:spMk id="30" creationId="{F0A6A44B-32B5-4DD7-B1E7-4D1450BAD2A1}"/>
          </ac:spMkLst>
        </pc:spChg>
        <pc:cxnChg chg="mod">
          <ac:chgData name="Josh Reiss" userId="a90d6cd88c30b6c6" providerId="LiveId" clId="{B3F14152-9103-49C4-95FC-BF5E6C1A5EB5}" dt="2021-10-11T05:40:49.892" v="1" actId="208"/>
          <ac:cxnSpMkLst>
            <pc:docMk/>
            <pc:sldMk cId="2798486220" sldId="256"/>
            <ac:cxnSpMk id="31" creationId="{6CAB4DB7-6128-4A5A-B4D2-3B2FCBDF096B}"/>
          </ac:cxnSpMkLst>
        </pc:cxnChg>
        <pc:cxnChg chg="mod">
          <ac:chgData name="Josh Reiss" userId="a90d6cd88c30b6c6" providerId="LiveId" clId="{B3F14152-9103-49C4-95FC-BF5E6C1A5EB5}" dt="2021-10-11T05:40:49.892" v="1" actId="208"/>
          <ac:cxnSpMkLst>
            <pc:docMk/>
            <pc:sldMk cId="2798486220" sldId="256"/>
            <ac:cxnSpMk id="32" creationId="{E94CA7AD-BE24-4B9B-9893-0D53BC100B01}"/>
          </ac:cxnSpMkLst>
        </pc:cxnChg>
        <pc:cxnChg chg="mod">
          <ac:chgData name="Josh Reiss" userId="a90d6cd88c30b6c6" providerId="LiveId" clId="{B3F14152-9103-49C4-95FC-BF5E6C1A5EB5}" dt="2021-10-11T05:40:49.892" v="1" actId="208"/>
          <ac:cxnSpMkLst>
            <pc:docMk/>
            <pc:sldMk cId="2798486220" sldId="256"/>
            <ac:cxnSpMk id="34" creationId="{F498C858-3F41-40E3-8082-489C65954A59}"/>
          </ac:cxnSpMkLst>
        </pc:cxnChg>
        <pc:cxnChg chg="mod">
          <ac:chgData name="Josh Reiss" userId="a90d6cd88c30b6c6" providerId="LiveId" clId="{B3F14152-9103-49C4-95FC-BF5E6C1A5EB5}" dt="2021-10-11T05:40:49.892" v="1" actId="208"/>
          <ac:cxnSpMkLst>
            <pc:docMk/>
            <pc:sldMk cId="2798486220" sldId="256"/>
            <ac:cxnSpMk id="45" creationId="{7C7FDC1A-5ADD-46BE-B366-E0BD3903BB12}"/>
          </ac:cxnSpMkLst>
        </pc:cxnChg>
      </pc:sldChg>
      <pc:sldChg chg="modSp new mod ord">
        <pc:chgData name="Josh Reiss" userId="a90d6cd88c30b6c6" providerId="LiveId" clId="{B3F14152-9103-49C4-95FC-BF5E6C1A5EB5}" dt="2021-12-17T21:33:01.757" v="423" actId="20577"/>
        <pc:sldMkLst>
          <pc:docMk/>
          <pc:sldMk cId="1377464098" sldId="257"/>
        </pc:sldMkLst>
        <pc:spChg chg="mod">
          <ac:chgData name="Josh Reiss" userId="a90d6cd88c30b6c6" providerId="LiveId" clId="{B3F14152-9103-49C4-95FC-BF5E6C1A5EB5}" dt="2021-12-17T21:33:01.757" v="423" actId="20577"/>
          <ac:spMkLst>
            <pc:docMk/>
            <pc:sldMk cId="1377464098" sldId="257"/>
            <ac:spMk id="2" creationId="{1AECB9F7-1998-446F-BF9F-B87D253E6243}"/>
          </ac:spMkLst>
        </pc:spChg>
      </pc:sldChg>
      <pc:sldChg chg="add">
        <pc:chgData name="Josh Reiss" userId="a90d6cd88c30b6c6" providerId="LiveId" clId="{B3F14152-9103-49C4-95FC-BF5E6C1A5EB5}" dt="2021-12-17T21:33:04.505" v="424"/>
        <pc:sldMkLst>
          <pc:docMk/>
          <pc:sldMk cId="3660230061" sldId="258"/>
        </pc:sldMkLst>
      </pc:sldChg>
      <pc:sldChg chg="add">
        <pc:chgData name="Josh Reiss" userId="a90d6cd88c30b6c6" providerId="LiveId" clId="{B3F14152-9103-49C4-95FC-BF5E6C1A5EB5}" dt="2021-12-17T21:33:04.505" v="424"/>
        <pc:sldMkLst>
          <pc:docMk/>
          <pc:sldMk cId="3523829064" sldId="259"/>
        </pc:sldMkLst>
      </pc:sldChg>
      <pc:sldChg chg="delSp modSp add mod">
        <pc:chgData name="Josh Reiss" userId="a90d6cd88c30b6c6" providerId="LiveId" clId="{B3F14152-9103-49C4-95FC-BF5E6C1A5EB5}" dt="2021-12-17T21:31:05.427" v="408" actId="27636"/>
        <pc:sldMkLst>
          <pc:docMk/>
          <pc:sldMk cId="950299014" sldId="270"/>
        </pc:sldMkLst>
        <pc:spChg chg="mod">
          <ac:chgData name="Josh Reiss" userId="a90d6cd88c30b6c6" providerId="LiveId" clId="{B3F14152-9103-49C4-95FC-BF5E6C1A5EB5}" dt="2021-12-17T21:29:27.235" v="201" actId="27636"/>
          <ac:spMkLst>
            <pc:docMk/>
            <pc:sldMk cId="950299014" sldId="270"/>
            <ac:spMk id="2" creationId="{CA15A9C7-17CC-4176-A591-2D8582D8ED04}"/>
          </ac:spMkLst>
        </pc:spChg>
        <pc:spChg chg="mod">
          <ac:chgData name="Josh Reiss" userId="a90d6cd88c30b6c6" providerId="LiveId" clId="{B3F14152-9103-49C4-95FC-BF5E6C1A5EB5}" dt="2021-12-17T21:31:05.427" v="408" actId="27636"/>
          <ac:spMkLst>
            <pc:docMk/>
            <pc:sldMk cId="950299014" sldId="270"/>
            <ac:spMk id="3" creationId="{00BDC442-26ED-41FE-8C90-4C80544A0F20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5" creationId="{5EB43A79-6523-445E-8942-83584B5D7FC8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6" creationId="{1A06E36E-A753-4668-AE40-9AEE8014E375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7" creationId="{AC57BC5A-2B74-46F8-B1C4-D9A805584D3B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10" creationId="{639FC01F-B9DB-4940-B770-7ABFF1792F77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11" creationId="{AF615B62-D432-4ED0-B2A8-E38D26AF4BEB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12" creationId="{0A4DA1FD-7126-4EF3-904F-078186A3D18C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15" creationId="{1F4F3AEE-9C5A-4C78-8D05-7A8EC48248BA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16" creationId="{7C628295-21EE-4EA7-8520-225E818664E1}"/>
          </ac:spMkLst>
        </pc:spChg>
        <pc:spChg chg="mod">
          <ac:chgData name="Josh Reiss" userId="a90d6cd88c30b6c6" providerId="LiveId" clId="{B3F14152-9103-49C4-95FC-BF5E6C1A5EB5}" dt="2021-12-17T21:30:00.858" v="399" actId="1036"/>
          <ac:spMkLst>
            <pc:docMk/>
            <pc:sldMk cId="950299014" sldId="270"/>
            <ac:spMk id="19" creationId="{199D4715-A962-4238-81C2-19F16E32E6F7}"/>
          </ac:spMkLst>
        </pc:spChg>
        <pc:spChg chg="del">
          <ac:chgData name="Josh Reiss" userId="a90d6cd88c30b6c6" providerId="LiveId" clId="{B3F14152-9103-49C4-95FC-BF5E6C1A5EB5}" dt="2021-12-17T21:27:59.380" v="127" actId="478"/>
          <ac:spMkLst>
            <pc:docMk/>
            <pc:sldMk cId="950299014" sldId="270"/>
            <ac:spMk id="25" creationId="{09F6436C-E6FA-4738-9ADB-A60CF5FED8C8}"/>
          </ac:spMkLst>
        </pc:spChg>
        <pc:spChg chg="del">
          <ac:chgData name="Josh Reiss" userId="a90d6cd88c30b6c6" providerId="LiveId" clId="{B3F14152-9103-49C4-95FC-BF5E6C1A5EB5}" dt="2021-12-17T21:28:03.608" v="128" actId="478"/>
          <ac:spMkLst>
            <pc:docMk/>
            <pc:sldMk cId="950299014" sldId="270"/>
            <ac:spMk id="26" creationId="{4B5A9AC2-C339-4B55-83C0-2C1CE9AD9E99}"/>
          </ac:spMkLst>
        </pc:spChg>
        <pc:spChg chg="del">
          <ac:chgData name="Josh Reiss" userId="a90d6cd88c30b6c6" providerId="LiveId" clId="{B3F14152-9103-49C4-95FC-BF5E6C1A5EB5}" dt="2021-12-17T21:28:13.034" v="130" actId="478"/>
          <ac:spMkLst>
            <pc:docMk/>
            <pc:sldMk cId="950299014" sldId="270"/>
            <ac:spMk id="27" creationId="{D58E1342-1E1B-466D-8BD6-8F2524B85654}"/>
          </ac:spMkLst>
        </pc:spChg>
        <pc:spChg chg="del">
          <ac:chgData name="Josh Reiss" userId="a90d6cd88c30b6c6" providerId="LiveId" clId="{B3F14152-9103-49C4-95FC-BF5E6C1A5EB5}" dt="2021-12-17T21:28:06.058" v="129" actId="478"/>
          <ac:spMkLst>
            <pc:docMk/>
            <pc:sldMk cId="950299014" sldId="270"/>
            <ac:spMk id="28" creationId="{EC13A2F3-CB06-4DCB-9D9F-0A0A82A6E3B6}"/>
          </ac:spMkLst>
        </pc:sp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8" creationId="{EF5723B1-F0D1-4850-B66F-72AE4C58A2C4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9" creationId="{2D64BD57-990E-4C77-9623-872B6C950A39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13" creationId="{B2EE4F88-A689-4034-80CE-C197804030F1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14" creationId="{3C78423F-BB97-487D-9D73-85474B641296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17" creationId="{266AA1DA-082E-40ED-9FFC-8DDB7CA1F1AA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18" creationId="{18A30A20-A380-44E7-8BB9-B630B465C7FC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20" creationId="{A5ED9DB0-7E7A-49CA-AA07-89D00D027233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21" creationId="{5735ED0D-B50B-4ACF-8EFA-571B2AD67FA2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22" creationId="{85CA6017-4C39-4193-8437-EC88E9D111BF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23" creationId="{48BB19B4-D615-4810-A39D-30C3739EBFF0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24" creationId="{2E23A161-BBEA-4D7A-BF83-DF9DA94E0D61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29" creationId="{55FD7C17-1E0B-4ED3-B1A8-F1094D589DDD}"/>
          </ac:cxnSpMkLst>
        </pc:cxnChg>
        <pc:cxnChg chg="mod">
          <ac:chgData name="Josh Reiss" userId="a90d6cd88c30b6c6" providerId="LiveId" clId="{B3F14152-9103-49C4-95FC-BF5E6C1A5EB5}" dt="2021-12-17T21:30:00.858" v="399" actId="1036"/>
          <ac:cxnSpMkLst>
            <pc:docMk/>
            <pc:sldMk cId="950299014" sldId="270"/>
            <ac:cxnSpMk id="30" creationId="{AF33EF6E-62C3-4C39-B825-C730805C2B6D}"/>
          </ac:cxnSpMkLst>
        </pc:cxnChg>
      </pc:sldChg>
      <pc:sldChg chg="add">
        <pc:chgData name="Josh Reiss" userId="a90d6cd88c30b6c6" providerId="LiveId" clId="{B3F14152-9103-49C4-95FC-BF5E6C1A5EB5}" dt="2021-12-17T21:33:04.505" v="424"/>
        <pc:sldMkLst>
          <pc:docMk/>
          <pc:sldMk cId="811557432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73AA7-8814-41AB-A941-7A09E1674754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4399D-0E23-47BC-9375-A9DE49FBAB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12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mu.edu/~music/icm-online/readings/fm-synthesis/fm_synthesis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See https://www.eeeguide.com/theory-of-frequency-modulation-and-phase-modulation/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http://www.cs.cmu.edu/~music/icm-online/readings/fm-synthesis/fm_synthesis.pdf</a:t>
            </a: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4F522-7E3D-4814-8767-4DEF2D10629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40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557A-57D3-4453-8CBA-73412D790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FB83D-2A2B-4320-9742-8D99C7B63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D960-446D-4D0E-B50F-1975AA1E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2F05-3185-4223-9C3E-79075E7D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E2256-8A55-46F7-A083-99892605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23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B90F-99B0-49C6-A978-FF9AFBB3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AD25B-E85F-4EEF-89BC-CBEAE0C26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C9720-024C-428E-9A7C-4FF68423C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1DC4D-D63D-488B-AAC7-FD1C0257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11CF1-87E0-40BB-9460-9BDEDC59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15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601F-31C9-4E22-971A-5E12FD809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E90F4-E429-49C0-B94C-CB3ADBB79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DB8A2-33E8-4EDA-92CA-667507DA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3E4A7-C4A0-4F5A-B4A1-4C7C47C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1F63-D12A-4F69-ABB4-1293C4F5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21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5FDF-ADB1-4F4D-AD3F-FE041D61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CD21-4CF3-4813-BA11-9049456C6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DAAF8-F4C2-4F5A-B537-A13D19379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D357-D0A9-41FA-A7C8-371A6E8E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3B8FC-7D43-4397-979D-1A8D8BAF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2297-B4ED-4FDA-8AE1-B2AD6455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79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C22A-432C-4774-BDF5-A4921B83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4016D-DCA8-47FD-9665-05F30D5A5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06BDF-4E07-45BD-9AD1-E6C340A5A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4838E-05EF-4920-819B-6ADFB7EE7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8B826-AD82-42BC-B8E1-FBA32582F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9D1F97-B931-4806-8D59-C459950F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F5EAA-43A6-4A06-A0B8-90859F64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B9FA8-2902-45EE-B3EF-E0FF037C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7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947F-A4E9-4769-826F-A72FA9FD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D0767-878E-4219-A29E-385F60C3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311A0-1A52-4903-84D0-4F05B3F5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CE3E9-5118-4E83-B32B-B9290FF2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72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101A4-A3C0-4399-951E-FDBB436D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180E6-D8B4-43C6-A5D6-7A5E366E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CE9FF-DD46-466D-9E31-8CBEE512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61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39A5-A7D8-4A1F-88BC-94B956E3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3DC9-DC58-4305-BC33-F06EDA9D4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E9032-AA78-4970-B405-3E80A3FC8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EF6BA-9236-4007-A4E2-69D3A0F6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2E5C2-20A4-4E7C-BC0C-EE0AADB0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6BB31-42A4-468A-8EDD-14DC9AC0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75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BA97-1672-4DDB-8E17-42EE173A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E407A-42B5-415A-9970-7E9FE89F6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D3155-CF09-4D65-9954-16A960DF8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45B26-01E5-4B76-B5B4-B74CB927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A6818-A28A-43B1-A3D0-0DFE14C3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3A2FF-39FA-4743-A0F7-67493B7B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01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BC37-BB33-4E78-9DAB-D5D94F36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CF0A8-1DCB-4334-9970-330181089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A4E6A-5B85-448E-A39E-B2F5520B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BC1E-3596-4B36-B9A7-42A42AFC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C7271-69F4-4B6C-A5AD-492DAF73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12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4F673-F361-49FF-872E-C203C8951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7B328-E536-457F-A484-F4DE9D9DC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03EF8-15AA-4860-AE1D-F739881D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3ED28-CE51-4B51-BB2C-AB357BB4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B126-7081-46C9-B15C-0556B787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32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307C4-CD4B-4FBA-8B39-0E0322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5C9B2-805B-424A-B327-9AA7D2DF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A861C-5A4B-4BEB-AF17-4FDCB034E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FF7CB-A38A-4A36-B304-607D939BA3D6}" type="datetimeFigureOut">
              <a:rPr lang="en-GB" smtClean="0"/>
              <a:t>17/12/2021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1D406-4072-4229-96E8-4549651EA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C2AC9-536F-4B26-9D3C-F852647E1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EB3C1-91EE-4842-99D8-6C7F16425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97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B9F7-1998-446F-BF9F-B87D253E6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Connecting audio parameters</a:t>
            </a:r>
            <a:br>
              <a:rPr lang="en-GB" dirty="0"/>
            </a:br>
            <a:r>
              <a:rPr lang="en-GB" dirty="0"/>
              <a:t>&amp; modulation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72C4B-D731-4A70-B875-85B585873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46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443913" cy="792162"/>
          </a:xfrm>
        </p:spPr>
        <p:txBody>
          <a:bodyPr>
            <a:normAutofit/>
          </a:bodyPr>
          <a:lstStyle/>
          <a:p>
            <a:r>
              <a:rPr lang="en-GB" dirty="0"/>
              <a:t>Connections in the Web Audio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057" y="1621513"/>
            <a:ext cx="7350184" cy="5177627"/>
          </a:xfrm>
        </p:spPr>
        <p:txBody>
          <a:bodyPr>
            <a:normAutofit/>
          </a:bodyPr>
          <a:lstStyle/>
          <a:p>
            <a:r>
              <a:rPr lang="en-GB" dirty="0"/>
              <a:t>An audio node can connect to several different nodes or parameters </a:t>
            </a:r>
          </a:p>
          <a:p>
            <a:endParaRPr lang="en-GB" dirty="0"/>
          </a:p>
          <a:p>
            <a:r>
              <a:rPr lang="en-GB" dirty="0"/>
              <a:t>Several nodes can connect to an audio node or parameter </a:t>
            </a:r>
          </a:p>
          <a:p>
            <a:endParaRPr lang="en-GB" dirty="0"/>
          </a:p>
          <a:p>
            <a:r>
              <a:rPr lang="en-GB" dirty="0"/>
              <a:t>An audio node can connect back to itself or one of its own parameters </a:t>
            </a:r>
          </a:p>
          <a:p>
            <a:endParaRPr lang="en-GB" dirty="0"/>
          </a:p>
          <a:p>
            <a:r>
              <a:rPr lang="en-GB" dirty="0"/>
              <a:t>An audio node cannot have several connections to the same audio node or parameter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B43A79-6523-445E-8942-83584B5D7FC8}"/>
              </a:ext>
            </a:extLst>
          </p:cNvPr>
          <p:cNvSpPr/>
          <p:nvPr/>
        </p:nvSpPr>
        <p:spPr>
          <a:xfrm>
            <a:off x="740374" y="1702143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6E36E-A753-4668-AE40-9AEE8014E375}"/>
              </a:ext>
            </a:extLst>
          </p:cNvPr>
          <p:cNvSpPr/>
          <p:nvPr/>
        </p:nvSpPr>
        <p:spPr>
          <a:xfrm>
            <a:off x="2888897" y="1288207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7BC5A-2B74-46F8-B1C4-D9A805584D3B}"/>
              </a:ext>
            </a:extLst>
          </p:cNvPr>
          <p:cNvSpPr/>
          <p:nvPr/>
        </p:nvSpPr>
        <p:spPr>
          <a:xfrm>
            <a:off x="2888897" y="2044710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5723B1-F0D1-4850-B66F-72AE4C58A2C4}"/>
              </a:ext>
            </a:extLst>
          </p:cNvPr>
          <p:cNvCxnSpPr>
            <a:endCxn id="6" idx="1"/>
          </p:cNvCxnSpPr>
          <p:nvPr/>
        </p:nvCxnSpPr>
        <p:spPr>
          <a:xfrm flipV="1">
            <a:off x="1983293" y="1585865"/>
            <a:ext cx="905604" cy="404006"/>
          </a:xfrm>
          <a:prstGeom prst="straightConnector1">
            <a:avLst/>
          </a:prstGeom>
          <a:ln w="15875"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64BD57-990E-4C77-9623-872B6C950A3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983293" y="1999801"/>
            <a:ext cx="905604" cy="342567"/>
          </a:xfrm>
          <a:prstGeom prst="straightConnector1">
            <a:avLst/>
          </a:prstGeom>
          <a:ln w="15875"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39FC01F-B9DB-4940-B770-7ABFF1792F77}"/>
              </a:ext>
            </a:extLst>
          </p:cNvPr>
          <p:cNvSpPr/>
          <p:nvPr/>
        </p:nvSpPr>
        <p:spPr>
          <a:xfrm>
            <a:off x="2888897" y="3210168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615B62-D432-4ED0-B2A8-E38D26AF4BEB}"/>
              </a:ext>
            </a:extLst>
          </p:cNvPr>
          <p:cNvSpPr/>
          <p:nvPr/>
        </p:nvSpPr>
        <p:spPr>
          <a:xfrm>
            <a:off x="740374" y="2858509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4DA1FD-7126-4EF3-904F-078186A3D18C}"/>
              </a:ext>
            </a:extLst>
          </p:cNvPr>
          <p:cNvSpPr/>
          <p:nvPr/>
        </p:nvSpPr>
        <p:spPr>
          <a:xfrm>
            <a:off x="740374" y="3615012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EE4F88-A689-4034-80CE-C197804030F1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1983293" y="3156167"/>
            <a:ext cx="905604" cy="351659"/>
          </a:xfrm>
          <a:prstGeom prst="straightConnector1">
            <a:avLst/>
          </a:prstGeom>
          <a:ln w="15875"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78423F-BB97-487D-9D73-85474B641296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1983293" y="3507826"/>
            <a:ext cx="905604" cy="404844"/>
          </a:xfrm>
          <a:prstGeom prst="straightConnector1">
            <a:avLst/>
          </a:prstGeom>
          <a:ln w="15875"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F3AEE-9C5A-4C78-8D05-7A8EC48248BA}"/>
              </a:ext>
            </a:extLst>
          </p:cNvPr>
          <p:cNvSpPr/>
          <p:nvPr/>
        </p:nvSpPr>
        <p:spPr>
          <a:xfrm>
            <a:off x="2888897" y="5719202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628295-21EE-4EA7-8520-225E818664E1}"/>
              </a:ext>
            </a:extLst>
          </p:cNvPr>
          <p:cNvSpPr/>
          <p:nvPr/>
        </p:nvSpPr>
        <p:spPr>
          <a:xfrm>
            <a:off x="740374" y="5740257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6AA1DA-082E-40ED-9FFC-8DDB7CA1F1AA}"/>
              </a:ext>
            </a:extLst>
          </p:cNvPr>
          <p:cNvCxnSpPr>
            <a:cxnSpLocks/>
          </p:cNvCxnSpPr>
          <p:nvPr/>
        </p:nvCxnSpPr>
        <p:spPr>
          <a:xfrm flipV="1">
            <a:off x="1983293" y="5937509"/>
            <a:ext cx="900000" cy="0"/>
          </a:xfrm>
          <a:prstGeom prst="straightConnector1">
            <a:avLst/>
          </a:prstGeom>
          <a:ln w="15875"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A30A20-A380-44E7-8BB9-B630B465C7FC}"/>
              </a:ext>
            </a:extLst>
          </p:cNvPr>
          <p:cNvCxnSpPr>
            <a:cxnSpLocks/>
          </p:cNvCxnSpPr>
          <p:nvPr/>
        </p:nvCxnSpPr>
        <p:spPr>
          <a:xfrm flipH="1">
            <a:off x="1983293" y="6155815"/>
            <a:ext cx="900000" cy="0"/>
          </a:xfrm>
          <a:prstGeom prst="straightConnector1">
            <a:avLst/>
          </a:prstGeom>
          <a:ln w="15875"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99D4715-A962-4238-81C2-19F16E32E6F7}"/>
              </a:ext>
            </a:extLst>
          </p:cNvPr>
          <p:cNvSpPr/>
          <p:nvPr/>
        </p:nvSpPr>
        <p:spPr>
          <a:xfrm>
            <a:off x="1707624" y="4775360"/>
            <a:ext cx="1242919" cy="595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ED9DB0-7E7A-49CA-AA07-89D00D027233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950543" y="5060128"/>
            <a:ext cx="540000" cy="0"/>
          </a:xfrm>
          <a:prstGeom prst="straightConnector1">
            <a:avLst/>
          </a:prstGeom>
          <a:ln w="1587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35ED0D-B50B-4ACF-8EFA-571B2AD67FA2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1167624" y="5067722"/>
            <a:ext cx="540000" cy="0"/>
          </a:xfrm>
          <a:prstGeom prst="straightConnector1">
            <a:avLst/>
          </a:prstGeom>
          <a:ln w="15875"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CA6017-4C39-4193-8437-EC88E9D111BF}"/>
              </a:ext>
            </a:extLst>
          </p:cNvPr>
          <p:cNvCxnSpPr>
            <a:cxnSpLocks/>
          </p:cNvCxnSpPr>
          <p:nvPr/>
        </p:nvCxnSpPr>
        <p:spPr>
          <a:xfrm flipV="1">
            <a:off x="3490543" y="4479204"/>
            <a:ext cx="0" cy="580924"/>
          </a:xfrm>
          <a:prstGeom prst="straightConnector1">
            <a:avLst/>
          </a:prstGeom>
          <a:ln w="1587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BB19B4-D615-4810-A39D-30C3739EBFF0}"/>
              </a:ext>
            </a:extLst>
          </p:cNvPr>
          <p:cNvCxnSpPr>
            <a:cxnSpLocks/>
          </p:cNvCxnSpPr>
          <p:nvPr/>
        </p:nvCxnSpPr>
        <p:spPr>
          <a:xfrm flipH="1" flipV="1">
            <a:off x="1193215" y="4470674"/>
            <a:ext cx="2297330" cy="28180"/>
          </a:xfrm>
          <a:prstGeom prst="straightConnector1">
            <a:avLst/>
          </a:prstGeom>
          <a:ln w="1587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23A161-BBEA-4D7A-BF83-DF9DA94E0D61}"/>
              </a:ext>
            </a:extLst>
          </p:cNvPr>
          <p:cNvCxnSpPr>
            <a:cxnSpLocks/>
          </p:cNvCxnSpPr>
          <p:nvPr/>
        </p:nvCxnSpPr>
        <p:spPr>
          <a:xfrm flipV="1">
            <a:off x="1189942" y="4479203"/>
            <a:ext cx="0" cy="612957"/>
          </a:xfrm>
          <a:prstGeom prst="straightConnector1">
            <a:avLst/>
          </a:prstGeom>
          <a:ln w="1587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FD7C17-1E0B-4ED3-B1A8-F1094D589DDD}"/>
              </a:ext>
            </a:extLst>
          </p:cNvPr>
          <p:cNvCxnSpPr>
            <a:cxnSpLocks/>
          </p:cNvCxnSpPr>
          <p:nvPr/>
        </p:nvCxnSpPr>
        <p:spPr>
          <a:xfrm flipH="1">
            <a:off x="1361833" y="5540681"/>
            <a:ext cx="2068120" cy="942796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F33EF6E-62C3-4C39-B825-C730805C2B6D}"/>
              </a:ext>
            </a:extLst>
          </p:cNvPr>
          <p:cNvCxnSpPr>
            <a:cxnSpLocks/>
          </p:cNvCxnSpPr>
          <p:nvPr/>
        </p:nvCxnSpPr>
        <p:spPr>
          <a:xfrm flipH="1" flipV="1">
            <a:off x="1399233" y="5581463"/>
            <a:ext cx="1950904" cy="91054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29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FM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10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7521"/>
          </a:xfrm>
        </p:spPr>
        <p:txBody>
          <a:bodyPr/>
          <a:lstStyle/>
          <a:p>
            <a:r>
              <a:rPr lang="en-GB" dirty="0"/>
              <a:t>FM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2"/>
            <a:ext cx="8517275" cy="6050478"/>
          </a:xfrm>
        </p:spPr>
        <p:txBody>
          <a:bodyPr>
            <a:normAutofit/>
          </a:bodyPr>
          <a:lstStyle/>
          <a:p>
            <a:r>
              <a:rPr lang="en-GB" dirty="0"/>
              <a:t>Modulation - varying properties of periodic waveform, the </a:t>
            </a:r>
            <a:r>
              <a:rPr lang="en-GB" i="1" dirty="0"/>
              <a:t>carrier</a:t>
            </a:r>
            <a:r>
              <a:rPr lang="en-GB" dirty="0"/>
              <a:t> signal, with a </a:t>
            </a:r>
            <a:r>
              <a:rPr lang="en-GB" i="1" dirty="0"/>
              <a:t>modulating</a:t>
            </a:r>
            <a:r>
              <a:rPr lang="en-GB" dirty="0"/>
              <a:t> signal.</a:t>
            </a:r>
          </a:p>
          <a:p>
            <a:r>
              <a:rPr lang="en-GB" dirty="0"/>
              <a:t>FM synthesis - Creating sound by modulating the frequency of a waveform using another waveform</a:t>
            </a:r>
          </a:p>
          <a:p>
            <a:pPr lvl="1"/>
            <a:r>
              <a:rPr lang="en-GB" dirty="0" err="1"/>
              <a:t>Chowning</a:t>
            </a:r>
            <a:r>
              <a:rPr lang="en-GB" dirty="0"/>
              <a:t>, John M. "The synthesis of complex audio spectra by means of frequency modulation." </a:t>
            </a:r>
            <a:r>
              <a:rPr lang="en-GB" i="1" dirty="0"/>
              <a:t>Journal of the audio engineering society</a:t>
            </a:r>
            <a:r>
              <a:rPr lang="en-GB" dirty="0"/>
              <a:t> 21.7 (1973): 526-534.</a:t>
            </a:r>
          </a:p>
          <a:p>
            <a:pPr lvl="2"/>
            <a:endParaRPr lang="en-GB" dirty="0"/>
          </a:p>
          <a:p>
            <a:pPr marL="457200" lvl="1" indent="0">
              <a:buNone/>
            </a:pPr>
            <a:r>
              <a:rPr lang="en-GB" dirty="0"/>
              <a:t>	</a:t>
            </a:r>
          </a:p>
          <a:p>
            <a:r>
              <a:rPr lang="en-GB" sz="2400" dirty="0"/>
              <a:t>Vary A – </a:t>
            </a:r>
            <a:r>
              <a:rPr lang="en-GB" sz="2400" i="1" dirty="0">
                <a:solidFill>
                  <a:srgbClr val="0000FF"/>
                </a:solidFill>
              </a:rPr>
              <a:t>Amplitude</a:t>
            </a:r>
            <a:r>
              <a:rPr lang="en-GB" sz="2400" dirty="0">
                <a:solidFill>
                  <a:srgbClr val="0000FF"/>
                </a:solidFill>
              </a:rPr>
              <a:t> </a:t>
            </a:r>
            <a:r>
              <a:rPr lang="en-GB" sz="2400" dirty="0"/>
              <a:t>modulation</a:t>
            </a:r>
          </a:p>
          <a:p>
            <a:r>
              <a:rPr lang="en-GB" sz="2400" dirty="0"/>
              <a:t>Vary </a:t>
            </a:r>
            <a:r>
              <a:rPr lang="en-GB" sz="2400" i="1" dirty="0"/>
              <a:t>f – </a:t>
            </a:r>
            <a:r>
              <a:rPr lang="en-GB" sz="2400" i="1" dirty="0">
                <a:solidFill>
                  <a:srgbClr val="0000FF"/>
                </a:solidFill>
              </a:rPr>
              <a:t>Frequency</a:t>
            </a:r>
            <a:r>
              <a:rPr lang="en-GB" sz="2400" i="1" dirty="0"/>
              <a:t> </a:t>
            </a:r>
            <a:r>
              <a:rPr lang="en-GB" sz="2400" dirty="0"/>
              <a:t>modulation</a:t>
            </a:r>
          </a:p>
          <a:p>
            <a:r>
              <a:rPr lang="en-GB" sz="2400" dirty="0"/>
              <a:t>Vary</a:t>
            </a:r>
            <a:r>
              <a:rPr lang="en-GB" sz="2400" i="1" dirty="0"/>
              <a:t> </a:t>
            </a:r>
            <a:r>
              <a:rPr lang="en-GB" sz="2400" i="1" dirty="0">
                <a:latin typeface="Symbol" panose="05050102010706020507" pitchFamily="18" charset="2"/>
              </a:rPr>
              <a:t>f</a:t>
            </a:r>
            <a:r>
              <a:rPr lang="en-GB" sz="2400" i="1" dirty="0"/>
              <a:t> – </a:t>
            </a:r>
            <a:r>
              <a:rPr lang="en-GB" sz="2400" i="1" dirty="0">
                <a:solidFill>
                  <a:srgbClr val="0000FF"/>
                </a:solidFill>
              </a:rPr>
              <a:t>Phase</a:t>
            </a:r>
            <a:r>
              <a:rPr lang="en-GB" sz="2400" i="1" dirty="0"/>
              <a:t> </a:t>
            </a:r>
            <a:r>
              <a:rPr lang="en-GB" sz="2400" dirty="0"/>
              <a:t>modulation</a:t>
            </a:r>
          </a:p>
          <a:p>
            <a:pPr lvl="1"/>
            <a:endParaRPr lang="en-GB" i="1" dirty="0"/>
          </a:p>
          <a:p>
            <a:r>
              <a:rPr lang="en-GB" dirty="0"/>
              <a:t>Technically, we will do phase modulation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275" y="1080788"/>
            <a:ext cx="3674725" cy="2939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420688" y="3710763"/>
                <a:ext cx="4034354" cy="6929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𝑓𝑡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88" y="3710763"/>
                <a:ext cx="4034354" cy="692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55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7521"/>
          </a:xfrm>
        </p:spPr>
        <p:txBody>
          <a:bodyPr/>
          <a:lstStyle/>
          <a:p>
            <a:r>
              <a:rPr lang="en-GB" dirty="0"/>
              <a:t>Phase modulation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08" y="807522"/>
            <a:ext cx="11745067" cy="6050478"/>
          </a:xfrm>
        </p:spPr>
        <p:txBody>
          <a:bodyPr>
            <a:normAutofit/>
          </a:bodyPr>
          <a:lstStyle/>
          <a:p>
            <a:r>
              <a:rPr lang="en-GB" dirty="0"/>
              <a:t>Simple sine wave</a:t>
            </a:r>
          </a:p>
          <a:p>
            <a:pPr lvl="1"/>
            <a:r>
              <a:rPr lang="en-GB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dirty="0">
                <a:solidFill>
                  <a:srgbClr val="0000FF"/>
                </a:solidFill>
              </a:rPr>
              <a:t>(</a:t>
            </a:r>
            <a:r>
              <a:rPr lang="en-GB" i="1" dirty="0">
                <a:solidFill>
                  <a:srgbClr val="0000FF"/>
                </a:solidFill>
              </a:rPr>
              <a:t>t</a:t>
            </a:r>
            <a:r>
              <a:rPr lang="en-GB" dirty="0">
                <a:solidFill>
                  <a:srgbClr val="0000FF"/>
                </a:solidFill>
              </a:rPr>
              <a:t>) – the carrier</a:t>
            </a:r>
          </a:p>
          <a:p>
            <a:pPr lvl="1"/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dirty="0"/>
              <a:t> </a:t>
            </a:r>
            <a:r>
              <a:rPr lang="en-GB" i="1" baseline="-25000" dirty="0"/>
              <a:t>c</a:t>
            </a:r>
            <a:r>
              <a:rPr lang="en-GB" dirty="0"/>
              <a:t> – carrier frequency, or frequency offset, gives fundamental frequency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Now modulate the frequency</a:t>
            </a:r>
          </a:p>
          <a:p>
            <a:pPr lvl="1"/>
            <a:r>
              <a:rPr lang="en-GB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dirty="0">
                <a:solidFill>
                  <a:srgbClr val="0000FF"/>
                </a:solidFill>
              </a:rPr>
              <a:t> (</a:t>
            </a:r>
            <a:r>
              <a:rPr lang="en-GB" i="1" dirty="0">
                <a:solidFill>
                  <a:srgbClr val="0000FF"/>
                </a:solidFill>
              </a:rPr>
              <a:t>t</a:t>
            </a:r>
            <a:r>
              <a:rPr lang="en-GB" dirty="0">
                <a:solidFill>
                  <a:srgbClr val="0000FF"/>
                </a:solidFill>
              </a:rPr>
              <a:t>) – the modulator</a:t>
            </a:r>
          </a:p>
          <a:p>
            <a:pPr lvl="1"/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dirty="0"/>
              <a:t> </a:t>
            </a:r>
            <a:r>
              <a:rPr lang="en-GB" i="1" baseline="-25000" dirty="0"/>
              <a:t>m</a:t>
            </a:r>
            <a:r>
              <a:rPr lang="en-GB" dirty="0"/>
              <a:t> –modulation frequency</a:t>
            </a:r>
          </a:p>
          <a:p>
            <a:pPr lvl="1"/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dirty="0"/>
              <a:t> – modulation depth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>
              <a:xfrm>
                <a:off x="5910263" y="925513"/>
                <a:ext cx="2667000" cy="571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63" y="925513"/>
                <a:ext cx="2667000" cy="571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>
              <a:xfrm>
                <a:off x="6119813" y="3186113"/>
                <a:ext cx="4341812" cy="171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813" y="3186113"/>
                <a:ext cx="4341812" cy="1714500"/>
              </a:xfrm>
              <a:prstGeom prst="rect">
                <a:avLst/>
              </a:prstGeom>
              <a:blipFill>
                <a:blip r:embed="rId4"/>
                <a:stretch>
                  <a:fillRect l="-1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23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6"/>
          <a:stretch/>
        </p:blipFill>
        <p:spPr>
          <a:xfrm>
            <a:off x="1091065" y="1533525"/>
            <a:ext cx="10009869" cy="4839494"/>
          </a:xfrm>
        </p:spPr>
      </p:pic>
    </p:spTree>
    <p:extLst>
      <p:ext uri="{BB962C8B-B14F-4D97-AF65-F5344CB8AC3E}">
        <p14:creationId xmlns:p14="http://schemas.microsoft.com/office/powerpoint/2010/main" val="352382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Connecting audio parameters &amp; modulation</vt:lpstr>
      <vt:lpstr>Connections in the Web Audio API</vt:lpstr>
      <vt:lpstr>FM Synthesis</vt:lpstr>
      <vt:lpstr>FM synthesis</vt:lpstr>
      <vt:lpstr>Phase modulation synthesis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Reiss</dc:creator>
  <cp:lastModifiedBy>Joshua Reiss</cp:lastModifiedBy>
  <cp:revision>1</cp:revision>
  <dcterms:created xsi:type="dcterms:W3CDTF">2021-09-01T05:04:42Z</dcterms:created>
  <dcterms:modified xsi:type="dcterms:W3CDTF">2021-12-17T21:33:23Z</dcterms:modified>
</cp:coreProperties>
</file>