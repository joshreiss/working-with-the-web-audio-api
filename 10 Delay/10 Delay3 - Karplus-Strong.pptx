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342" r:id="rId2"/>
    <p:sldId id="351" r:id="rId3"/>
    <p:sldId id="345" r:id="rId4"/>
    <p:sldId id="258" r:id="rId5"/>
    <p:sldId id="259" r:id="rId6"/>
    <p:sldId id="260"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0D2C36-4565-4653-8878-580956ACA3E0}" v="217" dt="2022-03-17T16:41:51.8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580" autoAdjust="0"/>
    <p:restoredTop sz="96370" autoAdjust="0"/>
  </p:normalViewPr>
  <p:slideViewPr>
    <p:cSldViewPr snapToGrid="0">
      <p:cViewPr>
        <p:scale>
          <a:sx n="80" d="100"/>
          <a:sy n="80" d="100"/>
        </p:scale>
        <p:origin x="81" y="840"/>
      </p:cViewPr>
      <p:guideLst/>
    </p:cSldViewPr>
  </p:slideViewPr>
  <p:outlineViewPr>
    <p:cViewPr>
      <p:scale>
        <a:sx n="33" d="100"/>
        <a:sy n="33" d="100"/>
      </p:scale>
      <p:origin x="0" y="0"/>
    </p:cViewPr>
    <p:sldLst>
      <p:sld r:id="rId1" collapse="1"/>
      <p:sld r:id="rId2" collapse="1"/>
      <p:sld r:id="rId3" collapse="1"/>
      <p:sld r:id="rId4" collapse="1"/>
      <p:sld r:id="rId5" collapse="1"/>
    </p:sldLst>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_rels/viewProps.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3.xml"/><Relationship Id="rId1" Type="http://schemas.openxmlformats.org/officeDocument/2006/relationships/slide" Target="slides/slide1.xml"/><Relationship Id="rId5" Type="http://schemas.openxmlformats.org/officeDocument/2006/relationships/slide" Target="slides/slide6.xml"/><Relationship Id="rId4"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 Reiss" userId="a90d6cd88c30b6c6" providerId="LiveId" clId="{165483D8-A2BC-4523-909C-405FC0CA66D0}"/>
    <pc:docChg chg="undo custSel modSld">
      <pc:chgData name="Josh Reiss" userId="a90d6cd88c30b6c6" providerId="LiveId" clId="{165483D8-A2BC-4523-909C-405FC0CA66D0}" dt="2021-06-28T14:40:13.815" v="112" actId="1037"/>
      <pc:docMkLst>
        <pc:docMk/>
      </pc:docMkLst>
      <pc:sldChg chg="addSp delSp modSp mod">
        <pc:chgData name="Josh Reiss" userId="a90d6cd88c30b6c6" providerId="LiveId" clId="{165483D8-A2BC-4523-909C-405FC0CA66D0}" dt="2021-06-28T14:40:13.815" v="112" actId="1037"/>
        <pc:sldMkLst>
          <pc:docMk/>
          <pc:sldMk cId="1862733517" sldId="256"/>
        </pc:sldMkLst>
        <pc:spChg chg="del">
          <ac:chgData name="Josh Reiss" userId="a90d6cd88c30b6c6" providerId="LiveId" clId="{165483D8-A2BC-4523-909C-405FC0CA66D0}" dt="2021-06-28T14:39:08.644" v="11" actId="478"/>
          <ac:spMkLst>
            <pc:docMk/>
            <pc:sldMk cId="1862733517" sldId="256"/>
            <ac:spMk id="2" creationId="{BE3432DD-8D3F-47E2-BEA8-EFE20E5B942C}"/>
          </ac:spMkLst>
        </pc:spChg>
        <pc:spChg chg="add mod">
          <ac:chgData name="Josh Reiss" userId="a90d6cd88c30b6c6" providerId="LiveId" clId="{165483D8-A2BC-4523-909C-405FC0CA66D0}" dt="2021-06-28T14:37:57.438" v="0"/>
          <ac:spMkLst>
            <pc:docMk/>
            <pc:sldMk cId="1862733517" sldId="256"/>
            <ac:spMk id="4" creationId="{2340F8CE-123B-4B3A-A57A-12FDEAD3DE89}"/>
          </ac:spMkLst>
        </pc:spChg>
        <pc:spChg chg="add del mod">
          <ac:chgData name="Josh Reiss" userId="a90d6cd88c30b6c6" providerId="LiveId" clId="{165483D8-A2BC-4523-909C-405FC0CA66D0}" dt="2021-06-28T14:38:17.514" v="3" actId="478"/>
          <ac:spMkLst>
            <pc:docMk/>
            <pc:sldMk cId="1862733517" sldId="256"/>
            <ac:spMk id="5" creationId="{5BC5578A-3D46-471E-BB49-E765B08B1C07}"/>
          </ac:spMkLst>
        </pc:spChg>
        <pc:spChg chg="add del mod">
          <ac:chgData name="Josh Reiss" userId="a90d6cd88c30b6c6" providerId="LiveId" clId="{165483D8-A2BC-4523-909C-405FC0CA66D0}" dt="2021-06-28T14:39:51.703" v="21" actId="478"/>
          <ac:spMkLst>
            <pc:docMk/>
            <pc:sldMk cId="1862733517" sldId="256"/>
            <ac:spMk id="6" creationId="{94235E21-6A0C-443D-82CE-EF134570060F}"/>
          </ac:spMkLst>
        </pc:spChg>
        <pc:spChg chg="add del mod">
          <ac:chgData name="Josh Reiss" userId="a90d6cd88c30b6c6" providerId="LiveId" clId="{165483D8-A2BC-4523-909C-405FC0CA66D0}" dt="2021-06-28T14:39:51.703" v="21" actId="478"/>
          <ac:spMkLst>
            <pc:docMk/>
            <pc:sldMk cId="1862733517" sldId="256"/>
            <ac:spMk id="7" creationId="{B93640E8-E802-4D80-B68C-0BDEB5B9F246}"/>
          </ac:spMkLst>
        </pc:spChg>
        <pc:spChg chg="add mod">
          <ac:chgData name="Josh Reiss" userId="a90d6cd88c30b6c6" providerId="LiveId" clId="{165483D8-A2BC-4523-909C-405FC0CA66D0}" dt="2021-06-28T14:40:13.815" v="112" actId="1037"/>
          <ac:spMkLst>
            <pc:docMk/>
            <pc:sldMk cId="1862733517" sldId="256"/>
            <ac:spMk id="8" creationId="{CA191ED1-E3B1-407F-B748-8DC5731895C3}"/>
          </ac:spMkLst>
        </pc:spChg>
        <pc:spChg chg="add mod">
          <ac:chgData name="Josh Reiss" userId="a90d6cd88c30b6c6" providerId="LiveId" clId="{165483D8-A2BC-4523-909C-405FC0CA66D0}" dt="2021-06-28T14:40:13.815" v="112" actId="1037"/>
          <ac:spMkLst>
            <pc:docMk/>
            <pc:sldMk cId="1862733517" sldId="256"/>
            <ac:spMk id="17" creationId="{5C54E9AB-0639-4023-8AFA-E46FDD0F9C45}"/>
          </ac:spMkLst>
        </pc:spChg>
        <pc:cxnChg chg="add mod">
          <ac:chgData name="Josh Reiss" userId="a90d6cd88c30b6c6" providerId="LiveId" clId="{165483D8-A2BC-4523-909C-405FC0CA66D0}" dt="2021-06-28T14:40:13.815" v="112" actId="1037"/>
          <ac:cxnSpMkLst>
            <pc:docMk/>
            <pc:sldMk cId="1862733517" sldId="256"/>
            <ac:cxnSpMk id="9" creationId="{801EF83B-E837-4C88-848B-5FF8A1A96068}"/>
          </ac:cxnSpMkLst>
        </pc:cxnChg>
        <pc:cxnChg chg="add del mod">
          <ac:chgData name="Josh Reiss" userId="a90d6cd88c30b6c6" providerId="LiveId" clId="{165483D8-A2BC-4523-909C-405FC0CA66D0}" dt="2021-06-28T14:39:51.703" v="21" actId="478"/>
          <ac:cxnSpMkLst>
            <pc:docMk/>
            <pc:sldMk cId="1862733517" sldId="256"/>
            <ac:cxnSpMk id="10" creationId="{B7EFE6A8-6331-461B-AF17-BF9BAE2A36BF}"/>
          </ac:cxnSpMkLst>
        </pc:cxnChg>
        <pc:cxnChg chg="add del mod">
          <ac:chgData name="Josh Reiss" userId="a90d6cd88c30b6c6" providerId="LiveId" clId="{165483D8-A2BC-4523-909C-405FC0CA66D0}" dt="2021-06-28T14:39:51.703" v="21" actId="478"/>
          <ac:cxnSpMkLst>
            <pc:docMk/>
            <pc:sldMk cId="1862733517" sldId="256"/>
            <ac:cxnSpMk id="11" creationId="{B4A93506-7B8B-4B4D-AFD7-9659D16344EB}"/>
          </ac:cxnSpMkLst>
        </pc:cxnChg>
        <pc:cxnChg chg="add del mod">
          <ac:chgData name="Josh Reiss" userId="a90d6cd88c30b6c6" providerId="LiveId" clId="{165483D8-A2BC-4523-909C-405FC0CA66D0}" dt="2021-06-28T14:39:51.703" v="21" actId="478"/>
          <ac:cxnSpMkLst>
            <pc:docMk/>
            <pc:sldMk cId="1862733517" sldId="256"/>
            <ac:cxnSpMk id="12" creationId="{7A3FE4E4-AE40-42A9-95F8-C166C134871E}"/>
          </ac:cxnSpMkLst>
        </pc:cxnChg>
        <pc:cxnChg chg="add del mod">
          <ac:chgData name="Josh Reiss" userId="a90d6cd88c30b6c6" providerId="LiveId" clId="{165483D8-A2BC-4523-909C-405FC0CA66D0}" dt="2021-06-28T14:39:51.703" v="21" actId="478"/>
          <ac:cxnSpMkLst>
            <pc:docMk/>
            <pc:sldMk cId="1862733517" sldId="256"/>
            <ac:cxnSpMk id="13" creationId="{7145FB9C-E1D8-4EFF-9E11-F0CF29B0975C}"/>
          </ac:cxnSpMkLst>
        </pc:cxnChg>
        <pc:cxnChg chg="add del mod">
          <ac:chgData name="Josh Reiss" userId="a90d6cd88c30b6c6" providerId="LiveId" clId="{165483D8-A2BC-4523-909C-405FC0CA66D0}" dt="2021-06-28T14:39:24.036" v="14" actId="21"/>
          <ac:cxnSpMkLst>
            <pc:docMk/>
            <pc:sldMk cId="1862733517" sldId="256"/>
            <ac:cxnSpMk id="14" creationId="{4959A8E1-ED4F-4036-AA02-38ED9E165BF4}"/>
          </ac:cxnSpMkLst>
        </pc:cxnChg>
        <pc:cxnChg chg="add del mod">
          <ac:chgData name="Josh Reiss" userId="a90d6cd88c30b6c6" providerId="LiveId" clId="{165483D8-A2BC-4523-909C-405FC0CA66D0}" dt="2021-06-28T14:39:51.703" v="21" actId="478"/>
          <ac:cxnSpMkLst>
            <pc:docMk/>
            <pc:sldMk cId="1862733517" sldId="256"/>
            <ac:cxnSpMk id="18" creationId="{EE8D0F65-D993-41C7-B98B-698533B5F529}"/>
          </ac:cxnSpMkLst>
        </pc:cxnChg>
        <pc:cxnChg chg="add mod">
          <ac:chgData name="Josh Reiss" userId="a90d6cd88c30b6c6" providerId="LiveId" clId="{165483D8-A2BC-4523-909C-405FC0CA66D0}" dt="2021-06-28T14:40:13.815" v="112" actId="1037"/>
          <ac:cxnSpMkLst>
            <pc:docMk/>
            <pc:sldMk cId="1862733517" sldId="256"/>
            <ac:cxnSpMk id="19" creationId="{EA61C3B5-F1DE-4D00-AD60-8390D416C1E9}"/>
          </ac:cxnSpMkLst>
        </pc:cxnChg>
        <pc:cxnChg chg="add mod">
          <ac:chgData name="Josh Reiss" userId="a90d6cd88c30b6c6" providerId="LiveId" clId="{165483D8-A2BC-4523-909C-405FC0CA66D0}" dt="2021-06-28T14:40:13.815" v="112" actId="1037"/>
          <ac:cxnSpMkLst>
            <pc:docMk/>
            <pc:sldMk cId="1862733517" sldId="256"/>
            <ac:cxnSpMk id="22" creationId="{2AB85A4A-A64D-4DE7-B732-61B50F48B79F}"/>
          </ac:cxnSpMkLst>
        </pc:cxnChg>
      </pc:sldChg>
    </pc:docChg>
  </pc:docChgLst>
  <pc:docChgLst>
    <pc:chgData name="Josh Reiss" userId="a90d6cd88c30b6c6" providerId="LiveId" clId="{7AD53BB1-E830-42C9-BAA5-34B5D0CC4CC2}"/>
    <pc:docChg chg="custSel addSld delSld modSld">
      <pc:chgData name="Josh Reiss" userId="a90d6cd88c30b6c6" providerId="LiveId" clId="{7AD53BB1-E830-42C9-BAA5-34B5D0CC4CC2}" dt="2022-03-15T14:24:37.078" v="308"/>
      <pc:docMkLst>
        <pc:docMk/>
      </pc:docMkLst>
      <pc:sldChg chg="modSp mod modShow">
        <pc:chgData name="Josh Reiss" userId="a90d6cd88c30b6c6" providerId="LiveId" clId="{7AD53BB1-E830-42C9-BAA5-34B5D0CC4CC2}" dt="2022-03-15T14:22:43.209" v="306" actId="114"/>
        <pc:sldMkLst>
          <pc:docMk/>
          <pc:sldMk cId="3716683099" sldId="258"/>
        </pc:sldMkLst>
        <pc:spChg chg="mod">
          <ac:chgData name="Josh Reiss" userId="a90d6cd88c30b6c6" providerId="LiveId" clId="{7AD53BB1-E830-42C9-BAA5-34B5D0CC4CC2}" dt="2022-03-15T14:22:43.209" v="306" actId="114"/>
          <ac:spMkLst>
            <pc:docMk/>
            <pc:sldMk cId="3716683099" sldId="258"/>
            <ac:spMk id="3" creationId="{317DF3B0-4A6B-428F-8B0C-EBE3C3DDE6A8}"/>
          </ac:spMkLst>
        </pc:spChg>
      </pc:sldChg>
      <pc:sldChg chg="mod modShow">
        <pc:chgData name="Josh Reiss" userId="a90d6cd88c30b6c6" providerId="LiveId" clId="{7AD53BB1-E830-42C9-BAA5-34B5D0CC4CC2}" dt="2022-03-15T14:22:16.602" v="302" actId="729"/>
        <pc:sldMkLst>
          <pc:docMk/>
          <pc:sldMk cId="722391171" sldId="259"/>
        </pc:sldMkLst>
      </pc:sldChg>
      <pc:sldChg chg="mod modShow">
        <pc:chgData name="Josh Reiss" userId="a90d6cd88c30b6c6" providerId="LiveId" clId="{7AD53BB1-E830-42C9-BAA5-34B5D0CC4CC2}" dt="2022-03-15T14:22:20.879" v="303" actId="729"/>
        <pc:sldMkLst>
          <pc:docMk/>
          <pc:sldMk cId="2919578433" sldId="260"/>
        </pc:sldMkLst>
      </pc:sldChg>
      <pc:sldChg chg="mod modShow">
        <pc:chgData name="Josh Reiss" userId="a90d6cd88c30b6c6" providerId="LiveId" clId="{7AD53BB1-E830-42C9-BAA5-34B5D0CC4CC2}" dt="2022-03-15T14:22:12.375" v="301" actId="729"/>
        <pc:sldMkLst>
          <pc:docMk/>
          <pc:sldMk cId="2879517915" sldId="273"/>
        </pc:sldMkLst>
      </pc:sldChg>
      <pc:sldChg chg="modSp mod">
        <pc:chgData name="Josh Reiss" userId="a90d6cd88c30b6c6" providerId="LiveId" clId="{7AD53BB1-E830-42C9-BAA5-34B5D0CC4CC2}" dt="2022-03-15T14:12:42.935" v="49" actId="20577"/>
        <pc:sldMkLst>
          <pc:docMk/>
          <pc:sldMk cId="2688241578" sldId="342"/>
        </pc:sldMkLst>
        <pc:spChg chg="mod">
          <ac:chgData name="Josh Reiss" userId="a90d6cd88c30b6c6" providerId="LiveId" clId="{7AD53BB1-E830-42C9-BAA5-34B5D0CC4CC2}" dt="2022-03-15T14:12:42.935" v="49" actId="20577"/>
          <ac:spMkLst>
            <pc:docMk/>
            <pc:sldMk cId="2688241578" sldId="342"/>
            <ac:spMk id="3" creationId="{2AB7AB1B-DA52-4461-AD47-BC417E4E75DB}"/>
          </ac:spMkLst>
        </pc:spChg>
      </pc:sldChg>
      <pc:sldChg chg="modSp mod">
        <pc:chgData name="Josh Reiss" userId="a90d6cd88c30b6c6" providerId="LiveId" clId="{7AD53BB1-E830-42C9-BAA5-34B5D0CC4CC2}" dt="2022-03-15T14:18:43.312" v="286" actId="255"/>
        <pc:sldMkLst>
          <pc:docMk/>
          <pc:sldMk cId="1229554816" sldId="343"/>
        </pc:sldMkLst>
        <pc:spChg chg="mod">
          <ac:chgData name="Josh Reiss" userId="a90d6cd88c30b6c6" providerId="LiveId" clId="{7AD53BB1-E830-42C9-BAA5-34B5D0CC4CC2}" dt="2022-03-15T14:18:43.312" v="286" actId="255"/>
          <ac:spMkLst>
            <pc:docMk/>
            <pc:sldMk cId="1229554816" sldId="343"/>
            <ac:spMk id="3" creationId="{C82C490A-692F-4B28-BF4C-70860E4FABB8}"/>
          </ac:spMkLst>
        </pc:spChg>
      </pc:sldChg>
      <pc:sldChg chg="mod modShow">
        <pc:chgData name="Josh Reiss" userId="a90d6cd88c30b6c6" providerId="LiveId" clId="{7AD53BB1-E830-42C9-BAA5-34B5D0CC4CC2}" dt="2022-03-15T14:22:07.315" v="300" actId="729"/>
        <pc:sldMkLst>
          <pc:docMk/>
          <pc:sldMk cId="1585101445" sldId="344"/>
        </pc:sldMkLst>
      </pc:sldChg>
      <pc:sldChg chg="modSp mod modShow">
        <pc:chgData name="Josh Reiss" userId="a90d6cd88c30b6c6" providerId="LiveId" clId="{7AD53BB1-E830-42C9-BAA5-34B5D0CC4CC2}" dt="2022-03-15T14:22:04.445" v="299" actId="729"/>
        <pc:sldMkLst>
          <pc:docMk/>
          <pc:sldMk cId="811557432" sldId="345"/>
        </pc:sldMkLst>
        <pc:spChg chg="mod">
          <ac:chgData name="Josh Reiss" userId="a90d6cd88c30b6c6" providerId="LiveId" clId="{7AD53BB1-E830-42C9-BAA5-34B5D0CC4CC2}" dt="2022-03-15T14:20:08.061" v="297" actId="5793"/>
          <ac:spMkLst>
            <pc:docMk/>
            <pc:sldMk cId="811557432" sldId="345"/>
            <ac:spMk id="3" creationId="{00000000-0000-0000-0000-000000000000}"/>
          </ac:spMkLst>
        </pc:spChg>
      </pc:sldChg>
      <pc:sldChg chg="del">
        <pc:chgData name="Josh Reiss" userId="a90d6cd88c30b6c6" providerId="LiveId" clId="{7AD53BB1-E830-42C9-BAA5-34B5D0CC4CC2}" dt="2022-03-15T14:19:07.341" v="287" actId="47"/>
        <pc:sldMkLst>
          <pc:docMk/>
          <pc:sldMk cId="1056313717" sldId="346"/>
        </pc:sldMkLst>
      </pc:sldChg>
      <pc:sldChg chg="add del">
        <pc:chgData name="Josh Reiss" userId="a90d6cd88c30b6c6" providerId="LiveId" clId="{7AD53BB1-E830-42C9-BAA5-34B5D0CC4CC2}" dt="2022-03-15T14:24:37.078" v="308"/>
        <pc:sldMkLst>
          <pc:docMk/>
          <pc:sldMk cId="1202316043" sldId="346"/>
        </pc:sldMkLst>
      </pc:sldChg>
      <pc:sldChg chg="del">
        <pc:chgData name="Josh Reiss" userId="a90d6cd88c30b6c6" providerId="LiveId" clId="{7AD53BB1-E830-42C9-BAA5-34B5D0CC4CC2}" dt="2022-03-15T14:19:08.098" v="288" actId="47"/>
        <pc:sldMkLst>
          <pc:docMk/>
          <pc:sldMk cId="270256415" sldId="347"/>
        </pc:sldMkLst>
      </pc:sldChg>
    </pc:docChg>
  </pc:docChgLst>
  <pc:docChgLst>
    <pc:chgData name="Josh Reiss" userId="a90d6cd88c30b6c6" providerId="LiveId" clId="{7C2DCB1A-65A4-4688-9DCF-D8CA67CEAFDD}"/>
    <pc:docChg chg="undo custSel delSld modSld">
      <pc:chgData name="Josh Reiss" userId="a90d6cd88c30b6c6" providerId="LiveId" clId="{7C2DCB1A-65A4-4688-9DCF-D8CA67CEAFDD}" dt="2020-11-25T06:24:39.450" v="101" actId="47"/>
      <pc:docMkLst>
        <pc:docMk/>
      </pc:docMkLst>
      <pc:sldChg chg="delSp modSp mod">
        <pc:chgData name="Josh Reiss" userId="a90d6cd88c30b6c6" providerId="LiveId" clId="{7C2DCB1A-65A4-4688-9DCF-D8CA67CEAFDD}" dt="2020-11-25T06:24:35.452" v="100" actId="1038"/>
        <pc:sldMkLst>
          <pc:docMk/>
          <pc:sldMk cId="1582420652" sldId="257"/>
        </pc:sldMkLst>
        <pc:spChg chg="mod">
          <ac:chgData name="Josh Reiss" userId="a90d6cd88c30b6c6" providerId="LiveId" clId="{7C2DCB1A-65A4-4688-9DCF-D8CA67CEAFDD}" dt="2020-11-25T06:24:35.452" v="100" actId="1038"/>
          <ac:spMkLst>
            <pc:docMk/>
            <pc:sldMk cId="1582420652" sldId="257"/>
            <ac:spMk id="4" creationId="{7A79CF97-31B3-41C2-A64F-E99DD7B1F12C}"/>
          </ac:spMkLst>
        </pc:spChg>
        <pc:spChg chg="mod">
          <ac:chgData name="Josh Reiss" userId="a90d6cd88c30b6c6" providerId="LiveId" clId="{7C2DCB1A-65A4-4688-9DCF-D8CA67CEAFDD}" dt="2020-11-25T06:24:10.436" v="66" actId="14100"/>
          <ac:spMkLst>
            <pc:docMk/>
            <pc:sldMk cId="1582420652" sldId="257"/>
            <ac:spMk id="5" creationId="{9E48C44B-FE42-49A8-8A7D-C048A696651C}"/>
          </ac:spMkLst>
        </pc:spChg>
        <pc:spChg chg="mod">
          <ac:chgData name="Josh Reiss" userId="a90d6cd88c30b6c6" providerId="LiveId" clId="{7C2DCB1A-65A4-4688-9DCF-D8CA67CEAFDD}" dt="2020-11-25T06:24:10.436" v="66" actId="14100"/>
          <ac:spMkLst>
            <pc:docMk/>
            <pc:sldMk cId="1582420652" sldId="257"/>
            <ac:spMk id="6" creationId="{37489C1F-E2B3-4960-9F89-5F73DB9CEB44}"/>
          </ac:spMkLst>
        </pc:spChg>
        <pc:spChg chg="mod">
          <ac:chgData name="Josh Reiss" userId="a90d6cd88c30b6c6" providerId="LiveId" clId="{7C2DCB1A-65A4-4688-9DCF-D8CA67CEAFDD}" dt="2020-11-25T06:24:10.436" v="66" actId="14100"/>
          <ac:spMkLst>
            <pc:docMk/>
            <pc:sldMk cId="1582420652" sldId="257"/>
            <ac:spMk id="7" creationId="{39A1FCAC-50DF-49C5-BE6D-56FE10FA2C47}"/>
          </ac:spMkLst>
        </pc:spChg>
        <pc:spChg chg="mod">
          <ac:chgData name="Josh Reiss" userId="a90d6cd88c30b6c6" providerId="LiveId" clId="{7C2DCB1A-65A4-4688-9DCF-D8CA67CEAFDD}" dt="2020-11-25T06:24:20.810" v="76" actId="1037"/>
          <ac:spMkLst>
            <pc:docMk/>
            <pc:sldMk cId="1582420652" sldId="257"/>
            <ac:spMk id="8" creationId="{1B554ED9-52A5-4144-8605-BC09A875C4D7}"/>
          </ac:spMkLst>
        </pc:spChg>
        <pc:spChg chg="del">
          <ac:chgData name="Josh Reiss" userId="a90d6cd88c30b6c6" providerId="LiveId" clId="{7C2DCB1A-65A4-4688-9DCF-D8CA67CEAFDD}" dt="2020-11-25T06:23:05.090" v="49" actId="478"/>
          <ac:spMkLst>
            <pc:docMk/>
            <pc:sldMk cId="1582420652" sldId="257"/>
            <ac:spMk id="48" creationId="{56E8D1B5-5E61-4824-9A44-E5A4B4CB9496}"/>
          </ac:spMkLst>
        </pc:spChg>
        <pc:cxnChg chg="mod">
          <ac:chgData name="Josh Reiss" userId="a90d6cd88c30b6c6" providerId="LiveId" clId="{7C2DCB1A-65A4-4688-9DCF-D8CA67CEAFDD}" dt="2020-11-25T06:24:35.452" v="100" actId="1038"/>
          <ac:cxnSpMkLst>
            <pc:docMk/>
            <pc:sldMk cId="1582420652" sldId="257"/>
            <ac:cxnSpMk id="10" creationId="{0819F297-DA48-4270-B759-2DCA0A379870}"/>
          </ac:cxnSpMkLst>
        </pc:cxnChg>
        <pc:cxnChg chg="mod">
          <ac:chgData name="Josh Reiss" userId="a90d6cd88c30b6c6" providerId="LiveId" clId="{7C2DCB1A-65A4-4688-9DCF-D8CA67CEAFDD}" dt="2020-11-25T06:24:10.436" v="66" actId="14100"/>
          <ac:cxnSpMkLst>
            <pc:docMk/>
            <pc:sldMk cId="1582420652" sldId="257"/>
            <ac:cxnSpMk id="13" creationId="{8D33BF42-94E8-4C5F-A5CC-736C1274A073}"/>
          </ac:cxnSpMkLst>
        </pc:cxnChg>
        <pc:cxnChg chg="mod">
          <ac:chgData name="Josh Reiss" userId="a90d6cd88c30b6c6" providerId="LiveId" clId="{7C2DCB1A-65A4-4688-9DCF-D8CA67CEAFDD}" dt="2020-11-25T06:24:20.810" v="76" actId="1037"/>
          <ac:cxnSpMkLst>
            <pc:docMk/>
            <pc:sldMk cId="1582420652" sldId="257"/>
            <ac:cxnSpMk id="16" creationId="{E186FA5F-EF80-476C-9843-1931D13DF20E}"/>
          </ac:cxnSpMkLst>
        </pc:cxnChg>
        <pc:cxnChg chg="mod">
          <ac:chgData name="Josh Reiss" userId="a90d6cd88c30b6c6" providerId="LiveId" clId="{7C2DCB1A-65A4-4688-9DCF-D8CA67CEAFDD}" dt="2020-11-25T06:24:10.436" v="66" actId="14100"/>
          <ac:cxnSpMkLst>
            <pc:docMk/>
            <pc:sldMk cId="1582420652" sldId="257"/>
            <ac:cxnSpMk id="20" creationId="{D6D1D574-F11C-46FD-82B0-91BECF09FD04}"/>
          </ac:cxnSpMkLst>
        </pc:cxnChg>
        <pc:cxnChg chg="mod">
          <ac:chgData name="Josh Reiss" userId="a90d6cd88c30b6c6" providerId="LiveId" clId="{7C2DCB1A-65A4-4688-9DCF-D8CA67CEAFDD}" dt="2020-11-25T06:24:10.436" v="66" actId="14100"/>
          <ac:cxnSpMkLst>
            <pc:docMk/>
            <pc:sldMk cId="1582420652" sldId="257"/>
            <ac:cxnSpMk id="24" creationId="{9449CA9C-2DCA-4F92-9EA8-1A64D41C51BC}"/>
          </ac:cxnSpMkLst>
        </pc:cxnChg>
        <pc:cxnChg chg="del mod">
          <ac:chgData name="Josh Reiss" userId="a90d6cd88c30b6c6" providerId="LiveId" clId="{7C2DCB1A-65A4-4688-9DCF-D8CA67CEAFDD}" dt="2020-11-25T06:23:05.090" v="49" actId="478"/>
          <ac:cxnSpMkLst>
            <pc:docMk/>
            <pc:sldMk cId="1582420652" sldId="257"/>
            <ac:cxnSpMk id="39" creationId="{6489F3AD-214A-433C-ABE4-EBBC6F1D391F}"/>
          </ac:cxnSpMkLst>
        </pc:cxnChg>
        <pc:cxnChg chg="del mod">
          <ac:chgData name="Josh Reiss" userId="a90d6cd88c30b6c6" providerId="LiveId" clId="{7C2DCB1A-65A4-4688-9DCF-D8CA67CEAFDD}" dt="2020-11-25T06:23:05.090" v="49" actId="478"/>
          <ac:cxnSpMkLst>
            <pc:docMk/>
            <pc:sldMk cId="1582420652" sldId="257"/>
            <ac:cxnSpMk id="42" creationId="{4E7F9A93-929F-46B7-B1DE-E1C2C912488F}"/>
          </ac:cxnSpMkLst>
        </pc:cxnChg>
      </pc:sldChg>
      <pc:sldChg chg="del">
        <pc:chgData name="Josh Reiss" userId="a90d6cd88c30b6c6" providerId="LiveId" clId="{7C2DCB1A-65A4-4688-9DCF-D8CA67CEAFDD}" dt="2020-11-25T06:24:39.450" v="101" actId="47"/>
        <pc:sldMkLst>
          <pc:docMk/>
          <pc:sldMk cId="2022186972" sldId="258"/>
        </pc:sldMkLst>
      </pc:sldChg>
    </pc:docChg>
  </pc:docChgLst>
  <pc:docChgLst>
    <pc:chgData name="Josh Reiss" userId="a90d6cd88c30b6c6" providerId="LiveId" clId="{CE2D6786-44EB-4303-BE9F-34D90EBA1EF3}"/>
    <pc:docChg chg="undo redo custSel addSld delSld modSld sldOrd">
      <pc:chgData name="Josh Reiss" userId="a90d6cd88c30b6c6" providerId="LiveId" clId="{CE2D6786-44EB-4303-BE9F-34D90EBA1EF3}" dt="2022-02-22T08:35:43.354" v="1472" actId="729"/>
      <pc:docMkLst>
        <pc:docMk/>
      </pc:docMkLst>
      <pc:sldChg chg="del">
        <pc:chgData name="Josh Reiss" userId="a90d6cd88c30b6c6" providerId="LiveId" clId="{CE2D6786-44EB-4303-BE9F-34D90EBA1EF3}" dt="2021-12-17T23:21:28.623" v="363" actId="47"/>
        <pc:sldMkLst>
          <pc:docMk/>
          <pc:sldMk cId="1862733517" sldId="256"/>
        </pc:sldMkLst>
      </pc:sldChg>
      <pc:sldChg chg="modSp del mod">
        <pc:chgData name="Josh Reiss" userId="a90d6cd88c30b6c6" providerId="LiveId" clId="{CE2D6786-44EB-4303-BE9F-34D90EBA1EF3}" dt="2021-12-17T23:23:19.640" v="376" actId="47"/>
        <pc:sldMkLst>
          <pc:docMk/>
          <pc:sldMk cId="1582420652" sldId="257"/>
        </pc:sldMkLst>
        <pc:spChg chg="mod">
          <ac:chgData name="Josh Reiss" userId="a90d6cd88c30b6c6" providerId="LiveId" clId="{CE2D6786-44EB-4303-BE9F-34D90EBA1EF3}" dt="2021-10-11T05:22:07.098" v="0" actId="207"/>
          <ac:spMkLst>
            <pc:docMk/>
            <pc:sldMk cId="1582420652" sldId="257"/>
            <ac:spMk id="4" creationId="{7A79CF97-31B3-41C2-A64F-E99DD7B1F12C}"/>
          </ac:spMkLst>
        </pc:spChg>
        <pc:spChg chg="mod">
          <ac:chgData name="Josh Reiss" userId="a90d6cd88c30b6c6" providerId="LiveId" clId="{CE2D6786-44EB-4303-BE9F-34D90EBA1EF3}" dt="2021-10-11T05:22:07.098" v="0" actId="207"/>
          <ac:spMkLst>
            <pc:docMk/>
            <pc:sldMk cId="1582420652" sldId="257"/>
            <ac:spMk id="5" creationId="{9E48C44B-FE42-49A8-8A7D-C048A696651C}"/>
          </ac:spMkLst>
        </pc:spChg>
        <pc:spChg chg="mod">
          <ac:chgData name="Josh Reiss" userId="a90d6cd88c30b6c6" providerId="LiveId" clId="{CE2D6786-44EB-4303-BE9F-34D90EBA1EF3}" dt="2021-10-11T05:22:07.098" v="0" actId="207"/>
          <ac:spMkLst>
            <pc:docMk/>
            <pc:sldMk cId="1582420652" sldId="257"/>
            <ac:spMk id="6" creationId="{37489C1F-E2B3-4960-9F89-5F73DB9CEB44}"/>
          </ac:spMkLst>
        </pc:spChg>
        <pc:spChg chg="mod">
          <ac:chgData name="Josh Reiss" userId="a90d6cd88c30b6c6" providerId="LiveId" clId="{CE2D6786-44EB-4303-BE9F-34D90EBA1EF3}" dt="2021-10-11T05:22:07.098" v="0" actId="207"/>
          <ac:spMkLst>
            <pc:docMk/>
            <pc:sldMk cId="1582420652" sldId="257"/>
            <ac:spMk id="7" creationId="{39A1FCAC-50DF-49C5-BE6D-56FE10FA2C47}"/>
          </ac:spMkLst>
        </pc:spChg>
        <pc:spChg chg="mod">
          <ac:chgData name="Josh Reiss" userId="a90d6cd88c30b6c6" providerId="LiveId" clId="{CE2D6786-44EB-4303-BE9F-34D90EBA1EF3}" dt="2021-10-11T05:22:07.098" v="0" actId="207"/>
          <ac:spMkLst>
            <pc:docMk/>
            <pc:sldMk cId="1582420652" sldId="257"/>
            <ac:spMk id="8" creationId="{1B554ED9-52A5-4144-8605-BC09A875C4D7}"/>
          </ac:spMkLst>
        </pc:spChg>
        <pc:cxnChg chg="mod">
          <ac:chgData name="Josh Reiss" userId="a90d6cd88c30b6c6" providerId="LiveId" clId="{CE2D6786-44EB-4303-BE9F-34D90EBA1EF3}" dt="2021-10-11T05:22:20.878" v="1" actId="692"/>
          <ac:cxnSpMkLst>
            <pc:docMk/>
            <pc:sldMk cId="1582420652" sldId="257"/>
            <ac:cxnSpMk id="10" creationId="{0819F297-DA48-4270-B759-2DCA0A379870}"/>
          </ac:cxnSpMkLst>
        </pc:cxnChg>
        <pc:cxnChg chg="mod">
          <ac:chgData name="Josh Reiss" userId="a90d6cd88c30b6c6" providerId="LiveId" clId="{CE2D6786-44EB-4303-BE9F-34D90EBA1EF3}" dt="2021-10-11T05:22:20.878" v="1" actId="692"/>
          <ac:cxnSpMkLst>
            <pc:docMk/>
            <pc:sldMk cId="1582420652" sldId="257"/>
            <ac:cxnSpMk id="13" creationId="{8D33BF42-94E8-4C5F-A5CC-736C1274A073}"/>
          </ac:cxnSpMkLst>
        </pc:cxnChg>
        <pc:cxnChg chg="mod">
          <ac:chgData name="Josh Reiss" userId="a90d6cd88c30b6c6" providerId="LiveId" clId="{CE2D6786-44EB-4303-BE9F-34D90EBA1EF3}" dt="2021-10-11T05:22:20.878" v="1" actId="692"/>
          <ac:cxnSpMkLst>
            <pc:docMk/>
            <pc:sldMk cId="1582420652" sldId="257"/>
            <ac:cxnSpMk id="16" creationId="{E186FA5F-EF80-476C-9843-1931D13DF20E}"/>
          </ac:cxnSpMkLst>
        </pc:cxnChg>
        <pc:cxnChg chg="mod">
          <ac:chgData name="Josh Reiss" userId="a90d6cd88c30b6c6" providerId="LiveId" clId="{CE2D6786-44EB-4303-BE9F-34D90EBA1EF3}" dt="2021-10-11T05:22:20.878" v="1" actId="692"/>
          <ac:cxnSpMkLst>
            <pc:docMk/>
            <pc:sldMk cId="1582420652" sldId="257"/>
            <ac:cxnSpMk id="20" creationId="{D6D1D574-F11C-46FD-82B0-91BECF09FD04}"/>
          </ac:cxnSpMkLst>
        </pc:cxnChg>
        <pc:cxnChg chg="mod">
          <ac:chgData name="Josh Reiss" userId="a90d6cd88c30b6c6" providerId="LiveId" clId="{CE2D6786-44EB-4303-BE9F-34D90EBA1EF3}" dt="2021-10-11T05:22:20.878" v="1" actId="692"/>
          <ac:cxnSpMkLst>
            <pc:docMk/>
            <pc:sldMk cId="1582420652" sldId="257"/>
            <ac:cxnSpMk id="24" creationId="{9449CA9C-2DCA-4F92-9EA8-1A64D41C51BC}"/>
          </ac:cxnSpMkLst>
        </pc:cxnChg>
      </pc:sldChg>
      <pc:sldChg chg="add mod modShow">
        <pc:chgData name="Josh Reiss" userId="a90d6cd88c30b6c6" providerId="LiveId" clId="{CE2D6786-44EB-4303-BE9F-34D90EBA1EF3}" dt="2022-02-22T08:35:43.354" v="1472" actId="729"/>
        <pc:sldMkLst>
          <pc:docMk/>
          <pc:sldMk cId="3716683099" sldId="258"/>
        </pc:sldMkLst>
      </pc:sldChg>
      <pc:sldChg chg="add mod modShow">
        <pc:chgData name="Josh Reiss" userId="a90d6cd88c30b6c6" providerId="LiveId" clId="{CE2D6786-44EB-4303-BE9F-34D90EBA1EF3}" dt="2022-02-22T08:35:43.354" v="1472" actId="729"/>
        <pc:sldMkLst>
          <pc:docMk/>
          <pc:sldMk cId="722391171" sldId="259"/>
        </pc:sldMkLst>
      </pc:sldChg>
      <pc:sldChg chg="modSp add mod modShow">
        <pc:chgData name="Josh Reiss" userId="a90d6cd88c30b6c6" providerId="LiveId" clId="{CE2D6786-44EB-4303-BE9F-34D90EBA1EF3}" dt="2022-02-22T08:35:43.354" v="1472" actId="729"/>
        <pc:sldMkLst>
          <pc:docMk/>
          <pc:sldMk cId="2919578433" sldId="260"/>
        </pc:sldMkLst>
        <pc:spChg chg="mod">
          <ac:chgData name="Josh Reiss" userId="a90d6cd88c30b6c6" providerId="LiveId" clId="{CE2D6786-44EB-4303-BE9F-34D90EBA1EF3}" dt="2022-02-21T09:13:09.141" v="752" actId="20577"/>
          <ac:spMkLst>
            <pc:docMk/>
            <pc:sldMk cId="2919578433" sldId="260"/>
            <ac:spMk id="3" creationId="{49BA5C45-9558-4934-80DE-79AA3AF0730D}"/>
          </ac:spMkLst>
        </pc:spChg>
      </pc:sldChg>
      <pc:sldChg chg="add del">
        <pc:chgData name="Josh Reiss" userId="a90d6cd88c30b6c6" providerId="LiveId" clId="{CE2D6786-44EB-4303-BE9F-34D90EBA1EF3}" dt="2021-12-17T23:26:02.495" v="394" actId="47"/>
        <pc:sldMkLst>
          <pc:docMk/>
          <pc:sldMk cId="2350575107" sldId="261"/>
        </pc:sldMkLst>
      </pc:sldChg>
      <pc:sldChg chg="modSp add del mod">
        <pc:chgData name="Josh Reiss" userId="a90d6cd88c30b6c6" providerId="LiveId" clId="{CE2D6786-44EB-4303-BE9F-34D90EBA1EF3}" dt="2021-12-18T20:57:03.215" v="582" actId="47"/>
        <pc:sldMkLst>
          <pc:docMk/>
          <pc:sldMk cId="1710399065" sldId="272"/>
        </pc:sldMkLst>
        <pc:spChg chg="mod">
          <ac:chgData name="Josh Reiss" userId="a90d6cd88c30b6c6" providerId="LiveId" clId="{CE2D6786-44EB-4303-BE9F-34D90EBA1EF3}" dt="2021-12-17T23:23:02.727" v="375" actId="20577"/>
          <ac:spMkLst>
            <pc:docMk/>
            <pc:sldMk cId="1710399065" sldId="272"/>
            <ac:spMk id="2" creationId="{CA15A9C7-17CC-4176-A591-2D8582D8ED04}"/>
          </ac:spMkLst>
        </pc:spChg>
      </pc:sldChg>
      <pc:sldChg chg="addSp delSp modSp add mod ord modShow">
        <pc:chgData name="Josh Reiss" userId="a90d6cd88c30b6c6" providerId="LiveId" clId="{CE2D6786-44EB-4303-BE9F-34D90EBA1EF3}" dt="2022-02-22T08:35:43.354" v="1472" actId="729"/>
        <pc:sldMkLst>
          <pc:docMk/>
          <pc:sldMk cId="2879517915" sldId="273"/>
        </pc:sldMkLst>
        <pc:spChg chg="mod">
          <ac:chgData name="Josh Reiss" userId="a90d6cd88c30b6c6" providerId="LiveId" clId="{CE2D6786-44EB-4303-BE9F-34D90EBA1EF3}" dt="2021-12-17T23:25:19.101" v="391" actId="14100"/>
          <ac:spMkLst>
            <pc:docMk/>
            <pc:sldMk cId="2879517915" sldId="273"/>
            <ac:spMk id="2" creationId="{CA15A9C7-17CC-4176-A591-2D8582D8ED04}"/>
          </ac:spMkLst>
        </pc:spChg>
        <pc:spChg chg="del mod">
          <ac:chgData name="Josh Reiss" userId="a90d6cd88c30b6c6" providerId="LiveId" clId="{CE2D6786-44EB-4303-BE9F-34D90EBA1EF3}" dt="2021-12-17T23:25:28.342" v="392" actId="478"/>
          <ac:spMkLst>
            <pc:docMk/>
            <pc:sldMk cId="2879517915" sldId="273"/>
            <ac:spMk id="3" creationId="{00BDC442-26ED-41FE-8C90-4C80544A0F20}"/>
          </ac:spMkLst>
        </pc:spChg>
        <pc:spChg chg="add mod">
          <ac:chgData name="Josh Reiss" userId="a90d6cd88c30b6c6" providerId="LiveId" clId="{CE2D6786-44EB-4303-BE9F-34D90EBA1EF3}" dt="2021-12-17T23:25:55.600" v="393" actId="1076"/>
          <ac:spMkLst>
            <pc:docMk/>
            <pc:sldMk cId="2879517915" sldId="273"/>
            <ac:spMk id="5" creationId="{D5EBC6D9-FE72-4183-B04C-ED2F13BC458D}"/>
          </ac:spMkLst>
        </pc:spChg>
      </pc:sldChg>
      <pc:sldChg chg="addSp delSp modSp add mod ord">
        <pc:chgData name="Josh Reiss" userId="a90d6cd88c30b6c6" providerId="LiveId" clId="{CE2D6786-44EB-4303-BE9F-34D90EBA1EF3}" dt="2022-02-21T09:45:37.045" v="1470" actId="27636"/>
        <pc:sldMkLst>
          <pc:docMk/>
          <pc:sldMk cId="90723974" sldId="278"/>
        </pc:sldMkLst>
        <pc:spChg chg="mod">
          <ac:chgData name="Josh Reiss" userId="a90d6cd88c30b6c6" providerId="LiveId" clId="{CE2D6786-44EB-4303-BE9F-34D90EBA1EF3}" dt="2022-02-21T09:43:33.408" v="1339" actId="6549"/>
          <ac:spMkLst>
            <pc:docMk/>
            <pc:sldMk cId="90723974" sldId="278"/>
            <ac:spMk id="2" creationId="{CA15A9C7-17CC-4176-A591-2D8582D8ED04}"/>
          </ac:spMkLst>
        </pc:spChg>
        <pc:spChg chg="del">
          <ac:chgData name="Josh Reiss" userId="a90d6cd88c30b6c6" providerId="LiveId" clId="{CE2D6786-44EB-4303-BE9F-34D90EBA1EF3}" dt="2022-02-19T09:10:00.665" v="687" actId="478"/>
          <ac:spMkLst>
            <pc:docMk/>
            <pc:sldMk cId="90723974" sldId="278"/>
            <ac:spMk id="3" creationId="{00BDC442-26ED-41FE-8C90-4C80544A0F20}"/>
          </ac:spMkLst>
        </pc:spChg>
        <pc:spChg chg="del">
          <ac:chgData name="Josh Reiss" userId="a90d6cd88c30b6c6" providerId="LiveId" clId="{CE2D6786-44EB-4303-BE9F-34D90EBA1EF3}" dt="2022-02-21T09:41:09.109" v="1166" actId="478"/>
          <ac:spMkLst>
            <pc:docMk/>
            <pc:sldMk cId="90723974" sldId="278"/>
            <ac:spMk id="5" creationId="{B64FB5E8-859E-4705-B2E2-C71631B89D38}"/>
          </ac:spMkLst>
        </pc:spChg>
        <pc:spChg chg="mod">
          <ac:chgData name="Josh Reiss" userId="a90d6cd88c30b6c6" providerId="LiveId" clId="{CE2D6786-44EB-4303-BE9F-34D90EBA1EF3}" dt="2022-02-21T09:40:52.085" v="1159" actId="20577"/>
          <ac:spMkLst>
            <pc:docMk/>
            <pc:sldMk cId="90723974" sldId="278"/>
            <ac:spMk id="6" creationId="{5EEF9555-2E2C-43E5-984D-B3B851CD64A2}"/>
          </ac:spMkLst>
        </pc:spChg>
        <pc:spChg chg="add del mod">
          <ac:chgData name="Josh Reiss" userId="a90d6cd88c30b6c6" providerId="LiveId" clId="{CE2D6786-44EB-4303-BE9F-34D90EBA1EF3}" dt="2022-02-21T09:35:31.124" v="986" actId="478"/>
          <ac:spMkLst>
            <pc:docMk/>
            <pc:sldMk cId="90723974" sldId="278"/>
            <ac:spMk id="7" creationId="{3B878BBD-9512-4772-9767-33C0FC37224A}"/>
          </ac:spMkLst>
        </pc:spChg>
        <pc:spChg chg="mod">
          <ac:chgData name="Josh Reiss" userId="a90d6cd88c30b6c6" providerId="LiveId" clId="{CE2D6786-44EB-4303-BE9F-34D90EBA1EF3}" dt="2022-02-21T09:42:52.921" v="1260" actId="20577"/>
          <ac:spMkLst>
            <pc:docMk/>
            <pc:sldMk cId="90723974" sldId="278"/>
            <ac:spMk id="9" creationId="{4B05ED74-49EB-4228-B181-A49FEB6657FF}"/>
          </ac:spMkLst>
        </pc:spChg>
        <pc:spChg chg="mod">
          <ac:chgData name="Josh Reiss" userId="a90d6cd88c30b6c6" providerId="LiveId" clId="{CE2D6786-44EB-4303-BE9F-34D90EBA1EF3}" dt="2022-02-21T09:40:56.982" v="1165" actId="20577"/>
          <ac:spMkLst>
            <pc:docMk/>
            <pc:sldMk cId="90723974" sldId="278"/>
            <ac:spMk id="10" creationId="{6C5AAF06-0DE7-4BFE-810F-0DF69DB1C8B6}"/>
          </ac:spMkLst>
        </pc:spChg>
        <pc:spChg chg="mod">
          <ac:chgData name="Josh Reiss" userId="a90d6cd88c30b6c6" providerId="LiveId" clId="{CE2D6786-44EB-4303-BE9F-34D90EBA1EF3}" dt="2022-02-21T09:37:39.626" v="1102" actId="1038"/>
          <ac:spMkLst>
            <pc:docMk/>
            <pc:sldMk cId="90723974" sldId="278"/>
            <ac:spMk id="17" creationId="{13FA6D84-4E02-46C9-A53C-60B7D49212C9}"/>
          </ac:spMkLst>
        </pc:spChg>
        <pc:spChg chg="mod">
          <ac:chgData name="Josh Reiss" userId="a90d6cd88c30b6c6" providerId="LiveId" clId="{CE2D6786-44EB-4303-BE9F-34D90EBA1EF3}" dt="2022-02-21T09:37:36.246" v="1093" actId="1038"/>
          <ac:spMkLst>
            <pc:docMk/>
            <pc:sldMk cId="90723974" sldId="278"/>
            <ac:spMk id="18" creationId="{A5A0F655-CFC2-4035-8E7D-F88D838D984F}"/>
          </ac:spMkLst>
        </pc:spChg>
        <pc:spChg chg="mod">
          <ac:chgData name="Josh Reiss" userId="a90d6cd88c30b6c6" providerId="LiveId" clId="{CE2D6786-44EB-4303-BE9F-34D90EBA1EF3}" dt="2022-02-21T09:37:15.444" v="1056" actId="14100"/>
          <ac:spMkLst>
            <pc:docMk/>
            <pc:sldMk cId="90723974" sldId="278"/>
            <ac:spMk id="19" creationId="{1800CE8E-25FA-4756-8B17-1AE70963D633}"/>
          </ac:spMkLst>
        </pc:spChg>
        <pc:spChg chg="mod">
          <ac:chgData name="Josh Reiss" userId="a90d6cd88c30b6c6" providerId="LiveId" clId="{CE2D6786-44EB-4303-BE9F-34D90EBA1EF3}" dt="2022-02-21T09:37:31.685" v="1085" actId="1035"/>
          <ac:spMkLst>
            <pc:docMk/>
            <pc:sldMk cId="90723974" sldId="278"/>
            <ac:spMk id="20" creationId="{BF532022-CEF5-4CC9-8799-DF5ADC1BE756}"/>
          </ac:spMkLst>
        </pc:spChg>
        <pc:spChg chg="mod">
          <ac:chgData name="Josh Reiss" userId="a90d6cd88c30b6c6" providerId="LiveId" clId="{CE2D6786-44EB-4303-BE9F-34D90EBA1EF3}" dt="2022-02-21T09:37:28.283" v="1074" actId="1037"/>
          <ac:spMkLst>
            <pc:docMk/>
            <pc:sldMk cId="90723974" sldId="278"/>
            <ac:spMk id="21" creationId="{0CBC56B4-D60F-4A95-A4FB-07A5F73EF295}"/>
          </ac:spMkLst>
        </pc:spChg>
        <pc:spChg chg="add mod">
          <ac:chgData name="Josh Reiss" userId="a90d6cd88c30b6c6" providerId="LiveId" clId="{CE2D6786-44EB-4303-BE9F-34D90EBA1EF3}" dt="2022-02-21T09:45:37.045" v="1470" actId="27636"/>
          <ac:spMkLst>
            <pc:docMk/>
            <pc:sldMk cId="90723974" sldId="278"/>
            <ac:spMk id="41" creationId="{5A5BA878-7236-4C2F-898C-700A1B1EAEC5}"/>
          </ac:spMkLst>
        </pc:spChg>
        <pc:grpChg chg="add del mod">
          <ac:chgData name="Josh Reiss" userId="a90d6cd88c30b6c6" providerId="LiveId" clId="{CE2D6786-44EB-4303-BE9F-34D90EBA1EF3}" dt="2022-02-21T09:41:18.973" v="1170" actId="1076"/>
          <ac:grpSpMkLst>
            <pc:docMk/>
            <pc:sldMk cId="90723974" sldId="278"/>
            <ac:grpSpMk id="4" creationId="{E0FFCB8C-D1A8-4447-AAF7-A0414AE56BC6}"/>
          </ac:grpSpMkLst>
        </pc:grpChg>
        <pc:grpChg chg="add del mod">
          <ac:chgData name="Josh Reiss" userId="a90d6cd88c30b6c6" providerId="LiveId" clId="{CE2D6786-44EB-4303-BE9F-34D90EBA1EF3}" dt="2022-02-21T09:41:23.393" v="1171" actId="478"/>
          <ac:grpSpMkLst>
            <pc:docMk/>
            <pc:sldMk cId="90723974" sldId="278"/>
            <ac:grpSpMk id="16" creationId="{01204E16-6F2D-4F5F-8290-E6335BE9EA00}"/>
          </ac:grpSpMkLst>
        </pc:grpChg>
        <pc:cxnChg chg="del mod">
          <ac:chgData name="Josh Reiss" userId="a90d6cd88c30b6c6" providerId="LiveId" clId="{CE2D6786-44EB-4303-BE9F-34D90EBA1EF3}" dt="2022-02-21T09:41:15.097" v="1169" actId="478"/>
          <ac:cxnSpMkLst>
            <pc:docMk/>
            <pc:sldMk cId="90723974" sldId="278"/>
            <ac:cxnSpMk id="11" creationId="{6AE37496-5A89-44AC-B3BC-C72204A013FB}"/>
          </ac:cxnSpMkLst>
        </pc:cxnChg>
        <pc:cxnChg chg="mod">
          <ac:chgData name="Josh Reiss" userId="a90d6cd88c30b6c6" providerId="LiveId" clId="{CE2D6786-44EB-4303-BE9F-34D90EBA1EF3}" dt="2022-02-21T09:41:12.768" v="1168" actId="478"/>
          <ac:cxnSpMkLst>
            <pc:docMk/>
            <pc:sldMk cId="90723974" sldId="278"/>
            <ac:cxnSpMk id="12" creationId="{3C5DA74D-715F-4D87-A40C-D57D0FDA8846}"/>
          </ac:cxnSpMkLst>
        </pc:cxnChg>
        <pc:cxnChg chg="mod">
          <ac:chgData name="Josh Reiss" userId="a90d6cd88c30b6c6" providerId="LiveId" clId="{CE2D6786-44EB-4303-BE9F-34D90EBA1EF3}" dt="2022-02-21T09:41:12.768" v="1168" actId="478"/>
          <ac:cxnSpMkLst>
            <pc:docMk/>
            <pc:sldMk cId="90723974" sldId="278"/>
            <ac:cxnSpMk id="13" creationId="{8F6A41CC-18AC-4BEF-BACF-33F177122464}"/>
          </ac:cxnSpMkLst>
        </pc:cxnChg>
        <pc:cxnChg chg="mod">
          <ac:chgData name="Josh Reiss" userId="a90d6cd88c30b6c6" providerId="LiveId" clId="{CE2D6786-44EB-4303-BE9F-34D90EBA1EF3}" dt="2022-02-21T09:41:12.768" v="1168" actId="478"/>
          <ac:cxnSpMkLst>
            <pc:docMk/>
            <pc:sldMk cId="90723974" sldId="278"/>
            <ac:cxnSpMk id="14" creationId="{F9DBAC4C-D7C7-4B0A-82FA-A00A1A55A029}"/>
          </ac:cxnSpMkLst>
        </pc:cxnChg>
        <pc:cxnChg chg="mod">
          <ac:chgData name="Josh Reiss" userId="a90d6cd88c30b6c6" providerId="LiveId" clId="{CE2D6786-44EB-4303-BE9F-34D90EBA1EF3}" dt="2022-02-21T09:41:12.768" v="1168" actId="478"/>
          <ac:cxnSpMkLst>
            <pc:docMk/>
            <pc:sldMk cId="90723974" sldId="278"/>
            <ac:cxnSpMk id="15" creationId="{8C676A43-C44B-4251-9B71-DE43A529FD3E}"/>
          </ac:cxnSpMkLst>
        </pc:cxnChg>
        <pc:cxnChg chg="mod">
          <ac:chgData name="Josh Reiss" userId="a90d6cd88c30b6c6" providerId="LiveId" clId="{CE2D6786-44EB-4303-BE9F-34D90EBA1EF3}" dt="2022-02-21T09:41:23.393" v="1171" actId="478"/>
          <ac:cxnSpMkLst>
            <pc:docMk/>
            <pc:sldMk cId="90723974" sldId="278"/>
            <ac:cxnSpMk id="22" creationId="{C982ABE5-15F3-4BA5-8C27-5C89FA0865BC}"/>
          </ac:cxnSpMkLst>
        </pc:cxnChg>
        <pc:cxnChg chg="mod">
          <ac:chgData name="Josh Reiss" userId="a90d6cd88c30b6c6" providerId="LiveId" clId="{CE2D6786-44EB-4303-BE9F-34D90EBA1EF3}" dt="2022-02-21T09:41:23.393" v="1171" actId="478"/>
          <ac:cxnSpMkLst>
            <pc:docMk/>
            <pc:sldMk cId="90723974" sldId="278"/>
            <ac:cxnSpMk id="23" creationId="{13CC3565-D769-4D9D-B415-58C33DCECADC}"/>
          </ac:cxnSpMkLst>
        </pc:cxnChg>
        <pc:cxnChg chg="mod">
          <ac:chgData name="Josh Reiss" userId="a90d6cd88c30b6c6" providerId="LiveId" clId="{CE2D6786-44EB-4303-BE9F-34D90EBA1EF3}" dt="2022-02-21T09:41:23.393" v="1171" actId="478"/>
          <ac:cxnSpMkLst>
            <pc:docMk/>
            <pc:sldMk cId="90723974" sldId="278"/>
            <ac:cxnSpMk id="24" creationId="{10A07091-4A88-46B4-8773-F9D80554D4DE}"/>
          </ac:cxnSpMkLst>
        </pc:cxnChg>
        <pc:cxnChg chg="mod">
          <ac:chgData name="Josh Reiss" userId="a90d6cd88c30b6c6" providerId="LiveId" clId="{CE2D6786-44EB-4303-BE9F-34D90EBA1EF3}" dt="2022-02-21T09:41:23.393" v="1171" actId="478"/>
          <ac:cxnSpMkLst>
            <pc:docMk/>
            <pc:sldMk cId="90723974" sldId="278"/>
            <ac:cxnSpMk id="25" creationId="{D7B92E48-6A0A-4945-B2CD-204A2D9FEAA4}"/>
          </ac:cxnSpMkLst>
        </pc:cxnChg>
        <pc:cxnChg chg="mod">
          <ac:chgData name="Josh Reiss" userId="a90d6cd88c30b6c6" providerId="LiveId" clId="{CE2D6786-44EB-4303-BE9F-34D90EBA1EF3}" dt="2022-02-21T09:41:23.393" v="1171" actId="478"/>
          <ac:cxnSpMkLst>
            <pc:docMk/>
            <pc:sldMk cId="90723974" sldId="278"/>
            <ac:cxnSpMk id="26" creationId="{6F3C7DF1-B120-471D-BCBC-30F1E8D3E3FF}"/>
          </ac:cxnSpMkLst>
        </pc:cxnChg>
      </pc:sldChg>
      <pc:sldChg chg="addSp delSp modSp mod">
        <pc:chgData name="Josh Reiss" userId="a90d6cd88c30b6c6" providerId="LiveId" clId="{CE2D6786-44EB-4303-BE9F-34D90EBA1EF3}" dt="2022-02-21T09:40:38.754" v="1154" actId="1076"/>
        <pc:sldMkLst>
          <pc:docMk/>
          <pc:sldMk cId="672736832" sldId="340"/>
        </pc:sldMkLst>
        <pc:spChg chg="mod">
          <ac:chgData name="Josh Reiss" userId="a90d6cd88c30b6c6" providerId="LiveId" clId="{CE2D6786-44EB-4303-BE9F-34D90EBA1EF3}" dt="2022-02-21T09:22:37.875" v="857" actId="20577"/>
          <ac:spMkLst>
            <pc:docMk/>
            <pc:sldMk cId="672736832" sldId="340"/>
            <ac:spMk id="2" creationId="{00000000-0000-0000-0000-000000000000}"/>
          </ac:spMkLst>
        </pc:spChg>
        <pc:spChg chg="mod">
          <ac:chgData name="Josh Reiss" userId="a90d6cd88c30b6c6" providerId="LiveId" clId="{CE2D6786-44EB-4303-BE9F-34D90EBA1EF3}" dt="2022-02-21T09:39:59.341" v="1151" actId="948"/>
          <ac:spMkLst>
            <pc:docMk/>
            <pc:sldMk cId="672736832" sldId="340"/>
            <ac:spMk id="7"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9" creationId="{00000000-0000-0000-0000-000000000000}"/>
          </ac:spMkLst>
        </pc:spChg>
        <pc:spChg chg="del">
          <ac:chgData name="Josh Reiss" userId="a90d6cd88c30b6c6" providerId="LiveId" clId="{CE2D6786-44EB-4303-BE9F-34D90EBA1EF3}" dt="2022-02-21T09:16:52.292" v="764" actId="478"/>
          <ac:spMkLst>
            <pc:docMk/>
            <pc:sldMk cId="672736832" sldId="340"/>
            <ac:spMk id="10"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11"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14" creationId="{00000000-0000-0000-0000-000000000000}"/>
          </ac:spMkLst>
        </pc:spChg>
        <pc:spChg chg="mod">
          <ac:chgData name="Josh Reiss" userId="a90d6cd88c30b6c6" providerId="LiveId" clId="{CE2D6786-44EB-4303-BE9F-34D90EBA1EF3}" dt="2022-02-21T09:35:05.262" v="982"/>
          <ac:spMkLst>
            <pc:docMk/>
            <pc:sldMk cId="672736832" sldId="340"/>
            <ac:spMk id="16" creationId="{3DD09C36-4C1A-402A-B6A2-1AC79FF1706D}"/>
          </ac:spMkLst>
        </pc:spChg>
        <pc:spChg chg="mod">
          <ac:chgData name="Josh Reiss" userId="a90d6cd88c30b6c6" providerId="LiveId" clId="{CE2D6786-44EB-4303-BE9F-34D90EBA1EF3}" dt="2022-02-21T09:35:05.262" v="982"/>
          <ac:spMkLst>
            <pc:docMk/>
            <pc:sldMk cId="672736832" sldId="340"/>
            <ac:spMk id="17" creationId="{8F85C0DB-DCED-4843-BBED-BE9CDB43F8A0}"/>
          </ac:spMkLst>
        </pc:spChg>
        <pc:spChg chg="mod">
          <ac:chgData name="Josh Reiss" userId="a90d6cd88c30b6c6" providerId="LiveId" clId="{CE2D6786-44EB-4303-BE9F-34D90EBA1EF3}" dt="2022-02-21T09:35:05.262" v="982"/>
          <ac:spMkLst>
            <pc:docMk/>
            <pc:sldMk cId="672736832" sldId="340"/>
            <ac:spMk id="18" creationId="{DC7F1A27-96FD-4078-9225-7A0654DA1650}"/>
          </ac:spMkLst>
        </pc:spChg>
        <pc:spChg chg="mod">
          <ac:chgData name="Josh Reiss" userId="a90d6cd88c30b6c6" providerId="LiveId" clId="{CE2D6786-44EB-4303-BE9F-34D90EBA1EF3}" dt="2022-02-21T09:35:05.262" v="982"/>
          <ac:spMkLst>
            <pc:docMk/>
            <pc:sldMk cId="672736832" sldId="340"/>
            <ac:spMk id="19" creationId="{19A30E9E-8653-4056-9889-260DCA18D9E5}"/>
          </ac:spMkLst>
        </pc:spChg>
        <pc:spChg chg="mod">
          <ac:chgData name="Josh Reiss" userId="a90d6cd88c30b6c6" providerId="LiveId" clId="{CE2D6786-44EB-4303-BE9F-34D90EBA1EF3}" dt="2022-02-21T09:35:05.262" v="982"/>
          <ac:spMkLst>
            <pc:docMk/>
            <pc:sldMk cId="672736832" sldId="340"/>
            <ac:spMk id="20" creationId="{22852B00-5397-4F9D-BF6A-801361EB03F8}"/>
          </ac:spMkLst>
        </pc:spChg>
        <pc:spChg chg="mod">
          <ac:chgData name="Josh Reiss" userId="a90d6cd88c30b6c6" providerId="LiveId" clId="{CE2D6786-44EB-4303-BE9F-34D90EBA1EF3}" dt="2022-02-21T09:37:53.950" v="1103"/>
          <ac:spMkLst>
            <pc:docMk/>
            <pc:sldMk cId="672736832" sldId="340"/>
            <ac:spMk id="27" creationId="{9EB151BD-25D5-4F50-83E8-2C6AD46275CD}"/>
          </ac:spMkLst>
        </pc:spChg>
        <pc:spChg chg="mod">
          <ac:chgData name="Josh Reiss" userId="a90d6cd88c30b6c6" providerId="LiveId" clId="{CE2D6786-44EB-4303-BE9F-34D90EBA1EF3}" dt="2022-02-21T09:37:53.950" v="1103"/>
          <ac:spMkLst>
            <pc:docMk/>
            <pc:sldMk cId="672736832" sldId="340"/>
            <ac:spMk id="28" creationId="{5D102C73-8150-4EC4-9304-421D13B3B945}"/>
          </ac:spMkLst>
        </pc:spChg>
        <pc:spChg chg="del mod topLvl">
          <ac:chgData name="Josh Reiss" userId="a90d6cd88c30b6c6" providerId="LiveId" clId="{CE2D6786-44EB-4303-BE9F-34D90EBA1EF3}" dt="2022-02-21T09:40:26.860" v="1152" actId="478"/>
          <ac:spMkLst>
            <pc:docMk/>
            <pc:sldMk cId="672736832" sldId="340"/>
            <ac:spMk id="29" creationId="{00000000-0000-0000-0000-000000000000}"/>
          </ac:spMkLst>
        </pc:spChg>
        <pc:spChg chg="mod">
          <ac:chgData name="Josh Reiss" userId="a90d6cd88c30b6c6" providerId="LiveId" clId="{CE2D6786-44EB-4303-BE9F-34D90EBA1EF3}" dt="2022-02-21T09:37:53.950" v="1103"/>
          <ac:spMkLst>
            <pc:docMk/>
            <pc:sldMk cId="672736832" sldId="340"/>
            <ac:spMk id="31" creationId="{512B2082-2374-435A-839A-B4927B49D6BA}"/>
          </ac:spMkLst>
        </pc:spChg>
        <pc:spChg chg="mod">
          <ac:chgData name="Josh Reiss" userId="a90d6cd88c30b6c6" providerId="LiveId" clId="{CE2D6786-44EB-4303-BE9F-34D90EBA1EF3}" dt="2022-02-21T09:37:53.950" v="1103"/>
          <ac:spMkLst>
            <pc:docMk/>
            <pc:sldMk cId="672736832" sldId="340"/>
            <ac:spMk id="32" creationId="{7F3D6DD7-8857-438E-9EF0-01CAF3A40F59}"/>
          </ac:spMkLst>
        </pc:spChg>
        <pc:spChg chg="mod">
          <ac:chgData name="Josh Reiss" userId="a90d6cd88c30b6c6" providerId="LiveId" clId="{CE2D6786-44EB-4303-BE9F-34D90EBA1EF3}" dt="2022-02-21T09:37:53.950" v="1103"/>
          <ac:spMkLst>
            <pc:docMk/>
            <pc:sldMk cId="672736832" sldId="340"/>
            <ac:spMk id="33" creationId="{D78E52A5-2653-414D-98C7-4108D0F97C1B}"/>
          </ac:spMkLst>
        </pc:spChg>
        <pc:spChg chg="add mod">
          <ac:chgData name="Josh Reiss" userId="a90d6cd88c30b6c6" providerId="LiveId" clId="{CE2D6786-44EB-4303-BE9F-34D90EBA1EF3}" dt="2022-02-21T09:40:35.051" v="1153" actId="1076"/>
          <ac:spMkLst>
            <pc:docMk/>
            <pc:sldMk cId="672736832" sldId="340"/>
            <ac:spMk id="39" creationId="{98483EFA-3531-45C8-B08F-16550CAF8E08}"/>
          </ac:spMkLst>
        </pc:spChg>
        <pc:spChg chg="del">
          <ac:chgData name="Josh Reiss" userId="a90d6cd88c30b6c6" providerId="LiveId" clId="{CE2D6786-44EB-4303-BE9F-34D90EBA1EF3}" dt="2022-02-21T09:19:50.277" v="778" actId="478"/>
          <ac:spMkLst>
            <pc:docMk/>
            <pc:sldMk cId="672736832" sldId="340"/>
            <ac:spMk id="40" creationId="{00000000-0000-0000-0000-000000000000}"/>
          </ac:spMkLst>
        </pc:spChg>
        <pc:spChg chg="del mod topLvl">
          <ac:chgData name="Josh Reiss" userId="a90d6cd88c30b6c6" providerId="LiveId" clId="{CE2D6786-44EB-4303-BE9F-34D90EBA1EF3}" dt="2022-02-21T09:40:26.860" v="1152" actId="478"/>
          <ac:spMkLst>
            <pc:docMk/>
            <pc:sldMk cId="672736832" sldId="340"/>
            <ac:spMk id="79" creationId="{00000000-0000-0000-0000-000000000000}"/>
          </ac:spMkLst>
        </pc:spChg>
        <pc:grpChg chg="add del mod">
          <ac:chgData name="Josh Reiss" userId="a90d6cd88c30b6c6" providerId="LiveId" clId="{CE2D6786-44EB-4303-BE9F-34D90EBA1EF3}" dt="2022-02-21T09:21:29.118" v="830" actId="165"/>
          <ac:grpSpMkLst>
            <pc:docMk/>
            <pc:sldMk cId="672736832" sldId="340"/>
            <ac:grpSpMk id="15" creationId="{633E5958-0B59-46A0-8C63-5916E8A54C88}"/>
          </ac:grpSpMkLst>
        </pc:grpChg>
        <pc:grpChg chg="add del mod">
          <ac:chgData name="Josh Reiss" userId="a90d6cd88c30b6c6" providerId="LiveId" clId="{CE2D6786-44EB-4303-BE9F-34D90EBA1EF3}" dt="2022-02-21T09:35:21.160" v="985"/>
          <ac:grpSpMkLst>
            <pc:docMk/>
            <pc:sldMk cId="672736832" sldId="340"/>
            <ac:grpSpMk id="15" creationId="{C6B4A8B3-2A56-4AEF-899A-81C650ECA025}"/>
          </ac:grpSpMkLst>
        </pc:grpChg>
        <pc:grpChg chg="add mod">
          <ac:chgData name="Josh Reiss" userId="a90d6cd88c30b6c6" providerId="LiveId" clId="{CE2D6786-44EB-4303-BE9F-34D90EBA1EF3}" dt="2022-02-21T09:40:38.754" v="1154" actId="1076"/>
          <ac:grpSpMkLst>
            <pc:docMk/>
            <pc:sldMk cId="672736832" sldId="340"/>
            <ac:grpSpMk id="26" creationId="{625A21A1-BD8A-4EAD-A616-1A88CB76D1FB}"/>
          </ac:grpSpMkLst>
        </pc:grpChg>
        <pc:cxnChg chg="del mod topLvl">
          <ac:chgData name="Josh Reiss" userId="a90d6cd88c30b6c6" providerId="LiveId" clId="{CE2D6786-44EB-4303-BE9F-34D90EBA1EF3}" dt="2022-02-21T09:40:26.860" v="1152" actId="478"/>
          <ac:cxnSpMkLst>
            <pc:docMk/>
            <pc:sldMk cId="672736832" sldId="340"/>
            <ac:cxnSpMk id="12" creationId="{00000000-0000-0000-0000-000000000000}"/>
          </ac:cxnSpMkLst>
        </pc:cxnChg>
        <pc:cxnChg chg="del mod">
          <ac:chgData name="Josh Reiss" userId="a90d6cd88c30b6c6" providerId="LiveId" clId="{CE2D6786-44EB-4303-BE9F-34D90EBA1EF3}" dt="2022-02-21T09:16:55.250" v="765" actId="478"/>
          <ac:cxnSpMkLst>
            <pc:docMk/>
            <pc:sldMk cId="672736832" sldId="340"/>
            <ac:cxnSpMk id="13" creationId="{00000000-0000-0000-0000-000000000000}"/>
          </ac:cxnSpMkLst>
        </pc:cxnChg>
        <pc:cxnChg chg="mod">
          <ac:chgData name="Josh Reiss" userId="a90d6cd88c30b6c6" providerId="LiveId" clId="{CE2D6786-44EB-4303-BE9F-34D90EBA1EF3}" dt="2022-02-21T09:35:05.262" v="982"/>
          <ac:cxnSpMkLst>
            <pc:docMk/>
            <pc:sldMk cId="672736832" sldId="340"/>
            <ac:cxnSpMk id="21" creationId="{B51369FA-F28F-4809-B871-61C3D8B5960B}"/>
          </ac:cxnSpMkLst>
        </pc:cxnChg>
        <pc:cxnChg chg="mod">
          <ac:chgData name="Josh Reiss" userId="a90d6cd88c30b6c6" providerId="LiveId" clId="{CE2D6786-44EB-4303-BE9F-34D90EBA1EF3}" dt="2022-02-21T09:35:05.262" v="982"/>
          <ac:cxnSpMkLst>
            <pc:docMk/>
            <pc:sldMk cId="672736832" sldId="340"/>
            <ac:cxnSpMk id="22" creationId="{F252370B-29CF-47DD-A48F-1F684EF2D5F6}"/>
          </ac:cxnSpMkLst>
        </pc:cxnChg>
        <pc:cxnChg chg="mod">
          <ac:chgData name="Josh Reiss" userId="a90d6cd88c30b6c6" providerId="LiveId" clId="{CE2D6786-44EB-4303-BE9F-34D90EBA1EF3}" dt="2022-02-21T09:35:05.262" v="982"/>
          <ac:cxnSpMkLst>
            <pc:docMk/>
            <pc:sldMk cId="672736832" sldId="340"/>
            <ac:cxnSpMk id="23" creationId="{8F6E8C7C-680D-4FD2-A67F-337C220AB92D}"/>
          </ac:cxnSpMkLst>
        </pc:cxnChg>
        <pc:cxnChg chg="mod">
          <ac:chgData name="Josh Reiss" userId="a90d6cd88c30b6c6" providerId="LiveId" clId="{CE2D6786-44EB-4303-BE9F-34D90EBA1EF3}" dt="2022-02-21T09:35:05.262" v="982"/>
          <ac:cxnSpMkLst>
            <pc:docMk/>
            <pc:sldMk cId="672736832" sldId="340"/>
            <ac:cxnSpMk id="24" creationId="{27763361-2394-4AD1-9FC8-308F6E2D88D4}"/>
          </ac:cxnSpMkLst>
        </pc:cxnChg>
        <pc:cxnChg chg="mod">
          <ac:chgData name="Josh Reiss" userId="a90d6cd88c30b6c6" providerId="LiveId" clId="{CE2D6786-44EB-4303-BE9F-34D90EBA1EF3}" dt="2022-02-21T09:35:05.262" v="982"/>
          <ac:cxnSpMkLst>
            <pc:docMk/>
            <pc:sldMk cId="672736832" sldId="340"/>
            <ac:cxnSpMk id="25" creationId="{E5F0F576-F2B6-4254-A9E8-287BF9F3072A}"/>
          </ac:cxnSpMkLst>
        </pc:cxnChg>
        <pc:cxnChg chg="del mod topLvl">
          <ac:chgData name="Josh Reiss" userId="a90d6cd88c30b6c6" providerId="LiveId" clId="{CE2D6786-44EB-4303-BE9F-34D90EBA1EF3}" dt="2022-02-21T09:40:26.860" v="1152" actId="478"/>
          <ac:cxnSpMkLst>
            <pc:docMk/>
            <pc:sldMk cId="672736832" sldId="340"/>
            <ac:cxnSpMk id="30" creationId="{00000000-0000-0000-0000-000000000000}"/>
          </ac:cxnSpMkLst>
        </pc:cxnChg>
        <pc:cxnChg chg="mod">
          <ac:chgData name="Josh Reiss" userId="a90d6cd88c30b6c6" providerId="LiveId" clId="{CE2D6786-44EB-4303-BE9F-34D90EBA1EF3}" dt="2022-02-21T09:37:53.950" v="1103"/>
          <ac:cxnSpMkLst>
            <pc:docMk/>
            <pc:sldMk cId="672736832" sldId="340"/>
            <ac:cxnSpMk id="34" creationId="{BDA74B67-C854-4DEB-A9DC-1E58E1F2ED5B}"/>
          </ac:cxnSpMkLst>
        </pc:cxnChg>
        <pc:cxnChg chg="mod">
          <ac:chgData name="Josh Reiss" userId="a90d6cd88c30b6c6" providerId="LiveId" clId="{CE2D6786-44EB-4303-BE9F-34D90EBA1EF3}" dt="2022-02-21T09:37:53.950" v="1103"/>
          <ac:cxnSpMkLst>
            <pc:docMk/>
            <pc:sldMk cId="672736832" sldId="340"/>
            <ac:cxnSpMk id="35" creationId="{80A9F8AB-A782-4084-9757-9946666FD76B}"/>
          </ac:cxnSpMkLst>
        </pc:cxnChg>
        <pc:cxnChg chg="mod">
          <ac:chgData name="Josh Reiss" userId="a90d6cd88c30b6c6" providerId="LiveId" clId="{CE2D6786-44EB-4303-BE9F-34D90EBA1EF3}" dt="2022-02-21T09:37:53.950" v="1103"/>
          <ac:cxnSpMkLst>
            <pc:docMk/>
            <pc:sldMk cId="672736832" sldId="340"/>
            <ac:cxnSpMk id="36" creationId="{819069B6-5447-4D65-AF87-3C51B41A1AE3}"/>
          </ac:cxnSpMkLst>
        </pc:cxnChg>
        <pc:cxnChg chg="mod">
          <ac:chgData name="Josh Reiss" userId="a90d6cd88c30b6c6" providerId="LiveId" clId="{CE2D6786-44EB-4303-BE9F-34D90EBA1EF3}" dt="2022-02-21T09:37:53.950" v="1103"/>
          <ac:cxnSpMkLst>
            <pc:docMk/>
            <pc:sldMk cId="672736832" sldId="340"/>
            <ac:cxnSpMk id="37" creationId="{8B9260B0-3120-409A-8D1A-72ABEF717E40}"/>
          </ac:cxnSpMkLst>
        </pc:cxnChg>
        <pc:cxnChg chg="mod">
          <ac:chgData name="Josh Reiss" userId="a90d6cd88c30b6c6" providerId="LiveId" clId="{CE2D6786-44EB-4303-BE9F-34D90EBA1EF3}" dt="2022-02-21T09:37:53.950" v="1103"/>
          <ac:cxnSpMkLst>
            <pc:docMk/>
            <pc:sldMk cId="672736832" sldId="340"/>
            <ac:cxnSpMk id="38" creationId="{CFCECE7B-AF0B-4505-A2A7-0B0234AC1981}"/>
          </ac:cxnSpMkLst>
        </pc:cxnChg>
        <pc:cxnChg chg="del mod">
          <ac:chgData name="Josh Reiss" userId="a90d6cd88c30b6c6" providerId="LiveId" clId="{CE2D6786-44EB-4303-BE9F-34D90EBA1EF3}" dt="2022-02-21T09:19:47.799" v="777" actId="478"/>
          <ac:cxnSpMkLst>
            <pc:docMk/>
            <pc:sldMk cId="672736832" sldId="340"/>
            <ac:cxnSpMk id="61" creationId="{00000000-0000-0000-0000-000000000000}"/>
          </ac:cxnSpMkLst>
        </pc:cxnChg>
        <pc:cxnChg chg="del mod">
          <ac:chgData name="Josh Reiss" userId="a90d6cd88c30b6c6" providerId="LiveId" clId="{CE2D6786-44EB-4303-BE9F-34D90EBA1EF3}" dt="2022-02-21T09:19:45.298" v="776" actId="478"/>
          <ac:cxnSpMkLst>
            <pc:docMk/>
            <pc:sldMk cId="672736832" sldId="340"/>
            <ac:cxnSpMk id="62" creationId="{00000000-0000-0000-0000-000000000000}"/>
          </ac:cxnSpMkLst>
        </pc:cxnChg>
        <pc:cxnChg chg="del mod topLvl">
          <ac:chgData name="Josh Reiss" userId="a90d6cd88c30b6c6" providerId="LiveId" clId="{CE2D6786-44EB-4303-BE9F-34D90EBA1EF3}" dt="2022-02-21T09:40:26.860" v="1152" actId="478"/>
          <ac:cxnSpMkLst>
            <pc:docMk/>
            <pc:sldMk cId="672736832" sldId="340"/>
            <ac:cxnSpMk id="65" creationId="{00000000-0000-0000-0000-000000000000}"/>
          </ac:cxnSpMkLst>
        </pc:cxnChg>
        <pc:cxnChg chg="del mod topLvl">
          <ac:chgData name="Josh Reiss" userId="a90d6cd88c30b6c6" providerId="LiveId" clId="{CE2D6786-44EB-4303-BE9F-34D90EBA1EF3}" dt="2022-02-21T09:40:26.860" v="1152" actId="478"/>
          <ac:cxnSpMkLst>
            <pc:docMk/>
            <pc:sldMk cId="672736832" sldId="340"/>
            <ac:cxnSpMk id="70" creationId="{00000000-0000-0000-0000-000000000000}"/>
          </ac:cxnSpMkLst>
        </pc:cxnChg>
      </pc:sldChg>
      <pc:sldChg chg="add del">
        <pc:chgData name="Josh Reiss" userId="a90d6cd88c30b6c6" providerId="LiveId" clId="{CE2D6786-44EB-4303-BE9F-34D90EBA1EF3}" dt="2021-12-17T23:24:17.800" v="379" actId="47"/>
        <pc:sldMkLst>
          <pc:docMk/>
          <pc:sldMk cId="1804348384" sldId="341"/>
        </pc:sldMkLst>
      </pc:sldChg>
      <pc:sldChg chg="new del">
        <pc:chgData name="Josh Reiss" userId="a90d6cd88c30b6c6" providerId="LiveId" clId="{CE2D6786-44EB-4303-BE9F-34D90EBA1EF3}" dt="2021-12-17T23:03:37.510" v="3" actId="680"/>
        <pc:sldMkLst>
          <pc:docMk/>
          <pc:sldMk cId="386141631" sldId="342"/>
        </pc:sldMkLst>
      </pc:sldChg>
      <pc:sldChg chg="modSp new mod ord">
        <pc:chgData name="Josh Reiss" userId="a90d6cd88c30b6c6" providerId="LiveId" clId="{CE2D6786-44EB-4303-BE9F-34D90EBA1EF3}" dt="2021-12-17T23:04:07.186" v="32"/>
        <pc:sldMkLst>
          <pc:docMk/>
          <pc:sldMk cId="2688241578" sldId="342"/>
        </pc:sldMkLst>
        <pc:spChg chg="mod">
          <ac:chgData name="Josh Reiss" userId="a90d6cd88c30b6c6" providerId="LiveId" clId="{CE2D6786-44EB-4303-BE9F-34D90EBA1EF3}" dt="2021-12-17T23:03:58.990" v="30" actId="20577"/>
          <ac:spMkLst>
            <pc:docMk/>
            <pc:sldMk cId="2688241578" sldId="342"/>
            <ac:spMk id="2" creationId="{D9888104-91A6-42D7-AC87-655D95E997E3}"/>
          </ac:spMkLst>
        </pc:spChg>
      </pc:sldChg>
      <pc:sldChg chg="addSp delSp modSp new mod">
        <pc:chgData name="Josh Reiss" userId="a90d6cd88c30b6c6" providerId="LiveId" clId="{CE2D6786-44EB-4303-BE9F-34D90EBA1EF3}" dt="2022-02-22T08:33:33.680" v="1471" actId="20578"/>
        <pc:sldMkLst>
          <pc:docMk/>
          <pc:sldMk cId="1229554816" sldId="343"/>
        </pc:sldMkLst>
        <pc:spChg chg="mod">
          <ac:chgData name="Josh Reiss" userId="a90d6cd88c30b6c6" providerId="LiveId" clId="{CE2D6786-44EB-4303-BE9F-34D90EBA1EF3}" dt="2021-12-18T01:27:20.336" v="431" actId="1076"/>
          <ac:spMkLst>
            <pc:docMk/>
            <pc:sldMk cId="1229554816" sldId="343"/>
            <ac:spMk id="2" creationId="{A17F879E-D24B-48F4-80BB-4E3C6F95B60D}"/>
          </ac:spMkLst>
        </pc:spChg>
        <pc:spChg chg="mod">
          <ac:chgData name="Josh Reiss" userId="a90d6cd88c30b6c6" providerId="LiveId" clId="{CE2D6786-44EB-4303-BE9F-34D90EBA1EF3}" dt="2022-02-22T08:33:33.680" v="1471" actId="20578"/>
          <ac:spMkLst>
            <pc:docMk/>
            <pc:sldMk cId="1229554816" sldId="343"/>
            <ac:spMk id="3" creationId="{C82C490A-692F-4B28-BF4C-70860E4FABB8}"/>
          </ac:spMkLst>
        </pc:spChg>
        <pc:spChg chg="add del">
          <ac:chgData name="Josh Reiss" userId="a90d6cd88c30b6c6" providerId="LiveId" clId="{CE2D6786-44EB-4303-BE9F-34D90EBA1EF3}" dt="2021-12-17T23:27:50.297" v="396"/>
          <ac:spMkLst>
            <pc:docMk/>
            <pc:sldMk cId="1229554816" sldId="343"/>
            <ac:spMk id="4" creationId="{F09FA224-6339-4214-BF13-01D950508D0F}"/>
          </ac:spMkLst>
        </pc:spChg>
        <pc:spChg chg="add del">
          <ac:chgData name="Josh Reiss" userId="a90d6cd88c30b6c6" providerId="LiveId" clId="{CE2D6786-44EB-4303-BE9F-34D90EBA1EF3}" dt="2021-12-17T23:27:50.297" v="396"/>
          <ac:spMkLst>
            <pc:docMk/>
            <pc:sldMk cId="1229554816" sldId="343"/>
            <ac:spMk id="5" creationId="{C28FCC4A-74D2-434A-8E5F-58A8582503C2}"/>
          </ac:spMkLst>
        </pc:spChg>
      </pc:sldChg>
      <pc:sldChg chg="add mod modShow">
        <pc:chgData name="Josh Reiss" userId="a90d6cd88c30b6c6" providerId="LiveId" clId="{CE2D6786-44EB-4303-BE9F-34D90EBA1EF3}" dt="2022-02-22T08:35:43.354" v="1472" actId="729"/>
        <pc:sldMkLst>
          <pc:docMk/>
          <pc:sldMk cId="1585101445" sldId="344"/>
        </pc:sldMkLst>
      </pc:sldChg>
      <pc:sldChg chg="modSp add mod modShow">
        <pc:chgData name="Josh Reiss" userId="a90d6cd88c30b6c6" providerId="LiveId" clId="{CE2D6786-44EB-4303-BE9F-34D90EBA1EF3}" dt="2022-02-22T08:35:43.354" v="1472" actId="729"/>
        <pc:sldMkLst>
          <pc:docMk/>
          <pc:sldMk cId="811557432" sldId="345"/>
        </pc:sldMkLst>
        <pc:spChg chg="mod">
          <ac:chgData name="Josh Reiss" userId="a90d6cd88c30b6c6" providerId="LiveId" clId="{CE2D6786-44EB-4303-BE9F-34D90EBA1EF3}" dt="2022-02-19T09:10:41.247" v="696" actId="27636"/>
          <ac:spMkLst>
            <pc:docMk/>
            <pc:sldMk cId="811557432" sldId="345"/>
            <ac:spMk id="3" creationId="{00000000-0000-0000-0000-000000000000}"/>
          </ac:spMkLst>
        </pc:spChg>
      </pc:sldChg>
      <pc:sldChg chg="addSp delSp modSp new mod">
        <pc:chgData name="Josh Reiss" userId="a90d6cd88c30b6c6" providerId="LiveId" clId="{CE2D6786-44EB-4303-BE9F-34D90EBA1EF3}" dt="2021-12-18T01:47:05.966" v="557" actId="6549"/>
        <pc:sldMkLst>
          <pc:docMk/>
          <pc:sldMk cId="1056313717" sldId="346"/>
        </pc:sldMkLst>
        <pc:spChg chg="mod">
          <ac:chgData name="Josh Reiss" userId="a90d6cd88c30b6c6" providerId="LiveId" clId="{CE2D6786-44EB-4303-BE9F-34D90EBA1EF3}" dt="2021-12-18T01:33:58.645" v="458" actId="20577"/>
          <ac:spMkLst>
            <pc:docMk/>
            <pc:sldMk cId="1056313717" sldId="346"/>
            <ac:spMk id="2" creationId="{02BE6D2E-F6CF-4211-9752-AE0D9003735F}"/>
          </ac:spMkLst>
        </pc:spChg>
        <pc:spChg chg="del">
          <ac:chgData name="Josh Reiss" userId="a90d6cd88c30b6c6" providerId="LiveId" clId="{CE2D6786-44EB-4303-BE9F-34D90EBA1EF3}" dt="2021-12-18T01:35:18.630" v="460"/>
          <ac:spMkLst>
            <pc:docMk/>
            <pc:sldMk cId="1056313717" sldId="346"/>
            <ac:spMk id="3" creationId="{ED80AE86-D6D3-48AF-881E-2B1A8E1219D8}"/>
          </ac:spMkLst>
        </pc:spChg>
        <pc:spChg chg="add mod">
          <ac:chgData name="Josh Reiss" userId="a90d6cd88c30b6c6" providerId="LiveId" clId="{CE2D6786-44EB-4303-BE9F-34D90EBA1EF3}" dt="2021-12-17T23:28:09.205" v="399" actId="1076"/>
          <ac:spMkLst>
            <pc:docMk/>
            <pc:sldMk cId="1056313717" sldId="346"/>
            <ac:spMk id="4" creationId="{1C746C78-9F86-4177-B1C8-3840F7EDEA4E}"/>
          </ac:spMkLst>
        </pc:spChg>
        <pc:spChg chg="add del mod">
          <ac:chgData name="Josh Reiss" userId="a90d6cd88c30b6c6" providerId="LiveId" clId="{CE2D6786-44EB-4303-BE9F-34D90EBA1EF3}" dt="2021-12-18T01:34:51.629" v="459" actId="478"/>
          <ac:spMkLst>
            <pc:docMk/>
            <pc:sldMk cId="1056313717" sldId="346"/>
            <ac:spMk id="5" creationId="{FA22E265-C0CE-4E3A-81F3-D73D3E6363B2}"/>
          </ac:spMkLst>
        </pc:spChg>
        <pc:spChg chg="add mod">
          <ac:chgData name="Josh Reiss" userId="a90d6cd88c30b6c6" providerId="LiveId" clId="{CE2D6786-44EB-4303-BE9F-34D90EBA1EF3}" dt="2021-12-18T01:47:05.966" v="557" actId="6549"/>
          <ac:spMkLst>
            <pc:docMk/>
            <pc:sldMk cId="1056313717" sldId="346"/>
            <ac:spMk id="6" creationId="{F857FA62-ADF3-4740-9F37-5DC5808AD0DD}"/>
          </ac:spMkLst>
        </pc:spChg>
        <pc:graphicFrameChg chg="add mod">
          <ac:chgData name="Josh Reiss" userId="a90d6cd88c30b6c6" providerId="LiveId" clId="{CE2D6786-44EB-4303-BE9F-34D90EBA1EF3}" dt="2021-12-18T01:43:53.168" v="531" actId="1076"/>
          <ac:graphicFrameMkLst>
            <pc:docMk/>
            <pc:sldMk cId="1056313717" sldId="346"/>
            <ac:graphicFrameMk id="7" creationId="{C4A349D1-77F3-4594-A3EC-81452D88F128}"/>
          </ac:graphicFrameMkLst>
        </pc:graphicFrameChg>
      </pc:sldChg>
      <pc:sldChg chg="addSp delSp modSp add mod">
        <pc:chgData name="Josh Reiss" userId="a90d6cd88c30b6c6" providerId="LiveId" clId="{CE2D6786-44EB-4303-BE9F-34D90EBA1EF3}" dt="2022-02-21T09:11:44.272" v="718" actId="1076"/>
        <pc:sldMkLst>
          <pc:docMk/>
          <pc:sldMk cId="270256415" sldId="347"/>
        </pc:sldMkLst>
        <pc:spChg chg="mod">
          <ac:chgData name="Josh Reiss" userId="a90d6cd88c30b6c6" providerId="LiveId" clId="{CE2D6786-44EB-4303-BE9F-34D90EBA1EF3}" dt="2022-02-21T09:09:49.569" v="703" actId="1076"/>
          <ac:spMkLst>
            <pc:docMk/>
            <pc:sldMk cId="270256415" sldId="347"/>
            <ac:spMk id="2" creationId="{02BE6D2E-F6CF-4211-9752-AE0D9003735F}"/>
          </ac:spMkLst>
        </pc:spChg>
        <pc:spChg chg="del mod">
          <ac:chgData name="Josh Reiss" userId="a90d6cd88c30b6c6" providerId="LiveId" clId="{CE2D6786-44EB-4303-BE9F-34D90EBA1EF3}" dt="2021-12-18T21:03:35.212" v="650" actId="478"/>
          <ac:spMkLst>
            <pc:docMk/>
            <pc:sldMk cId="270256415" sldId="347"/>
            <ac:spMk id="3" creationId="{ED80AE86-D6D3-48AF-881E-2B1A8E1219D8}"/>
          </ac:spMkLst>
        </pc:spChg>
        <pc:spChg chg="mod">
          <ac:chgData name="Josh Reiss" userId="a90d6cd88c30b6c6" providerId="LiveId" clId="{CE2D6786-44EB-4303-BE9F-34D90EBA1EF3}" dt="2022-02-21T09:10:56.761" v="709" actId="14100"/>
          <ac:spMkLst>
            <pc:docMk/>
            <pc:sldMk cId="270256415" sldId="347"/>
            <ac:spMk id="5" creationId="{FA22E265-C0CE-4E3A-81F3-D73D3E6363B2}"/>
          </ac:spMkLst>
        </pc:spChg>
        <pc:spChg chg="add mod">
          <ac:chgData name="Josh Reiss" userId="a90d6cd88c30b6c6" providerId="LiveId" clId="{CE2D6786-44EB-4303-BE9F-34D90EBA1EF3}" dt="2022-02-21T09:11:44.272" v="718" actId="1076"/>
          <ac:spMkLst>
            <pc:docMk/>
            <pc:sldMk cId="270256415" sldId="347"/>
            <ac:spMk id="6" creationId="{EA181374-80D6-4176-B365-C5851B54A6A9}"/>
          </ac:spMkLst>
        </pc:spChg>
        <pc:spChg chg="add del mod">
          <ac:chgData name="Josh Reiss" userId="a90d6cd88c30b6c6" providerId="LiveId" clId="{CE2D6786-44EB-4303-BE9F-34D90EBA1EF3}" dt="2021-12-18T21:02:06.882" v="634" actId="478"/>
          <ac:spMkLst>
            <pc:docMk/>
            <pc:sldMk cId="270256415" sldId="347"/>
            <ac:spMk id="7" creationId="{D5398E95-367C-4524-A647-089686ADD8AF}"/>
          </ac:spMkLst>
        </pc:spChg>
        <pc:spChg chg="add del">
          <ac:chgData name="Josh Reiss" userId="a90d6cd88c30b6c6" providerId="LiveId" clId="{CE2D6786-44EB-4303-BE9F-34D90EBA1EF3}" dt="2021-12-18T21:02:22.135" v="636" actId="11529"/>
          <ac:spMkLst>
            <pc:docMk/>
            <pc:sldMk cId="270256415" sldId="347"/>
            <ac:spMk id="8" creationId="{6EF09C85-12BA-421B-9ED1-1D5D6206666C}"/>
          </ac:spMkLst>
        </pc:spChg>
        <pc:spChg chg="add del mod">
          <ac:chgData name="Josh Reiss" userId="a90d6cd88c30b6c6" providerId="LiveId" clId="{CE2D6786-44EB-4303-BE9F-34D90EBA1EF3}" dt="2021-12-18T21:03:38.478" v="651" actId="478"/>
          <ac:spMkLst>
            <pc:docMk/>
            <pc:sldMk cId="270256415" sldId="347"/>
            <ac:spMk id="9" creationId="{B0FD0E3A-D766-4F0A-AC0D-B8F8219F4D27}"/>
          </ac:spMkLst>
        </pc:spChg>
        <pc:spChg chg="add mod">
          <ac:chgData name="Josh Reiss" userId="a90d6cd88c30b6c6" providerId="LiveId" clId="{CE2D6786-44EB-4303-BE9F-34D90EBA1EF3}" dt="2022-02-21T09:11:12.940" v="712" actId="692"/>
          <ac:spMkLst>
            <pc:docMk/>
            <pc:sldMk cId="270256415" sldId="347"/>
            <ac:spMk id="10" creationId="{24C4788B-1D6D-4652-BAC6-0058D3062CE3}"/>
          </ac:spMkLst>
        </pc:spChg>
      </pc:sldChg>
      <pc:sldChg chg="modSp add del">
        <pc:chgData name="Josh Reiss" userId="a90d6cd88c30b6c6" providerId="LiveId" clId="{CE2D6786-44EB-4303-BE9F-34D90EBA1EF3}" dt="2022-02-21T09:41:37.586" v="1173" actId="2696"/>
        <pc:sldMkLst>
          <pc:docMk/>
          <pc:sldMk cId="2774977627" sldId="348"/>
        </pc:sldMkLst>
        <pc:spChg chg="mod">
          <ac:chgData name="Josh Reiss" userId="a90d6cd88c30b6c6" providerId="LiveId" clId="{CE2D6786-44EB-4303-BE9F-34D90EBA1EF3}" dt="2022-02-21T09:41:35.983" v="1172"/>
          <ac:spMkLst>
            <pc:docMk/>
            <pc:sldMk cId="2774977627" sldId="348"/>
            <ac:spMk id="2" creationId="{E9CB6FF5-ECFF-46DC-9829-433154EF046E}"/>
          </ac:spMkLst>
        </pc:spChg>
      </pc:sldChg>
    </pc:docChg>
  </pc:docChgLst>
  <pc:docChgLst>
    <pc:chgData name="Josh Reiss" userId="a90d6cd88c30b6c6" providerId="LiveId" clId="{C6C1D705-D654-4A2F-A1E6-B0556F0A8C65}"/>
    <pc:docChg chg="custSel addSld modSld">
      <pc:chgData name="Josh Reiss" userId="a90d6cd88c30b6c6" providerId="LiveId" clId="{C6C1D705-D654-4A2F-A1E6-B0556F0A8C65}" dt="2021-01-19T08:15:37.978" v="1" actId="27636"/>
      <pc:docMkLst>
        <pc:docMk/>
      </pc:docMkLst>
      <pc:sldChg chg="modSp add mod">
        <pc:chgData name="Josh Reiss" userId="a90d6cd88c30b6c6" providerId="LiveId" clId="{C6C1D705-D654-4A2F-A1E6-B0556F0A8C65}" dt="2021-01-19T08:15:37.978" v="1" actId="27636"/>
        <pc:sldMkLst>
          <pc:docMk/>
          <pc:sldMk cId="672736832" sldId="340"/>
        </pc:sldMkLst>
        <pc:spChg chg="mod">
          <ac:chgData name="Josh Reiss" userId="a90d6cd88c30b6c6" providerId="LiveId" clId="{C6C1D705-D654-4A2F-A1E6-B0556F0A8C65}" dt="2021-01-19T08:15:37.978" v="1" actId="27636"/>
          <ac:spMkLst>
            <pc:docMk/>
            <pc:sldMk cId="672736832" sldId="340"/>
            <ac:spMk id="2" creationId="{00000000-0000-0000-0000-000000000000}"/>
          </ac:spMkLst>
        </pc:spChg>
      </pc:sldChg>
    </pc:docChg>
  </pc:docChgLst>
  <pc:docChgLst>
    <pc:chgData name="Josh Reiss" userId="a90d6cd88c30b6c6" providerId="LiveId" clId="{DBD16F9C-04BC-46F4-8CB5-F49176DB148F}"/>
    <pc:docChg chg="undo custSel addSld modSld">
      <pc:chgData name="Josh Reiss" userId="a90d6cd88c30b6c6" providerId="LiveId" clId="{DBD16F9C-04BC-46F4-8CB5-F49176DB148F}" dt="2020-11-21T15:52:36.398" v="191" actId="20577"/>
      <pc:docMkLst>
        <pc:docMk/>
      </pc:docMkLst>
      <pc:sldChg chg="new">
        <pc:chgData name="Josh Reiss" userId="a90d6cd88c30b6c6" providerId="LiveId" clId="{DBD16F9C-04BC-46F4-8CB5-F49176DB148F}" dt="2020-11-21T07:03:15.072" v="0" actId="680"/>
        <pc:sldMkLst>
          <pc:docMk/>
          <pc:sldMk cId="1862733517" sldId="256"/>
        </pc:sldMkLst>
      </pc:sldChg>
      <pc:sldChg chg="addSp delSp modSp new mod">
        <pc:chgData name="Josh Reiss" userId="a90d6cd88c30b6c6" providerId="LiveId" clId="{DBD16F9C-04BC-46F4-8CB5-F49176DB148F}" dt="2020-11-21T15:52:14.479" v="181" actId="14100"/>
        <pc:sldMkLst>
          <pc:docMk/>
          <pc:sldMk cId="1582420652" sldId="257"/>
        </pc:sldMkLst>
        <pc:spChg chg="del">
          <ac:chgData name="Josh Reiss" userId="a90d6cd88c30b6c6" providerId="LiveId" clId="{DBD16F9C-04BC-46F4-8CB5-F49176DB148F}" dt="2020-11-21T07:03:27.820" v="2" actId="478"/>
          <ac:spMkLst>
            <pc:docMk/>
            <pc:sldMk cId="1582420652" sldId="257"/>
            <ac:spMk id="2" creationId="{B41262E7-A5D3-4832-8C1F-70AC0B5B51AD}"/>
          </ac:spMkLst>
        </pc:spChg>
        <pc:spChg chg="del">
          <ac:chgData name="Josh Reiss" userId="a90d6cd88c30b6c6" providerId="LiveId" clId="{DBD16F9C-04BC-46F4-8CB5-F49176DB148F}" dt="2020-11-21T07:03:27.820" v="2" actId="478"/>
          <ac:spMkLst>
            <pc:docMk/>
            <pc:sldMk cId="1582420652" sldId="257"/>
            <ac:spMk id="3" creationId="{1E043322-4A69-4595-9070-3D78AE3B6020}"/>
          </ac:spMkLst>
        </pc:spChg>
        <pc:spChg chg="add mod">
          <ac:chgData name="Josh Reiss" userId="a90d6cd88c30b6c6" providerId="LiveId" clId="{DBD16F9C-04BC-46F4-8CB5-F49176DB148F}" dt="2020-11-21T07:09:32.857" v="141" actId="1038"/>
          <ac:spMkLst>
            <pc:docMk/>
            <pc:sldMk cId="1582420652" sldId="257"/>
            <ac:spMk id="4" creationId="{7A79CF97-31B3-41C2-A64F-E99DD7B1F12C}"/>
          </ac:spMkLst>
        </pc:spChg>
        <pc:spChg chg="add mod">
          <ac:chgData name="Josh Reiss" userId="a90d6cd88c30b6c6" providerId="LiveId" clId="{DBD16F9C-04BC-46F4-8CB5-F49176DB148F}" dt="2020-11-21T07:09:50.750" v="159" actId="408"/>
          <ac:spMkLst>
            <pc:docMk/>
            <pc:sldMk cId="1582420652" sldId="257"/>
            <ac:spMk id="5" creationId="{9E48C44B-FE42-49A8-8A7D-C048A696651C}"/>
          </ac:spMkLst>
        </pc:spChg>
        <pc:spChg chg="add mod">
          <ac:chgData name="Josh Reiss" userId="a90d6cd88c30b6c6" providerId="LiveId" clId="{DBD16F9C-04BC-46F4-8CB5-F49176DB148F}" dt="2020-11-21T07:09:50.750" v="159" actId="408"/>
          <ac:spMkLst>
            <pc:docMk/>
            <pc:sldMk cId="1582420652" sldId="257"/>
            <ac:spMk id="6" creationId="{37489C1F-E2B3-4960-9F89-5F73DB9CEB44}"/>
          </ac:spMkLst>
        </pc:spChg>
        <pc:spChg chg="add mod">
          <ac:chgData name="Josh Reiss" userId="a90d6cd88c30b6c6" providerId="LiveId" clId="{DBD16F9C-04BC-46F4-8CB5-F49176DB148F}" dt="2020-11-21T07:09:59.538" v="160" actId="1076"/>
          <ac:spMkLst>
            <pc:docMk/>
            <pc:sldMk cId="1582420652" sldId="257"/>
            <ac:spMk id="7" creationId="{39A1FCAC-50DF-49C5-BE6D-56FE10FA2C47}"/>
          </ac:spMkLst>
        </pc:spChg>
        <pc:spChg chg="add mod">
          <ac:chgData name="Josh Reiss" userId="a90d6cd88c30b6c6" providerId="LiveId" clId="{DBD16F9C-04BC-46F4-8CB5-F49176DB148F}" dt="2020-11-21T07:09:28.586" v="133" actId="1037"/>
          <ac:spMkLst>
            <pc:docMk/>
            <pc:sldMk cId="1582420652" sldId="257"/>
            <ac:spMk id="8" creationId="{1B554ED9-52A5-4144-8605-BC09A875C4D7}"/>
          </ac:spMkLst>
        </pc:spChg>
        <pc:spChg chg="add del mod">
          <ac:chgData name="Josh Reiss" userId="a90d6cd88c30b6c6" providerId="LiveId" clId="{DBD16F9C-04BC-46F4-8CB5-F49176DB148F}" dt="2020-11-21T15:51:06.417" v="162"/>
          <ac:spMkLst>
            <pc:docMk/>
            <pc:sldMk cId="1582420652" sldId="257"/>
            <ac:spMk id="29" creationId="{3DB822DB-4F7F-4BD0-921F-42D446CB5160}"/>
          </ac:spMkLst>
        </pc:spChg>
        <pc:spChg chg="add del mod">
          <ac:chgData name="Josh Reiss" userId="a90d6cd88c30b6c6" providerId="LiveId" clId="{DBD16F9C-04BC-46F4-8CB5-F49176DB148F}" dt="2020-11-21T15:51:06.417" v="162"/>
          <ac:spMkLst>
            <pc:docMk/>
            <pc:sldMk cId="1582420652" sldId="257"/>
            <ac:spMk id="30" creationId="{319290E4-3904-41EF-82F8-369CDFD55016}"/>
          </ac:spMkLst>
        </pc:spChg>
        <pc:spChg chg="add del mod">
          <ac:chgData name="Josh Reiss" userId="a90d6cd88c30b6c6" providerId="LiveId" clId="{DBD16F9C-04BC-46F4-8CB5-F49176DB148F}" dt="2020-11-21T15:51:06.417" v="162"/>
          <ac:spMkLst>
            <pc:docMk/>
            <pc:sldMk cId="1582420652" sldId="257"/>
            <ac:spMk id="31" creationId="{75CD36A7-64BF-4B19-A6B2-348D53006088}"/>
          </ac:spMkLst>
        </pc:spChg>
        <pc:spChg chg="add del mod">
          <ac:chgData name="Josh Reiss" userId="a90d6cd88c30b6c6" providerId="LiveId" clId="{DBD16F9C-04BC-46F4-8CB5-F49176DB148F}" dt="2020-11-21T15:51:06.417" v="162"/>
          <ac:spMkLst>
            <pc:docMk/>
            <pc:sldMk cId="1582420652" sldId="257"/>
            <ac:spMk id="32" creationId="{EBA0E9A8-F377-4183-BE89-A27DCF485CAB}"/>
          </ac:spMkLst>
        </pc:spChg>
        <pc:spChg chg="add del mod">
          <ac:chgData name="Josh Reiss" userId="a90d6cd88c30b6c6" providerId="LiveId" clId="{DBD16F9C-04BC-46F4-8CB5-F49176DB148F}" dt="2020-11-21T15:51:06.417" v="162"/>
          <ac:spMkLst>
            <pc:docMk/>
            <pc:sldMk cId="1582420652" sldId="257"/>
            <ac:spMk id="33" creationId="{7DBC8140-FB70-49FE-97B0-6CDF313BD328}"/>
          </ac:spMkLst>
        </pc:spChg>
        <pc:spChg chg="add mod">
          <ac:chgData name="Josh Reiss" userId="a90d6cd88c30b6c6" providerId="LiveId" clId="{DBD16F9C-04BC-46F4-8CB5-F49176DB148F}" dt="2020-11-21T15:52:14.479" v="181" actId="14100"/>
          <ac:spMkLst>
            <pc:docMk/>
            <pc:sldMk cId="1582420652" sldId="257"/>
            <ac:spMk id="48" creationId="{56E8D1B5-5E61-4824-9A44-E5A4B4CB9496}"/>
          </ac:spMkLst>
        </pc:spChg>
        <pc:cxnChg chg="add mod">
          <ac:chgData name="Josh Reiss" userId="a90d6cd88c30b6c6" providerId="LiveId" clId="{DBD16F9C-04BC-46F4-8CB5-F49176DB148F}" dt="2020-11-21T07:09:50.750" v="159" actId="408"/>
          <ac:cxnSpMkLst>
            <pc:docMk/>
            <pc:sldMk cId="1582420652" sldId="257"/>
            <ac:cxnSpMk id="10" creationId="{0819F297-DA48-4270-B759-2DCA0A379870}"/>
          </ac:cxnSpMkLst>
        </pc:cxnChg>
        <pc:cxnChg chg="add mod">
          <ac:chgData name="Josh Reiss" userId="a90d6cd88c30b6c6" providerId="LiveId" clId="{DBD16F9C-04BC-46F4-8CB5-F49176DB148F}" dt="2020-11-21T07:09:50.750" v="159" actId="408"/>
          <ac:cxnSpMkLst>
            <pc:docMk/>
            <pc:sldMk cId="1582420652" sldId="257"/>
            <ac:cxnSpMk id="13" creationId="{8D33BF42-94E8-4C5F-A5CC-736C1274A073}"/>
          </ac:cxnSpMkLst>
        </pc:cxnChg>
        <pc:cxnChg chg="add mod">
          <ac:chgData name="Josh Reiss" userId="a90d6cd88c30b6c6" providerId="LiveId" clId="{DBD16F9C-04BC-46F4-8CB5-F49176DB148F}" dt="2020-11-21T07:09:50.750" v="159" actId="408"/>
          <ac:cxnSpMkLst>
            <pc:docMk/>
            <pc:sldMk cId="1582420652" sldId="257"/>
            <ac:cxnSpMk id="16" creationId="{E186FA5F-EF80-476C-9843-1931D13DF20E}"/>
          </ac:cxnSpMkLst>
        </pc:cxnChg>
        <pc:cxnChg chg="add mod">
          <ac:chgData name="Josh Reiss" userId="a90d6cd88c30b6c6" providerId="LiveId" clId="{DBD16F9C-04BC-46F4-8CB5-F49176DB148F}" dt="2020-11-21T07:09:59.538" v="160" actId="1076"/>
          <ac:cxnSpMkLst>
            <pc:docMk/>
            <pc:sldMk cId="1582420652" sldId="257"/>
            <ac:cxnSpMk id="20" creationId="{D6D1D574-F11C-46FD-82B0-91BECF09FD04}"/>
          </ac:cxnSpMkLst>
        </pc:cxnChg>
        <pc:cxnChg chg="add del">
          <ac:chgData name="Josh Reiss" userId="a90d6cd88c30b6c6" providerId="LiveId" clId="{DBD16F9C-04BC-46F4-8CB5-F49176DB148F}" dt="2020-11-21T07:07:47.579" v="76" actId="11529"/>
          <ac:cxnSpMkLst>
            <pc:docMk/>
            <pc:sldMk cId="1582420652" sldId="257"/>
            <ac:cxnSpMk id="22" creationId="{040B7137-4F3C-4455-8D68-728FCB17BCFE}"/>
          </ac:cxnSpMkLst>
        </pc:cxnChg>
        <pc:cxnChg chg="add mod">
          <ac:chgData name="Josh Reiss" userId="a90d6cd88c30b6c6" providerId="LiveId" clId="{DBD16F9C-04BC-46F4-8CB5-F49176DB148F}" dt="2020-11-21T07:09:59.538" v="160" actId="1076"/>
          <ac:cxnSpMkLst>
            <pc:docMk/>
            <pc:sldMk cId="1582420652" sldId="257"/>
            <ac:cxnSpMk id="24" creationId="{9449CA9C-2DCA-4F92-9EA8-1A64D41C51BC}"/>
          </ac:cxnSpMkLst>
        </pc:cxnChg>
        <pc:cxnChg chg="add del mod">
          <ac:chgData name="Josh Reiss" userId="a90d6cd88c30b6c6" providerId="LiveId" clId="{DBD16F9C-04BC-46F4-8CB5-F49176DB148F}" dt="2020-11-21T15:51:06.417" v="162"/>
          <ac:cxnSpMkLst>
            <pc:docMk/>
            <pc:sldMk cId="1582420652" sldId="257"/>
            <ac:cxnSpMk id="34" creationId="{19D4CDCC-6C9A-4648-89EB-D47F8E85F024}"/>
          </ac:cxnSpMkLst>
        </pc:cxnChg>
        <pc:cxnChg chg="add del mod">
          <ac:chgData name="Josh Reiss" userId="a90d6cd88c30b6c6" providerId="LiveId" clId="{DBD16F9C-04BC-46F4-8CB5-F49176DB148F}" dt="2020-11-21T15:51:06.417" v="162"/>
          <ac:cxnSpMkLst>
            <pc:docMk/>
            <pc:sldMk cId="1582420652" sldId="257"/>
            <ac:cxnSpMk id="35" creationId="{C15EF8A8-6E28-41E6-AD18-DE5D35619820}"/>
          </ac:cxnSpMkLst>
        </pc:cxnChg>
        <pc:cxnChg chg="add del mod">
          <ac:chgData name="Josh Reiss" userId="a90d6cd88c30b6c6" providerId="LiveId" clId="{DBD16F9C-04BC-46F4-8CB5-F49176DB148F}" dt="2020-11-21T15:51:06.417" v="162"/>
          <ac:cxnSpMkLst>
            <pc:docMk/>
            <pc:sldMk cId="1582420652" sldId="257"/>
            <ac:cxnSpMk id="36" creationId="{C043D45F-3282-41A9-994B-669012F74BF9}"/>
          </ac:cxnSpMkLst>
        </pc:cxnChg>
        <pc:cxnChg chg="add del mod">
          <ac:chgData name="Josh Reiss" userId="a90d6cd88c30b6c6" providerId="LiveId" clId="{DBD16F9C-04BC-46F4-8CB5-F49176DB148F}" dt="2020-11-21T15:51:06.417" v="162"/>
          <ac:cxnSpMkLst>
            <pc:docMk/>
            <pc:sldMk cId="1582420652" sldId="257"/>
            <ac:cxnSpMk id="37" creationId="{FC49D2E0-B2C2-4F0E-AA99-06EBAD4D8391}"/>
          </ac:cxnSpMkLst>
        </pc:cxnChg>
        <pc:cxnChg chg="add del mod">
          <ac:chgData name="Josh Reiss" userId="a90d6cd88c30b6c6" providerId="LiveId" clId="{DBD16F9C-04BC-46F4-8CB5-F49176DB148F}" dt="2020-11-21T15:51:06.417" v="162"/>
          <ac:cxnSpMkLst>
            <pc:docMk/>
            <pc:sldMk cId="1582420652" sldId="257"/>
            <ac:cxnSpMk id="38" creationId="{ABFC830B-7E34-485D-92DE-EDCBD66F22A4}"/>
          </ac:cxnSpMkLst>
        </pc:cxnChg>
        <pc:cxnChg chg="add mod">
          <ac:chgData name="Josh Reiss" userId="a90d6cd88c30b6c6" providerId="LiveId" clId="{DBD16F9C-04BC-46F4-8CB5-F49176DB148F}" dt="2020-11-21T15:51:25.442" v="166" actId="14100"/>
          <ac:cxnSpMkLst>
            <pc:docMk/>
            <pc:sldMk cId="1582420652" sldId="257"/>
            <ac:cxnSpMk id="39" creationId="{6489F3AD-214A-433C-ABE4-EBBC6F1D391F}"/>
          </ac:cxnSpMkLst>
        </pc:cxnChg>
        <pc:cxnChg chg="add mod">
          <ac:chgData name="Josh Reiss" userId="a90d6cd88c30b6c6" providerId="LiveId" clId="{DBD16F9C-04BC-46F4-8CB5-F49176DB148F}" dt="2020-11-21T15:51:48.079" v="171" actId="14100"/>
          <ac:cxnSpMkLst>
            <pc:docMk/>
            <pc:sldMk cId="1582420652" sldId="257"/>
            <ac:cxnSpMk id="42" creationId="{4E7F9A93-929F-46B7-B1DE-E1C2C912488F}"/>
          </ac:cxnSpMkLst>
        </pc:cxnChg>
      </pc:sldChg>
      <pc:sldChg chg="addSp modSp add mod">
        <pc:chgData name="Josh Reiss" userId="a90d6cd88c30b6c6" providerId="LiveId" clId="{DBD16F9C-04BC-46F4-8CB5-F49176DB148F}" dt="2020-11-21T15:52:36.398" v="191" actId="20577"/>
        <pc:sldMkLst>
          <pc:docMk/>
          <pc:sldMk cId="2022186972" sldId="258"/>
        </pc:sldMkLst>
        <pc:spChg chg="add mod">
          <ac:chgData name="Josh Reiss" userId="a90d6cd88c30b6c6" providerId="LiveId" clId="{DBD16F9C-04BC-46F4-8CB5-F49176DB148F}" dt="2020-11-21T15:52:36.398" v="191" actId="20577"/>
          <ac:spMkLst>
            <pc:docMk/>
            <pc:sldMk cId="2022186972" sldId="258"/>
            <ac:spMk id="15" creationId="{B0996855-84FF-4627-9637-129FDE5D3294}"/>
          </ac:spMkLst>
        </pc:spChg>
      </pc:sldChg>
    </pc:docChg>
  </pc:docChgLst>
  <pc:docChgLst>
    <pc:chgData name="Josh Reiss" userId="a90d6cd88c30b6c6" providerId="LiveId" clId="{1EB5B9CC-56AB-4736-AB05-E5472AF423D5}"/>
    <pc:docChg chg="undo redo custSel addSld modSld">
      <pc:chgData name="Josh Reiss" userId="a90d6cd88c30b6c6" providerId="LiveId" clId="{1EB5B9CC-56AB-4736-AB05-E5472AF423D5}" dt="2021-05-19T16:01:36.174" v="100" actId="1076"/>
      <pc:docMkLst>
        <pc:docMk/>
      </pc:docMkLst>
      <pc:sldChg chg="addSp delSp modSp mod">
        <pc:chgData name="Josh Reiss" userId="a90d6cd88c30b6c6" providerId="LiveId" clId="{1EB5B9CC-56AB-4736-AB05-E5472AF423D5}" dt="2021-05-19T16:01:36.174" v="100" actId="1076"/>
        <pc:sldMkLst>
          <pc:docMk/>
          <pc:sldMk cId="1582420652" sldId="257"/>
        </pc:sldMkLst>
        <pc:spChg chg="mod">
          <ac:chgData name="Josh Reiss" userId="a90d6cd88c30b6c6" providerId="LiveId" clId="{1EB5B9CC-56AB-4736-AB05-E5472AF423D5}" dt="2021-05-19T16:01:36.174" v="100" actId="1076"/>
          <ac:spMkLst>
            <pc:docMk/>
            <pc:sldMk cId="1582420652" sldId="257"/>
            <ac:spMk id="4" creationId="{7A79CF97-31B3-41C2-A64F-E99DD7B1F12C}"/>
          </ac:spMkLst>
        </pc:spChg>
        <pc:spChg chg="mod">
          <ac:chgData name="Josh Reiss" userId="a90d6cd88c30b6c6" providerId="LiveId" clId="{1EB5B9CC-56AB-4736-AB05-E5472AF423D5}" dt="2021-05-19T16:01:36.174" v="100" actId="1076"/>
          <ac:spMkLst>
            <pc:docMk/>
            <pc:sldMk cId="1582420652" sldId="257"/>
            <ac:spMk id="5" creationId="{9E48C44B-FE42-49A8-8A7D-C048A696651C}"/>
          </ac:spMkLst>
        </pc:spChg>
        <pc:spChg chg="mod">
          <ac:chgData name="Josh Reiss" userId="a90d6cd88c30b6c6" providerId="LiveId" clId="{1EB5B9CC-56AB-4736-AB05-E5472AF423D5}" dt="2021-05-19T16:01:36.174" v="100" actId="1076"/>
          <ac:spMkLst>
            <pc:docMk/>
            <pc:sldMk cId="1582420652" sldId="257"/>
            <ac:spMk id="6" creationId="{37489C1F-E2B3-4960-9F89-5F73DB9CEB44}"/>
          </ac:spMkLst>
        </pc:spChg>
        <pc:spChg chg="mod">
          <ac:chgData name="Josh Reiss" userId="a90d6cd88c30b6c6" providerId="LiveId" clId="{1EB5B9CC-56AB-4736-AB05-E5472AF423D5}" dt="2021-05-19T16:01:36.174" v="100" actId="1076"/>
          <ac:spMkLst>
            <pc:docMk/>
            <pc:sldMk cId="1582420652" sldId="257"/>
            <ac:spMk id="7" creationId="{39A1FCAC-50DF-49C5-BE6D-56FE10FA2C47}"/>
          </ac:spMkLst>
        </pc:spChg>
        <pc:spChg chg="mod">
          <ac:chgData name="Josh Reiss" userId="a90d6cd88c30b6c6" providerId="LiveId" clId="{1EB5B9CC-56AB-4736-AB05-E5472AF423D5}" dt="2021-05-19T16:01:36.174" v="100" actId="1076"/>
          <ac:spMkLst>
            <pc:docMk/>
            <pc:sldMk cId="1582420652" sldId="257"/>
            <ac:spMk id="8" creationId="{1B554ED9-52A5-4144-8605-BC09A875C4D7}"/>
          </ac:spMkLst>
        </pc:spChg>
        <pc:cxnChg chg="mod">
          <ac:chgData name="Josh Reiss" userId="a90d6cd88c30b6c6" providerId="LiveId" clId="{1EB5B9CC-56AB-4736-AB05-E5472AF423D5}" dt="2021-05-19T16:01:36.174" v="100" actId="1076"/>
          <ac:cxnSpMkLst>
            <pc:docMk/>
            <pc:sldMk cId="1582420652" sldId="257"/>
            <ac:cxnSpMk id="10" creationId="{0819F297-DA48-4270-B759-2DCA0A379870}"/>
          </ac:cxnSpMkLst>
        </pc:cxnChg>
        <pc:cxnChg chg="mod">
          <ac:chgData name="Josh Reiss" userId="a90d6cd88c30b6c6" providerId="LiveId" clId="{1EB5B9CC-56AB-4736-AB05-E5472AF423D5}" dt="2021-05-19T16:01:36.174" v="100" actId="1076"/>
          <ac:cxnSpMkLst>
            <pc:docMk/>
            <pc:sldMk cId="1582420652" sldId="257"/>
            <ac:cxnSpMk id="13" creationId="{8D33BF42-94E8-4C5F-A5CC-736C1274A073}"/>
          </ac:cxnSpMkLst>
        </pc:cxnChg>
        <pc:cxnChg chg="add del mod">
          <ac:chgData name="Josh Reiss" userId="a90d6cd88c30b6c6" providerId="LiveId" clId="{1EB5B9CC-56AB-4736-AB05-E5472AF423D5}" dt="2021-05-19T15:56:30.113" v="17"/>
          <ac:cxnSpMkLst>
            <pc:docMk/>
            <pc:sldMk cId="1582420652" sldId="257"/>
            <ac:cxnSpMk id="14" creationId="{2CFC53EE-9EDF-4450-A6F5-57AF314C7909}"/>
          </ac:cxnSpMkLst>
        </pc:cxnChg>
        <pc:cxnChg chg="mod">
          <ac:chgData name="Josh Reiss" userId="a90d6cd88c30b6c6" providerId="LiveId" clId="{1EB5B9CC-56AB-4736-AB05-E5472AF423D5}" dt="2021-05-19T16:01:36.174" v="100" actId="1076"/>
          <ac:cxnSpMkLst>
            <pc:docMk/>
            <pc:sldMk cId="1582420652" sldId="257"/>
            <ac:cxnSpMk id="16" creationId="{E186FA5F-EF80-476C-9843-1931D13DF20E}"/>
          </ac:cxnSpMkLst>
        </pc:cxnChg>
        <pc:cxnChg chg="add del mod">
          <ac:chgData name="Josh Reiss" userId="a90d6cd88c30b6c6" providerId="LiveId" clId="{1EB5B9CC-56AB-4736-AB05-E5472AF423D5}" dt="2021-05-19T16:01:36.174" v="100" actId="1076"/>
          <ac:cxnSpMkLst>
            <pc:docMk/>
            <pc:sldMk cId="1582420652" sldId="257"/>
            <ac:cxnSpMk id="20" creationId="{D6D1D574-F11C-46FD-82B0-91BECF09FD04}"/>
          </ac:cxnSpMkLst>
        </pc:cxnChg>
        <pc:cxnChg chg="mod">
          <ac:chgData name="Josh Reiss" userId="a90d6cd88c30b6c6" providerId="LiveId" clId="{1EB5B9CC-56AB-4736-AB05-E5472AF423D5}" dt="2021-05-19T16:01:36.174" v="100" actId="1076"/>
          <ac:cxnSpMkLst>
            <pc:docMk/>
            <pc:sldMk cId="1582420652" sldId="257"/>
            <ac:cxnSpMk id="24" creationId="{9449CA9C-2DCA-4F92-9EA8-1A64D41C51BC}"/>
          </ac:cxnSpMkLst>
        </pc:cxnChg>
      </pc:sldChg>
      <pc:sldChg chg="addSp modSp new mod">
        <pc:chgData name="Josh Reiss" userId="a90d6cd88c30b6c6" providerId="LiveId" clId="{1EB5B9CC-56AB-4736-AB05-E5472AF423D5}" dt="2021-05-19T15:08:35.903" v="2" actId="1076"/>
        <pc:sldMkLst>
          <pc:docMk/>
          <pc:sldMk cId="1804348384" sldId="341"/>
        </pc:sldMkLst>
        <pc:spChg chg="mod">
          <ac:chgData name="Josh Reiss" userId="a90d6cd88c30b6c6" providerId="LiveId" clId="{1EB5B9CC-56AB-4736-AB05-E5472AF423D5}" dt="2021-05-19T15:08:33.092" v="1"/>
          <ac:spMkLst>
            <pc:docMk/>
            <pc:sldMk cId="1804348384" sldId="341"/>
            <ac:spMk id="5" creationId="{16F078F2-D27D-4F8C-9548-B01FAFF7D43E}"/>
          </ac:spMkLst>
        </pc:spChg>
        <pc:spChg chg="mod">
          <ac:chgData name="Josh Reiss" userId="a90d6cd88c30b6c6" providerId="LiveId" clId="{1EB5B9CC-56AB-4736-AB05-E5472AF423D5}" dt="2021-05-19T15:08:33.092" v="1"/>
          <ac:spMkLst>
            <pc:docMk/>
            <pc:sldMk cId="1804348384" sldId="341"/>
            <ac:spMk id="6" creationId="{D290214C-0801-490F-BC4E-1A49DDC221B2}"/>
          </ac:spMkLst>
        </pc:spChg>
        <pc:spChg chg="mod">
          <ac:chgData name="Josh Reiss" userId="a90d6cd88c30b6c6" providerId="LiveId" clId="{1EB5B9CC-56AB-4736-AB05-E5472AF423D5}" dt="2021-05-19T15:08:33.092" v="1"/>
          <ac:spMkLst>
            <pc:docMk/>
            <pc:sldMk cId="1804348384" sldId="341"/>
            <ac:spMk id="9" creationId="{B2DC78A0-B885-4836-989E-967B53659AAF}"/>
          </ac:spMkLst>
        </pc:spChg>
        <pc:spChg chg="mod">
          <ac:chgData name="Josh Reiss" userId="a90d6cd88c30b6c6" providerId="LiveId" clId="{1EB5B9CC-56AB-4736-AB05-E5472AF423D5}" dt="2021-05-19T15:08:33.092" v="1"/>
          <ac:spMkLst>
            <pc:docMk/>
            <pc:sldMk cId="1804348384" sldId="341"/>
            <ac:spMk id="10" creationId="{BC2BD01C-FC3C-4C17-85A4-A9A5C42EF5CF}"/>
          </ac:spMkLst>
        </pc:spChg>
        <pc:spChg chg="mod">
          <ac:chgData name="Josh Reiss" userId="a90d6cd88c30b6c6" providerId="LiveId" clId="{1EB5B9CC-56AB-4736-AB05-E5472AF423D5}" dt="2021-05-19T15:08:33.092" v="1"/>
          <ac:spMkLst>
            <pc:docMk/>
            <pc:sldMk cId="1804348384" sldId="341"/>
            <ac:spMk id="12" creationId="{B1D3FC70-A535-4CEF-9F3F-84C697EEFACE}"/>
          </ac:spMkLst>
        </pc:spChg>
        <pc:spChg chg="mod">
          <ac:chgData name="Josh Reiss" userId="a90d6cd88c30b6c6" providerId="LiveId" clId="{1EB5B9CC-56AB-4736-AB05-E5472AF423D5}" dt="2021-05-19T15:08:33.092" v="1"/>
          <ac:spMkLst>
            <pc:docMk/>
            <pc:sldMk cId="1804348384" sldId="341"/>
            <ac:spMk id="17" creationId="{3258127E-3AFD-494F-A3EE-D2727C557C8F}"/>
          </ac:spMkLst>
        </pc:spChg>
        <pc:spChg chg="mod">
          <ac:chgData name="Josh Reiss" userId="a90d6cd88c30b6c6" providerId="LiveId" clId="{1EB5B9CC-56AB-4736-AB05-E5472AF423D5}" dt="2021-05-19T15:08:33.092" v="1"/>
          <ac:spMkLst>
            <pc:docMk/>
            <pc:sldMk cId="1804348384" sldId="341"/>
            <ac:spMk id="18" creationId="{51166597-D23E-4E0F-8819-9E0483D6435F}"/>
          </ac:spMkLst>
        </pc:spChg>
        <pc:spChg chg="mod">
          <ac:chgData name="Josh Reiss" userId="a90d6cd88c30b6c6" providerId="LiveId" clId="{1EB5B9CC-56AB-4736-AB05-E5472AF423D5}" dt="2021-05-19T15:08:33.092" v="1"/>
          <ac:spMkLst>
            <pc:docMk/>
            <pc:sldMk cId="1804348384" sldId="341"/>
            <ac:spMk id="24" creationId="{5E4E3980-E8BC-4F46-A932-6F15360CDC46}"/>
          </ac:spMkLst>
        </pc:spChg>
        <pc:spChg chg="mod">
          <ac:chgData name="Josh Reiss" userId="a90d6cd88c30b6c6" providerId="LiveId" clId="{1EB5B9CC-56AB-4736-AB05-E5472AF423D5}" dt="2021-05-19T15:08:33.092" v="1"/>
          <ac:spMkLst>
            <pc:docMk/>
            <pc:sldMk cId="1804348384" sldId="341"/>
            <ac:spMk id="25" creationId="{0CCA90BE-6412-4AB8-8180-B2902C53EDDE}"/>
          </ac:spMkLst>
        </pc:spChg>
        <pc:spChg chg="mod">
          <ac:chgData name="Josh Reiss" userId="a90d6cd88c30b6c6" providerId="LiveId" clId="{1EB5B9CC-56AB-4736-AB05-E5472AF423D5}" dt="2021-05-19T15:08:33.092" v="1"/>
          <ac:spMkLst>
            <pc:docMk/>
            <pc:sldMk cId="1804348384" sldId="341"/>
            <ac:spMk id="27" creationId="{7906B6B5-CCBD-4B0D-A5F8-79A46D8C4186}"/>
          </ac:spMkLst>
        </pc:spChg>
        <pc:spChg chg="mod">
          <ac:chgData name="Josh Reiss" userId="a90d6cd88c30b6c6" providerId="LiveId" clId="{1EB5B9CC-56AB-4736-AB05-E5472AF423D5}" dt="2021-05-19T15:08:33.092" v="1"/>
          <ac:spMkLst>
            <pc:docMk/>
            <pc:sldMk cId="1804348384" sldId="341"/>
            <ac:spMk id="28" creationId="{DCF07BE2-AFB7-47CD-9175-CA26CF0E4F43}"/>
          </ac:spMkLst>
        </pc:spChg>
        <pc:grpChg chg="add mod">
          <ac:chgData name="Josh Reiss" userId="a90d6cd88c30b6c6" providerId="LiveId" clId="{1EB5B9CC-56AB-4736-AB05-E5472AF423D5}" dt="2021-05-19T15:08:35.903" v="2" actId="1076"/>
          <ac:grpSpMkLst>
            <pc:docMk/>
            <pc:sldMk cId="1804348384" sldId="341"/>
            <ac:grpSpMk id="4" creationId="{022BD31F-26F6-416D-A543-E67ED74CA752}"/>
          </ac:grpSpMkLst>
        </pc:grpChg>
        <pc:grpChg chg="mod">
          <ac:chgData name="Josh Reiss" userId="a90d6cd88c30b6c6" providerId="LiveId" clId="{1EB5B9CC-56AB-4736-AB05-E5472AF423D5}" dt="2021-05-19T15:08:33.092" v="1"/>
          <ac:grpSpMkLst>
            <pc:docMk/>
            <pc:sldMk cId="1804348384" sldId="341"/>
            <ac:grpSpMk id="21" creationId="{70B2698F-6DB1-44B6-98C7-3334DC805D3E}"/>
          </ac:grpSpMkLst>
        </pc:grpChg>
        <pc:cxnChg chg="mod">
          <ac:chgData name="Josh Reiss" userId="a90d6cd88c30b6c6" providerId="LiveId" clId="{1EB5B9CC-56AB-4736-AB05-E5472AF423D5}" dt="2021-05-19T15:08:33.092" v="1"/>
          <ac:cxnSpMkLst>
            <pc:docMk/>
            <pc:sldMk cId="1804348384" sldId="341"/>
            <ac:cxnSpMk id="7" creationId="{CB9400F1-F4DF-45D9-B0B6-E81A141215B7}"/>
          </ac:cxnSpMkLst>
        </pc:cxnChg>
        <pc:cxnChg chg="mod">
          <ac:chgData name="Josh Reiss" userId="a90d6cd88c30b6c6" providerId="LiveId" clId="{1EB5B9CC-56AB-4736-AB05-E5472AF423D5}" dt="2021-05-19T15:08:33.092" v="1"/>
          <ac:cxnSpMkLst>
            <pc:docMk/>
            <pc:sldMk cId="1804348384" sldId="341"/>
            <ac:cxnSpMk id="8" creationId="{F94CA188-EEDB-4C4B-AA12-538F78CA4E68}"/>
          </ac:cxnSpMkLst>
        </pc:cxnChg>
        <pc:cxnChg chg="mod">
          <ac:chgData name="Josh Reiss" userId="a90d6cd88c30b6c6" providerId="LiveId" clId="{1EB5B9CC-56AB-4736-AB05-E5472AF423D5}" dt="2021-05-19T15:08:33.092" v="1"/>
          <ac:cxnSpMkLst>
            <pc:docMk/>
            <pc:sldMk cId="1804348384" sldId="341"/>
            <ac:cxnSpMk id="11" creationId="{D1940105-6FE2-43A5-8734-4A3C65B3A79C}"/>
          </ac:cxnSpMkLst>
        </pc:cxnChg>
        <pc:cxnChg chg="mod">
          <ac:chgData name="Josh Reiss" userId="a90d6cd88c30b6c6" providerId="LiveId" clId="{1EB5B9CC-56AB-4736-AB05-E5472AF423D5}" dt="2021-05-19T15:08:33.092" v="1"/>
          <ac:cxnSpMkLst>
            <pc:docMk/>
            <pc:sldMk cId="1804348384" sldId="341"/>
            <ac:cxnSpMk id="13" creationId="{19726DBA-E269-4512-A49F-CC91103EDB68}"/>
          </ac:cxnSpMkLst>
        </pc:cxnChg>
        <pc:cxnChg chg="mod">
          <ac:chgData name="Josh Reiss" userId="a90d6cd88c30b6c6" providerId="LiveId" clId="{1EB5B9CC-56AB-4736-AB05-E5472AF423D5}" dt="2021-05-19T15:08:33.092" v="1"/>
          <ac:cxnSpMkLst>
            <pc:docMk/>
            <pc:sldMk cId="1804348384" sldId="341"/>
            <ac:cxnSpMk id="14" creationId="{C0A2C704-D50E-4575-AB8B-2214E0039577}"/>
          </ac:cxnSpMkLst>
        </pc:cxnChg>
        <pc:cxnChg chg="mod">
          <ac:chgData name="Josh Reiss" userId="a90d6cd88c30b6c6" providerId="LiveId" clId="{1EB5B9CC-56AB-4736-AB05-E5472AF423D5}" dt="2021-05-19T15:08:33.092" v="1"/>
          <ac:cxnSpMkLst>
            <pc:docMk/>
            <pc:sldMk cId="1804348384" sldId="341"/>
            <ac:cxnSpMk id="15" creationId="{BCE14A01-35A3-464D-8094-82F17638CA74}"/>
          </ac:cxnSpMkLst>
        </pc:cxnChg>
        <pc:cxnChg chg="mod">
          <ac:chgData name="Josh Reiss" userId="a90d6cd88c30b6c6" providerId="LiveId" clId="{1EB5B9CC-56AB-4736-AB05-E5472AF423D5}" dt="2021-05-19T15:08:33.092" v="1"/>
          <ac:cxnSpMkLst>
            <pc:docMk/>
            <pc:sldMk cId="1804348384" sldId="341"/>
            <ac:cxnSpMk id="16" creationId="{F5B5276E-47EE-4862-8C9D-48098C4AFD89}"/>
          </ac:cxnSpMkLst>
        </pc:cxnChg>
        <pc:cxnChg chg="mod">
          <ac:chgData name="Josh Reiss" userId="a90d6cd88c30b6c6" providerId="LiveId" clId="{1EB5B9CC-56AB-4736-AB05-E5472AF423D5}" dt="2021-05-19T15:08:33.092" v="1"/>
          <ac:cxnSpMkLst>
            <pc:docMk/>
            <pc:sldMk cId="1804348384" sldId="341"/>
            <ac:cxnSpMk id="19" creationId="{17092813-3A0D-4663-B49B-EE68D14A3D85}"/>
          </ac:cxnSpMkLst>
        </pc:cxnChg>
        <pc:cxnChg chg="mod">
          <ac:chgData name="Josh Reiss" userId="a90d6cd88c30b6c6" providerId="LiveId" clId="{1EB5B9CC-56AB-4736-AB05-E5472AF423D5}" dt="2021-05-19T15:08:33.092" v="1"/>
          <ac:cxnSpMkLst>
            <pc:docMk/>
            <pc:sldMk cId="1804348384" sldId="341"/>
            <ac:cxnSpMk id="20" creationId="{7A80F184-9635-4793-BFF0-190D59D1A8EA}"/>
          </ac:cxnSpMkLst>
        </pc:cxnChg>
        <pc:cxnChg chg="mod">
          <ac:chgData name="Josh Reiss" userId="a90d6cd88c30b6c6" providerId="LiveId" clId="{1EB5B9CC-56AB-4736-AB05-E5472AF423D5}" dt="2021-05-19T15:08:33.092" v="1"/>
          <ac:cxnSpMkLst>
            <pc:docMk/>
            <pc:sldMk cId="1804348384" sldId="341"/>
            <ac:cxnSpMk id="22" creationId="{1390F1D6-FF98-4235-9280-54417690FE01}"/>
          </ac:cxnSpMkLst>
        </pc:cxnChg>
        <pc:cxnChg chg="mod">
          <ac:chgData name="Josh Reiss" userId="a90d6cd88c30b6c6" providerId="LiveId" clId="{1EB5B9CC-56AB-4736-AB05-E5472AF423D5}" dt="2021-05-19T15:08:33.092" v="1"/>
          <ac:cxnSpMkLst>
            <pc:docMk/>
            <pc:sldMk cId="1804348384" sldId="341"/>
            <ac:cxnSpMk id="23" creationId="{4146DDEC-17B2-486E-9BE8-20066BAE37D8}"/>
          </ac:cxnSpMkLst>
        </pc:cxnChg>
        <pc:cxnChg chg="mod">
          <ac:chgData name="Josh Reiss" userId="a90d6cd88c30b6c6" providerId="LiveId" clId="{1EB5B9CC-56AB-4736-AB05-E5472AF423D5}" dt="2021-05-19T15:08:33.092" v="1"/>
          <ac:cxnSpMkLst>
            <pc:docMk/>
            <pc:sldMk cId="1804348384" sldId="341"/>
            <ac:cxnSpMk id="26" creationId="{AE8B698A-021A-4B48-ABB5-7777480EF9B3}"/>
          </ac:cxnSpMkLst>
        </pc:cxnChg>
      </pc:sldChg>
    </pc:docChg>
  </pc:docChgLst>
  <pc:docChgLst>
    <pc:chgData name="Josh Reiss" userId="a90d6cd88c30b6c6" providerId="LiveId" clId="{3B0D2C36-4565-4653-8878-580956ACA3E0}"/>
    <pc:docChg chg="undo redo custSel addSld delSld modSld sldOrd">
      <pc:chgData name="Josh Reiss" userId="a90d6cd88c30b6c6" providerId="LiveId" clId="{3B0D2C36-4565-4653-8878-580956ACA3E0}" dt="2022-03-17T17:03:06.162" v="2164" actId="20577"/>
      <pc:docMkLst>
        <pc:docMk/>
      </pc:docMkLst>
      <pc:sldChg chg="addSp delSp modSp mod modShow">
        <pc:chgData name="Josh Reiss" userId="a90d6cd88c30b6c6" providerId="LiveId" clId="{3B0D2C36-4565-4653-8878-580956ACA3E0}" dt="2022-03-17T16:41:14.015" v="1996" actId="729"/>
        <pc:sldMkLst>
          <pc:docMk/>
          <pc:sldMk cId="3716683099" sldId="258"/>
        </pc:sldMkLst>
        <pc:spChg chg="mod">
          <ac:chgData name="Josh Reiss" userId="a90d6cd88c30b6c6" providerId="LiveId" clId="{3B0D2C36-4565-4653-8878-580956ACA3E0}" dt="2022-03-17T13:09:29.855" v="1238" actId="1076"/>
          <ac:spMkLst>
            <pc:docMk/>
            <pc:sldMk cId="3716683099" sldId="258"/>
            <ac:spMk id="2" creationId="{98BBBE84-A437-4567-84B4-F3462197FDBF}"/>
          </ac:spMkLst>
        </pc:spChg>
        <pc:spChg chg="mod">
          <ac:chgData name="Josh Reiss" userId="a90d6cd88c30b6c6" providerId="LiveId" clId="{3B0D2C36-4565-4653-8878-580956ACA3E0}" dt="2022-03-17T13:09:29.875" v="1239" actId="14100"/>
          <ac:spMkLst>
            <pc:docMk/>
            <pc:sldMk cId="3716683099" sldId="258"/>
            <ac:spMk id="3" creationId="{317DF3B0-4A6B-428F-8B0C-EBE3C3DDE6A8}"/>
          </ac:spMkLst>
        </pc:spChg>
        <pc:spChg chg="mod">
          <ac:chgData name="Josh Reiss" userId="a90d6cd88c30b6c6" providerId="LiveId" clId="{3B0D2C36-4565-4653-8878-580956ACA3E0}" dt="2022-03-17T13:09:29.931" v="1241" actId="1076"/>
          <ac:spMkLst>
            <pc:docMk/>
            <pc:sldMk cId="3716683099" sldId="258"/>
            <ac:spMk id="6" creationId="{2F17CE7B-073B-4B4C-B6CB-1F74FE2A3D52}"/>
          </ac:spMkLst>
        </pc:spChg>
        <pc:spChg chg="add del mod">
          <ac:chgData name="Josh Reiss" userId="a90d6cd88c30b6c6" providerId="LiveId" clId="{3B0D2C36-4565-4653-8878-580956ACA3E0}" dt="2022-03-17T13:09:43.127" v="1250" actId="478"/>
          <ac:spMkLst>
            <pc:docMk/>
            <pc:sldMk cId="3716683099" sldId="258"/>
            <ac:spMk id="7" creationId="{930B7CA9-2EB0-4DB2-822C-301740706A47}"/>
          </ac:spMkLst>
        </pc:spChg>
        <pc:spChg chg="add mod">
          <ac:chgData name="Josh Reiss" userId="a90d6cd88c30b6c6" providerId="LiveId" clId="{3B0D2C36-4565-4653-8878-580956ACA3E0}" dt="2022-03-17T13:09:30.151" v="1247" actId="20577"/>
          <ac:spMkLst>
            <pc:docMk/>
            <pc:sldMk cId="3716683099" sldId="258"/>
            <ac:spMk id="8" creationId="{94183C86-065D-4B96-87CE-D649F05232EC}"/>
          </ac:spMkLst>
        </pc:spChg>
        <pc:spChg chg="add mod">
          <ac:chgData name="Josh Reiss" userId="a90d6cd88c30b6c6" providerId="LiveId" clId="{3B0D2C36-4565-4653-8878-580956ACA3E0}" dt="2022-03-17T13:09:29.992" v="1243" actId="1037"/>
          <ac:spMkLst>
            <pc:docMk/>
            <pc:sldMk cId="3716683099" sldId="258"/>
            <ac:spMk id="9" creationId="{06DCCA2A-9C0D-440C-8806-B25AB93D76B0}"/>
          </ac:spMkLst>
        </pc:spChg>
        <pc:spChg chg="add mod">
          <ac:chgData name="Josh Reiss" userId="a90d6cd88c30b6c6" providerId="LiveId" clId="{3B0D2C36-4565-4653-8878-580956ACA3E0}" dt="2022-03-17T13:09:29.811" v="1237" actId="1076"/>
          <ac:spMkLst>
            <pc:docMk/>
            <pc:sldMk cId="3716683099" sldId="258"/>
            <ac:spMk id="10" creationId="{E96364A4-7F92-4697-A48C-DF85487C1FBF}"/>
          </ac:spMkLst>
        </pc:spChg>
        <pc:spChg chg="add mod">
          <ac:chgData name="Josh Reiss" userId="a90d6cd88c30b6c6" providerId="LiveId" clId="{3B0D2C36-4565-4653-8878-580956ACA3E0}" dt="2022-03-17T13:09:29.964" v="1242" actId="1037"/>
          <ac:spMkLst>
            <pc:docMk/>
            <pc:sldMk cId="3716683099" sldId="258"/>
            <ac:spMk id="11" creationId="{5639F41A-A26D-47E1-AD06-0AD0B1AF6F0B}"/>
          </ac:spMkLst>
        </pc:spChg>
        <pc:spChg chg="add mod">
          <ac:chgData name="Josh Reiss" userId="a90d6cd88c30b6c6" providerId="LiveId" clId="{3B0D2C36-4565-4653-8878-580956ACA3E0}" dt="2022-03-17T13:09:29.811" v="1237" actId="1076"/>
          <ac:spMkLst>
            <pc:docMk/>
            <pc:sldMk cId="3716683099" sldId="258"/>
            <ac:spMk id="17" creationId="{4FAF31DE-AE6F-4497-99BF-7192C12AD9AB}"/>
          </ac:spMkLst>
        </pc:spChg>
        <pc:picChg chg="add del">
          <ac:chgData name="Josh Reiss" userId="a90d6cd88c30b6c6" providerId="LiveId" clId="{3B0D2C36-4565-4653-8878-580956ACA3E0}" dt="2022-03-17T13:09:29.299" v="1236" actId="478"/>
          <ac:picMkLst>
            <pc:docMk/>
            <pc:sldMk cId="3716683099" sldId="258"/>
            <ac:picMk id="5" creationId="{375EC159-86F4-4429-B70E-5843F950728A}"/>
          </ac:picMkLst>
        </pc:picChg>
        <pc:cxnChg chg="add del mod">
          <ac:chgData name="Josh Reiss" userId="a90d6cd88c30b6c6" providerId="LiveId" clId="{3B0D2C36-4565-4653-8878-580956ACA3E0}" dt="2022-03-17T13:09:43.127" v="1250" actId="478"/>
          <ac:cxnSpMkLst>
            <pc:docMk/>
            <pc:sldMk cId="3716683099" sldId="258"/>
            <ac:cxnSpMk id="12" creationId="{F3C1003F-6329-429B-95FB-E83C1281FA72}"/>
          </ac:cxnSpMkLst>
        </pc:cxnChg>
        <pc:cxnChg chg="add mod">
          <ac:chgData name="Josh Reiss" userId="a90d6cd88c30b6c6" providerId="LiveId" clId="{3B0D2C36-4565-4653-8878-580956ACA3E0}" dt="2022-03-17T13:09:30.047" v="1244" actId="14100"/>
          <ac:cxnSpMkLst>
            <pc:docMk/>
            <pc:sldMk cId="3716683099" sldId="258"/>
            <ac:cxnSpMk id="13" creationId="{4BBCEF84-7D97-4A6A-A8EA-3DD761F89243}"/>
          </ac:cxnSpMkLst>
        </pc:cxnChg>
        <pc:cxnChg chg="add mod">
          <ac:chgData name="Josh Reiss" userId="a90d6cd88c30b6c6" providerId="LiveId" clId="{3B0D2C36-4565-4653-8878-580956ACA3E0}" dt="2022-03-17T13:09:29.992" v="1243" actId="1037"/>
          <ac:cxnSpMkLst>
            <pc:docMk/>
            <pc:sldMk cId="3716683099" sldId="258"/>
            <ac:cxnSpMk id="14" creationId="{2DFC9875-8BA7-4B46-BE05-A6E77BCA1A75}"/>
          </ac:cxnSpMkLst>
        </pc:cxnChg>
        <pc:cxnChg chg="add mod">
          <ac:chgData name="Josh Reiss" userId="a90d6cd88c30b6c6" providerId="LiveId" clId="{3B0D2C36-4565-4653-8878-580956ACA3E0}" dt="2022-03-17T13:09:29.992" v="1243" actId="1037"/>
          <ac:cxnSpMkLst>
            <pc:docMk/>
            <pc:sldMk cId="3716683099" sldId="258"/>
            <ac:cxnSpMk id="15" creationId="{080D8BA7-E59B-4F3D-9DCC-BB3E2F361D39}"/>
          </ac:cxnSpMkLst>
        </pc:cxnChg>
        <pc:cxnChg chg="add mod">
          <ac:chgData name="Josh Reiss" userId="a90d6cd88c30b6c6" providerId="LiveId" clId="{3B0D2C36-4565-4653-8878-580956ACA3E0}" dt="2022-03-17T13:09:29.811" v="1237" actId="1076"/>
          <ac:cxnSpMkLst>
            <pc:docMk/>
            <pc:sldMk cId="3716683099" sldId="258"/>
            <ac:cxnSpMk id="16" creationId="{37280952-DC64-4034-94FC-03CEAB4A057D}"/>
          </ac:cxnSpMkLst>
        </pc:cxnChg>
        <pc:cxnChg chg="add mod">
          <ac:chgData name="Josh Reiss" userId="a90d6cd88c30b6c6" providerId="LiveId" clId="{3B0D2C36-4565-4653-8878-580956ACA3E0}" dt="2022-03-17T13:09:29.964" v="1242" actId="1037"/>
          <ac:cxnSpMkLst>
            <pc:docMk/>
            <pc:sldMk cId="3716683099" sldId="258"/>
            <ac:cxnSpMk id="18" creationId="{51C538B4-444B-443A-BB5D-41012DB5D09F}"/>
          </ac:cxnSpMkLst>
        </pc:cxnChg>
      </pc:sldChg>
      <pc:sldChg chg="addSp delSp modSp mod">
        <pc:chgData name="Josh Reiss" userId="a90d6cd88c30b6c6" providerId="LiveId" clId="{3B0D2C36-4565-4653-8878-580956ACA3E0}" dt="2022-03-17T13:31:07.464" v="1890" actId="27636"/>
        <pc:sldMkLst>
          <pc:docMk/>
          <pc:sldMk cId="722391171" sldId="259"/>
        </pc:sldMkLst>
        <pc:spChg chg="mod">
          <ac:chgData name="Josh Reiss" userId="a90d6cd88c30b6c6" providerId="LiveId" clId="{3B0D2C36-4565-4653-8878-580956ACA3E0}" dt="2022-03-17T13:24:14.556" v="1729" actId="1076"/>
          <ac:spMkLst>
            <pc:docMk/>
            <pc:sldMk cId="722391171" sldId="259"/>
            <ac:spMk id="2" creationId="{62B421FB-6975-498F-88EE-3B047E430174}"/>
          </ac:spMkLst>
        </pc:spChg>
        <pc:spChg chg="mod">
          <ac:chgData name="Josh Reiss" userId="a90d6cd88c30b6c6" providerId="LiveId" clId="{3B0D2C36-4565-4653-8878-580956ACA3E0}" dt="2022-03-17T13:31:07.464" v="1890" actId="27636"/>
          <ac:spMkLst>
            <pc:docMk/>
            <pc:sldMk cId="722391171" sldId="259"/>
            <ac:spMk id="3" creationId="{6ACB39FB-A08A-4FBE-8D9F-4B9DD8571CA6}"/>
          </ac:spMkLst>
        </pc:spChg>
        <pc:spChg chg="add mod">
          <ac:chgData name="Josh Reiss" userId="a90d6cd88c30b6c6" providerId="LiveId" clId="{3B0D2C36-4565-4653-8878-580956ACA3E0}" dt="2022-03-17T13:29:29.859" v="1836" actId="20577"/>
          <ac:spMkLst>
            <pc:docMk/>
            <pc:sldMk cId="722391171" sldId="259"/>
            <ac:spMk id="12" creationId="{78E139A7-C469-4838-AF89-801E4BA5A76F}"/>
          </ac:spMkLst>
        </pc:spChg>
        <pc:spChg chg="add mod">
          <ac:chgData name="Josh Reiss" userId="a90d6cd88c30b6c6" providerId="LiveId" clId="{3B0D2C36-4565-4653-8878-580956ACA3E0}" dt="2022-03-17T13:29:28.314" v="1833" actId="6549"/>
          <ac:spMkLst>
            <pc:docMk/>
            <pc:sldMk cId="722391171" sldId="259"/>
            <ac:spMk id="13" creationId="{C90F0CAB-AFAF-40A4-9026-905018D5A4EC}"/>
          </ac:spMkLst>
        </pc:spChg>
        <pc:spChg chg="add mod">
          <ac:chgData name="Josh Reiss" userId="a90d6cd88c30b6c6" providerId="LiveId" clId="{3B0D2C36-4565-4653-8878-580956ACA3E0}" dt="2022-03-17T13:24:33.837" v="1731" actId="1076"/>
          <ac:spMkLst>
            <pc:docMk/>
            <pc:sldMk cId="722391171" sldId="259"/>
            <ac:spMk id="14" creationId="{A8579E85-9729-4BCD-982C-FC29AD94388A}"/>
          </ac:spMkLst>
        </pc:spChg>
        <pc:spChg chg="add mod">
          <ac:chgData name="Josh Reiss" userId="a90d6cd88c30b6c6" providerId="LiveId" clId="{3B0D2C36-4565-4653-8878-580956ACA3E0}" dt="2022-03-17T13:24:33.837" v="1731" actId="1076"/>
          <ac:spMkLst>
            <pc:docMk/>
            <pc:sldMk cId="722391171" sldId="259"/>
            <ac:spMk id="15" creationId="{80A6AA07-32AC-4A66-B6A8-1D9BB5F9A244}"/>
          </ac:spMkLst>
        </pc:spChg>
        <pc:spChg chg="add mod">
          <ac:chgData name="Josh Reiss" userId="a90d6cd88c30b6c6" providerId="LiveId" clId="{3B0D2C36-4565-4653-8878-580956ACA3E0}" dt="2022-03-17T13:24:33.837" v="1731" actId="1076"/>
          <ac:spMkLst>
            <pc:docMk/>
            <pc:sldMk cId="722391171" sldId="259"/>
            <ac:spMk id="16" creationId="{E381F841-C57F-4CD3-8675-9313A2D8C05B}"/>
          </ac:spMkLst>
        </pc:spChg>
        <pc:spChg chg="add mod">
          <ac:chgData name="Josh Reiss" userId="a90d6cd88c30b6c6" providerId="LiveId" clId="{3B0D2C36-4565-4653-8878-580956ACA3E0}" dt="2022-03-17T13:24:33.837" v="1731" actId="1076"/>
          <ac:spMkLst>
            <pc:docMk/>
            <pc:sldMk cId="722391171" sldId="259"/>
            <ac:spMk id="22" creationId="{953B126C-0415-450A-881E-31BC2DC18952}"/>
          </ac:spMkLst>
        </pc:spChg>
        <pc:spChg chg="add del">
          <ac:chgData name="Josh Reiss" userId="a90d6cd88c30b6c6" providerId="LiveId" clId="{3B0D2C36-4565-4653-8878-580956ACA3E0}" dt="2022-03-17T13:24:46.545" v="1734" actId="22"/>
          <ac:spMkLst>
            <pc:docMk/>
            <pc:sldMk cId="722391171" sldId="259"/>
            <ac:spMk id="25" creationId="{E801E91F-0F22-425B-BEEB-B1B27641ABFE}"/>
          </ac:spMkLst>
        </pc:spChg>
        <pc:spChg chg="add mod">
          <ac:chgData name="Josh Reiss" userId="a90d6cd88c30b6c6" providerId="LiveId" clId="{3B0D2C36-4565-4653-8878-580956ACA3E0}" dt="2022-03-17T13:29:59.660" v="1839" actId="14100"/>
          <ac:spMkLst>
            <pc:docMk/>
            <pc:sldMk cId="722391171" sldId="259"/>
            <ac:spMk id="27" creationId="{3D888A75-DDCC-49A7-81DE-0C9B8099AB33}"/>
          </ac:spMkLst>
        </pc:spChg>
        <pc:grpChg chg="del">
          <ac:chgData name="Josh Reiss" userId="a90d6cd88c30b6c6" providerId="LiveId" clId="{3B0D2C36-4565-4653-8878-580956ACA3E0}" dt="2022-03-17T13:20:25.885" v="1506" actId="478"/>
          <ac:grpSpMkLst>
            <pc:docMk/>
            <pc:sldMk cId="722391171" sldId="259"/>
            <ac:grpSpMk id="11" creationId="{56622709-9936-4A20-815F-59C562BDE841}"/>
          </ac:grpSpMkLst>
        </pc:grpChg>
        <pc:cxnChg chg="add mod">
          <ac:chgData name="Josh Reiss" userId="a90d6cd88c30b6c6" providerId="LiveId" clId="{3B0D2C36-4565-4653-8878-580956ACA3E0}" dt="2022-03-17T13:24:33.837" v="1731" actId="1076"/>
          <ac:cxnSpMkLst>
            <pc:docMk/>
            <pc:sldMk cId="722391171" sldId="259"/>
            <ac:cxnSpMk id="17" creationId="{A4BF9F0D-BABE-432C-A432-91D5C9B6DEF0}"/>
          </ac:cxnSpMkLst>
        </pc:cxnChg>
        <pc:cxnChg chg="add mod">
          <ac:chgData name="Josh Reiss" userId="a90d6cd88c30b6c6" providerId="LiveId" clId="{3B0D2C36-4565-4653-8878-580956ACA3E0}" dt="2022-03-17T13:24:33.837" v="1731" actId="1076"/>
          <ac:cxnSpMkLst>
            <pc:docMk/>
            <pc:sldMk cId="722391171" sldId="259"/>
            <ac:cxnSpMk id="18" creationId="{89400826-2090-494B-A685-E6E741375322}"/>
          </ac:cxnSpMkLst>
        </pc:cxnChg>
        <pc:cxnChg chg="add mod">
          <ac:chgData name="Josh Reiss" userId="a90d6cd88c30b6c6" providerId="LiveId" clId="{3B0D2C36-4565-4653-8878-580956ACA3E0}" dt="2022-03-17T13:24:33.837" v="1731" actId="1076"/>
          <ac:cxnSpMkLst>
            <pc:docMk/>
            <pc:sldMk cId="722391171" sldId="259"/>
            <ac:cxnSpMk id="19" creationId="{2F2C75BB-5EEF-4B50-AFA9-D59D65037D7A}"/>
          </ac:cxnSpMkLst>
        </pc:cxnChg>
        <pc:cxnChg chg="add mod">
          <ac:chgData name="Josh Reiss" userId="a90d6cd88c30b6c6" providerId="LiveId" clId="{3B0D2C36-4565-4653-8878-580956ACA3E0}" dt="2022-03-17T13:24:33.837" v="1731" actId="1076"/>
          <ac:cxnSpMkLst>
            <pc:docMk/>
            <pc:sldMk cId="722391171" sldId="259"/>
            <ac:cxnSpMk id="20" creationId="{CE4CFA84-23D6-4C02-B0C3-843A2D1A639A}"/>
          </ac:cxnSpMkLst>
        </pc:cxnChg>
        <pc:cxnChg chg="add mod">
          <ac:chgData name="Josh Reiss" userId="a90d6cd88c30b6c6" providerId="LiveId" clId="{3B0D2C36-4565-4653-8878-580956ACA3E0}" dt="2022-03-17T13:24:33.837" v="1731" actId="1076"/>
          <ac:cxnSpMkLst>
            <pc:docMk/>
            <pc:sldMk cId="722391171" sldId="259"/>
            <ac:cxnSpMk id="21" creationId="{8E128EE5-0F38-4CF2-A1F0-4D04D690BF0F}"/>
          </ac:cxnSpMkLst>
        </pc:cxnChg>
        <pc:cxnChg chg="add mod">
          <ac:chgData name="Josh Reiss" userId="a90d6cd88c30b6c6" providerId="LiveId" clId="{3B0D2C36-4565-4653-8878-580956ACA3E0}" dt="2022-03-17T13:24:33.837" v="1731" actId="1076"/>
          <ac:cxnSpMkLst>
            <pc:docMk/>
            <pc:sldMk cId="722391171" sldId="259"/>
            <ac:cxnSpMk id="23" creationId="{B746F112-D4FA-4865-8162-E3577F490B74}"/>
          </ac:cxnSpMkLst>
        </pc:cxnChg>
      </pc:sldChg>
      <pc:sldChg chg="modSp mod">
        <pc:chgData name="Josh Reiss" userId="a90d6cd88c30b6c6" providerId="LiveId" clId="{3B0D2C36-4565-4653-8878-580956ACA3E0}" dt="2022-03-17T16:38:05.649" v="1995" actId="6549"/>
        <pc:sldMkLst>
          <pc:docMk/>
          <pc:sldMk cId="2919578433" sldId="260"/>
        </pc:sldMkLst>
        <pc:spChg chg="mod">
          <ac:chgData name="Josh Reiss" userId="a90d6cd88c30b6c6" providerId="LiveId" clId="{3B0D2C36-4565-4653-8878-580956ACA3E0}" dt="2022-03-17T16:38:05.649" v="1995" actId="6549"/>
          <ac:spMkLst>
            <pc:docMk/>
            <pc:sldMk cId="2919578433" sldId="260"/>
            <ac:spMk id="3" creationId="{49BA5C45-9558-4934-80DE-79AA3AF0730D}"/>
          </ac:spMkLst>
        </pc:spChg>
      </pc:sldChg>
      <pc:sldChg chg="delSp del mod">
        <pc:chgData name="Josh Reiss" userId="a90d6cd88c30b6c6" providerId="LiveId" clId="{3B0D2C36-4565-4653-8878-580956ACA3E0}" dt="2022-03-17T13:50:36.722" v="1891" actId="47"/>
        <pc:sldMkLst>
          <pc:docMk/>
          <pc:sldMk cId="2879517915" sldId="273"/>
        </pc:sldMkLst>
        <pc:spChg chg="del">
          <ac:chgData name="Josh Reiss" userId="a90d6cd88c30b6c6" providerId="LiveId" clId="{3B0D2C36-4565-4653-8878-580956ACA3E0}" dt="2022-03-17T13:06:29.713" v="1171" actId="478"/>
          <ac:spMkLst>
            <pc:docMk/>
            <pc:sldMk cId="2879517915" sldId="273"/>
            <ac:spMk id="5" creationId="{D5EBC6D9-FE72-4183-B04C-ED2F13BC458D}"/>
          </ac:spMkLst>
        </pc:spChg>
      </pc:sldChg>
      <pc:sldChg chg="add del">
        <pc:chgData name="Josh Reiss" userId="a90d6cd88c30b6c6" providerId="LiveId" clId="{3B0D2C36-4565-4653-8878-580956ACA3E0}" dt="2022-03-17T17:01:42.783" v="2106" actId="47"/>
        <pc:sldMkLst>
          <pc:docMk/>
          <pc:sldMk cId="90723974" sldId="278"/>
        </pc:sldMkLst>
      </pc:sldChg>
      <pc:sldChg chg="add del">
        <pc:chgData name="Josh Reiss" userId="a90d6cd88c30b6c6" providerId="LiveId" clId="{3B0D2C36-4565-4653-8878-580956ACA3E0}" dt="2022-03-17T17:01:42.783" v="2106" actId="47"/>
        <pc:sldMkLst>
          <pc:docMk/>
          <pc:sldMk cId="672736832" sldId="340"/>
        </pc:sldMkLst>
      </pc:sldChg>
      <pc:sldChg chg="modSp mod">
        <pc:chgData name="Josh Reiss" userId="a90d6cd88c30b6c6" providerId="LiveId" clId="{3B0D2C36-4565-4653-8878-580956ACA3E0}" dt="2022-03-17T17:02:48.735" v="2158" actId="20577"/>
        <pc:sldMkLst>
          <pc:docMk/>
          <pc:sldMk cId="2688241578" sldId="342"/>
        </pc:sldMkLst>
        <pc:spChg chg="mod">
          <ac:chgData name="Josh Reiss" userId="a90d6cd88c30b6c6" providerId="LiveId" clId="{3B0D2C36-4565-4653-8878-580956ACA3E0}" dt="2022-03-17T17:02:31.530" v="2125" actId="1076"/>
          <ac:spMkLst>
            <pc:docMk/>
            <pc:sldMk cId="2688241578" sldId="342"/>
            <ac:spMk id="2" creationId="{D9888104-91A6-42D7-AC87-655D95E997E3}"/>
          </ac:spMkLst>
        </pc:spChg>
        <pc:spChg chg="mod">
          <ac:chgData name="Josh Reiss" userId="a90d6cd88c30b6c6" providerId="LiveId" clId="{3B0D2C36-4565-4653-8878-580956ACA3E0}" dt="2022-03-17T17:02:48.735" v="2158" actId="20577"/>
          <ac:spMkLst>
            <pc:docMk/>
            <pc:sldMk cId="2688241578" sldId="342"/>
            <ac:spMk id="3" creationId="{2AB7AB1B-DA52-4461-AD47-BC417E4E75DB}"/>
          </ac:spMkLst>
        </pc:spChg>
      </pc:sldChg>
      <pc:sldChg chg="modSp del mod">
        <pc:chgData name="Josh Reiss" userId="a90d6cd88c30b6c6" providerId="LiveId" clId="{3B0D2C36-4565-4653-8878-580956ACA3E0}" dt="2022-03-17T10:53:51.922" v="1118" actId="47"/>
        <pc:sldMkLst>
          <pc:docMk/>
          <pc:sldMk cId="1229554816" sldId="343"/>
        </pc:sldMkLst>
        <pc:spChg chg="mod">
          <ac:chgData name="Josh Reiss" userId="a90d6cd88c30b6c6" providerId="LiveId" clId="{3B0D2C36-4565-4653-8878-580956ACA3E0}" dt="2022-03-17T07:28:56.658" v="110" actId="6549"/>
          <ac:spMkLst>
            <pc:docMk/>
            <pc:sldMk cId="1229554816" sldId="343"/>
            <ac:spMk id="3" creationId="{C82C490A-692F-4B28-BF4C-70860E4FABB8}"/>
          </ac:spMkLst>
        </pc:spChg>
      </pc:sldChg>
      <pc:sldChg chg="del">
        <pc:chgData name="Josh Reiss" userId="a90d6cd88c30b6c6" providerId="LiveId" clId="{3B0D2C36-4565-4653-8878-580956ACA3E0}" dt="2022-03-17T17:01:42.783" v="2106" actId="47"/>
        <pc:sldMkLst>
          <pc:docMk/>
          <pc:sldMk cId="1585101445" sldId="344"/>
        </pc:sldMkLst>
      </pc:sldChg>
      <pc:sldChg chg="mod ord modShow">
        <pc:chgData name="Josh Reiss" userId="a90d6cd88c30b6c6" providerId="LiveId" clId="{3B0D2C36-4565-4653-8878-580956ACA3E0}" dt="2022-03-17T17:01:23.581" v="2097" actId="20578"/>
        <pc:sldMkLst>
          <pc:docMk/>
          <pc:sldMk cId="811557432" sldId="345"/>
        </pc:sldMkLst>
      </pc:sldChg>
      <pc:sldChg chg="modSp new del mod modNotesTx">
        <pc:chgData name="Josh Reiss" userId="a90d6cd88c30b6c6" providerId="LiveId" clId="{3B0D2C36-4565-4653-8878-580956ACA3E0}" dt="2022-03-17T10:54:06.516" v="1119" actId="47"/>
        <pc:sldMkLst>
          <pc:docMk/>
          <pc:sldMk cId="1491171525" sldId="346"/>
        </pc:sldMkLst>
        <pc:spChg chg="mod">
          <ac:chgData name="Josh Reiss" userId="a90d6cd88c30b6c6" providerId="LiveId" clId="{3B0D2C36-4565-4653-8878-580956ACA3E0}" dt="2022-03-15T14:28:30.204" v="21" actId="14100"/>
          <ac:spMkLst>
            <pc:docMk/>
            <pc:sldMk cId="1491171525" sldId="346"/>
            <ac:spMk id="2" creationId="{498F5842-8099-41E0-8EE7-3C21CA98813F}"/>
          </ac:spMkLst>
        </pc:spChg>
        <pc:spChg chg="mod">
          <ac:chgData name="Josh Reiss" userId="a90d6cd88c30b6c6" providerId="LiveId" clId="{3B0D2C36-4565-4653-8878-580956ACA3E0}" dt="2022-03-17T07:33:16.717" v="154" actId="14100"/>
          <ac:spMkLst>
            <pc:docMk/>
            <pc:sldMk cId="1491171525" sldId="346"/>
            <ac:spMk id="3" creationId="{48880E21-C7EF-4B1B-9C68-7D64855CA6AC}"/>
          </ac:spMkLst>
        </pc:spChg>
      </pc:sldChg>
      <pc:sldChg chg="modSp add del mod modNotesTx">
        <pc:chgData name="Josh Reiss" userId="a90d6cd88c30b6c6" providerId="LiveId" clId="{3B0D2C36-4565-4653-8878-580956ACA3E0}" dt="2022-03-17T10:54:06.516" v="1119" actId="47"/>
        <pc:sldMkLst>
          <pc:docMk/>
          <pc:sldMk cId="1132399524" sldId="347"/>
        </pc:sldMkLst>
        <pc:spChg chg="mod">
          <ac:chgData name="Josh Reiss" userId="a90d6cd88c30b6c6" providerId="LiveId" clId="{3B0D2C36-4565-4653-8878-580956ACA3E0}" dt="2022-03-15T14:30:52.837" v="60" actId="20577"/>
          <ac:spMkLst>
            <pc:docMk/>
            <pc:sldMk cId="1132399524" sldId="347"/>
            <ac:spMk id="2" creationId="{498F5842-8099-41E0-8EE7-3C21CA98813F}"/>
          </ac:spMkLst>
        </pc:spChg>
        <pc:spChg chg="mod">
          <ac:chgData name="Josh Reiss" userId="a90d6cd88c30b6c6" providerId="LiveId" clId="{3B0D2C36-4565-4653-8878-580956ACA3E0}" dt="2022-03-17T07:49:31.603" v="304" actId="6549"/>
          <ac:spMkLst>
            <pc:docMk/>
            <pc:sldMk cId="1132399524" sldId="347"/>
            <ac:spMk id="3" creationId="{48880E21-C7EF-4B1B-9C68-7D64855CA6AC}"/>
          </ac:spMkLst>
        </pc:spChg>
      </pc:sldChg>
      <pc:sldChg chg="modSp add del mod">
        <pc:chgData name="Josh Reiss" userId="a90d6cd88c30b6c6" providerId="LiveId" clId="{3B0D2C36-4565-4653-8878-580956ACA3E0}" dt="2022-03-17T10:54:06.516" v="1119" actId="47"/>
        <pc:sldMkLst>
          <pc:docMk/>
          <pc:sldMk cId="2969670582" sldId="348"/>
        </pc:sldMkLst>
        <pc:spChg chg="mod">
          <ac:chgData name="Josh Reiss" userId="a90d6cd88c30b6c6" providerId="LiveId" clId="{3B0D2C36-4565-4653-8878-580956ACA3E0}" dt="2022-03-17T07:50:16.977" v="331" actId="20577"/>
          <ac:spMkLst>
            <pc:docMk/>
            <pc:sldMk cId="2969670582" sldId="348"/>
            <ac:spMk id="2" creationId="{498F5842-8099-41E0-8EE7-3C21CA98813F}"/>
          </ac:spMkLst>
        </pc:spChg>
        <pc:spChg chg="mod">
          <ac:chgData name="Josh Reiss" userId="a90d6cd88c30b6c6" providerId="LiveId" clId="{3B0D2C36-4565-4653-8878-580956ACA3E0}" dt="2022-03-17T10:18:03.058" v="722" actId="20577"/>
          <ac:spMkLst>
            <pc:docMk/>
            <pc:sldMk cId="2969670582" sldId="348"/>
            <ac:spMk id="3" creationId="{48880E21-C7EF-4B1B-9C68-7D64855CA6AC}"/>
          </ac:spMkLst>
        </pc:spChg>
      </pc:sldChg>
      <pc:sldChg chg="new del">
        <pc:chgData name="Josh Reiss" userId="a90d6cd88c30b6c6" providerId="LiveId" clId="{3B0D2C36-4565-4653-8878-580956ACA3E0}" dt="2022-03-17T10:54:06.516" v="1119" actId="47"/>
        <pc:sldMkLst>
          <pc:docMk/>
          <pc:sldMk cId="4234576827" sldId="349"/>
        </pc:sldMkLst>
      </pc:sldChg>
      <pc:sldChg chg="addSp delSp modSp add del mod">
        <pc:chgData name="Josh Reiss" userId="a90d6cd88c30b6c6" providerId="LiveId" clId="{3B0D2C36-4565-4653-8878-580956ACA3E0}" dt="2022-03-17T16:44:31.392" v="2016" actId="47"/>
        <pc:sldMkLst>
          <pc:docMk/>
          <pc:sldMk cId="3345964499" sldId="350"/>
        </pc:sldMkLst>
        <pc:spChg chg="mod">
          <ac:chgData name="Josh Reiss" userId="a90d6cd88c30b6c6" providerId="LiveId" clId="{3B0D2C36-4565-4653-8878-580956ACA3E0}" dt="2022-03-17T16:42:51.985" v="2001" actId="27636"/>
          <ac:spMkLst>
            <pc:docMk/>
            <pc:sldMk cId="3345964499" sldId="350"/>
            <ac:spMk id="2" creationId="{00000000-0000-0000-0000-000000000000}"/>
          </ac:spMkLst>
        </pc:spChg>
        <pc:spChg chg="mod">
          <ac:chgData name="Josh Reiss" userId="a90d6cd88c30b6c6" providerId="LiveId" clId="{3B0D2C36-4565-4653-8878-580956ACA3E0}" dt="2022-03-17T10:08:20.941" v="546" actId="20577"/>
          <ac:spMkLst>
            <pc:docMk/>
            <pc:sldMk cId="3345964499" sldId="350"/>
            <ac:spMk id="6" creationId="{00000000-0000-0000-0000-000000000000}"/>
          </ac:spMkLst>
        </pc:spChg>
        <pc:spChg chg="del mod">
          <ac:chgData name="Josh Reiss" userId="a90d6cd88c30b6c6" providerId="LiveId" clId="{3B0D2C36-4565-4653-8878-580956ACA3E0}" dt="2022-03-17T16:44:28.428" v="2015" actId="478"/>
          <ac:spMkLst>
            <pc:docMk/>
            <pc:sldMk cId="3345964499" sldId="350"/>
            <ac:spMk id="7" creationId="{00000000-0000-0000-0000-000000000000}"/>
          </ac:spMkLst>
        </pc:spChg>
        <pc:spChg chg="add del">
          <ac:chgData name="Josh Reiss" userId="a90d6cd88c30b6c6" providerId="LiveId" clId="{3B0D2C36-4565-4653-8878-580956ACA3E0}" dt="2022-03-17T10:19:10.731" v="775" actId="478"/>
          <ac:spMkLst>
            <pc:docMk/>
            <pc:sldMk cId="3345964499" sldId="350"/>
            <ac:spMk id="8" creationId="{7AA6782D-8F72-4CC4-A43D-DC82A6F0A6E0}"/>
          </ac:spMkLst>
        </pc:spChg>
        <pc:spChg chg="add del mod">
          <ac:chgData name="Josh Reiss" userId="a90d6cd88c30b6c6" providerId="LiveId" clId="{3B0D2C36-4565-4653-8878-580956ACA3E0}" dt="2022-03-17T16:42:56.255" v="2002" actId="478"/>
          <ac:spMkLst>
            <pc:docMk/>
            <pc:sldMk cId="3345964499" sldId="350"/>
            <ac:spMk id="17" creationId="{672CE15E-1183-4CB0-8FED-051DE02B6F8D}"/>
          </ac:spMkLst>
        </pc:spChg>
        <pc:spChg chg="mod">
          <ac:chgData name="Josh Reiss" userId="a90d6cd88c30b6c6" providerId="LiveId" clId="{3B0D2C36-4565-4653-8878-580956ACA3E0}" dt="2022-03-17T10:17:16.728" v="708"/>
          <ac:spMkLst>
            <pc:docMk/>
            <pc:sldMk cId="3345964499" sldId="350"/>
            <ac:spMk id="19" creationId="{F26AC600-5387-48AB-8CA5-EC2B8566538D}"/>
          </ac:spMkLst>
        </pc:spChg>
        <pc:spChg chg="mod">
          <ac:chgData name="Josh Reiss" userId="a90d6cd88c30b6c6" providerId="LiveId" clId="{3B0D2C36-4565-4653-8878-580956ACA3E0}" dt="2022-03-17T10:17:16.728" v="708"/>
          <ac:spMkLst>
            <pc:docMk/>
            <pc:sldMk cId="3345964499" sldId="350"/>
            <ac:spMk id="20" creationId="{F0D9FADD-84EE-446F-AC23-36EB2B335DBB}"/>
          </ac:spMkLst>
        </pc:spChg>
        <pc:spChg chg="mod">
          <ac:chgData name="Josh Reiss" userId="a90d6cd88c30b6c6" providerId="LiveId" clId="{3B0D2C36-4565-4653-8878-580956ACA3E0}" dt="2022-03-17T10:17:16.728" v="708"/>
          <ac:spMkLst>
            <pc:docMk/>
            <pc:sldMk cId="3345964499" sldId="350"/>
            <ac:spMk id="21" creationId="{48224466-230D-4F65-BD71-3187A7D616F4}"/>
          </ac:spMkLst>
        </pc:spChg>
        <pc:spChg chg="mod">
          <ac:chgData name="Josh Reiss" userId="a90d6cd88c30b6c6" providerId="LiveId" clId="{3B0D2C36-4565-4653-8878-580956ACA3E0}" dt="2022-03-17T10:17:16.728" v="708"/>
          <ac:spMkLst>
            <pc:docMk/>
            <pc:sldMk cId="3345964499" sldId="350"/>
            <ac:spMk id="22" creationId="{910C7C15-3F98-4D64-9A40-8188EDE4BD9C}"/>
          </ac:spMkLst>
        </pc:spChg>
        <pc:spChg chg="del mod topLvl">
          <ac:chgData name="Josh Reiss" userId="a90d6cd88c30b6c6" providerId="LiveId" clId="{3B0D2C36-4565-4653-8878-580956ACA3E0}" dt="2022-03-17T10:21:35.830" v="855" actId="478"/>
          <ac:spMkLst>
            <pc:docMk/>
            <pc:sldMk cId="3345964499" sldId="350"/>
            <ac:spMk id="27" creationId="{9EB151BD-25D5-4F50-83E8-2C6AD46275CD}"/>
          </ac:spMkLst>
        </pc:spChg>
        <pc:spChg chg="del mod topLvl">
          <ac:chgData name="Josh Reiss" userId="a90d6cd88c30b6c6" providerId="LiveId" clId="{3B0D2C36-4565-4653-8878-580956ACA3E0}" dt="2022-03-17T16:42:56.255" v="2002" actId="478"/>
          <ac:spMkLst>
            <pc:docMk/>
            <pc:sldMk cId="3345964499" sldId="350"/>
            <ac:spMk id="28" creationId="{5D102C73-8150-4EC4-9304-421D13B3B945}"/>
          </ac:spMkLst>
        </pc:spChg>
        <pc:spChg chg="del mod topLvl">
          <ac:chgData name="Josh Reiss" userId="a90d6cd88c30b6c6" providerId="LiveId" clId="{3B0D2C36-4565-4653-8878-580956ACA3E0}" dt="2022-03-17T16:42:56.255" v="2002" actId="478"/>
          <ac:spMkLst>
            <pc:docMk/>
            <pc:sldMk cId="3345964499" sldId="350"/>
            <ac:spMk id="31" creationId="{512B2082-2374-435A-839A-B4927B49D6BA}"/>
          </ac:spMkLst>
        </pc:spChg>
        <pc:spChg chg="del">
          <ac:chgData name="Josh Reiss" userId="a90d6cd88c30b6c6" providerId="LiveId" clId="{3B0D2C36-4565-4653-8878-580956ACA3E0}" dt="2022-03-17T10:16:46.877" v="700" actId="21"/>
          <ac:spMkLst>
            <pc:docMk/>
            <pc:sldMk cId="3345964499" sldId="350"/>
            <ac:spMk id="32" creationId="{7F3D6DD7-8857-438E-9EF0-01CAF3A40F59}"/>
          </ac:spMkLst>
        </pc:spChg>
        <pc:spChg chg="del mod topLvl">
          <ac:chgData name="Josh Reiss" userId="a90d6cd88c30b6c6" providerId="LiveId" clId="{3B0D2C36-4565-4653-8878-580956ACA3E0}" dt="2022-03-17T16:42:56.255" v="2002" actId="478"/>
          <ac:spMkLst>
            <pc:docMk/>
            <pc:sldMk cId="3345964499" sldId="350"/>
            <ac:spMk id="33" creationId="{D78E52A5-2653-414D-98C7-4108D0F97C1B}"/>
          </ac:spMkLst>
        </pc:spChg>
        <pc:spChg chg="mod">
          <ac:chgData name="Josh Reiss" userId="a90d6cd88c30b6c6" providerId="LiveId" clId="{3B0D2C36-4565-4653-8878-580956ACA3E0}" dt="2022-03-17T16:43:20.309" v="2007" actId="14100"/>
          <ac:spMkLst>
            <pc:docMk/>
            <pc:sldMk cId="3345964499" sldId="350"/>
            <ac:spMk id="39" creationId="{98483EFA-3531-45C8-B08F-16550CAF8E08}"/>
          </ac:spMkLst>
        </pc:spChg>
        <pc:spChg chg="add del mod">
          <ac:chgData name="Josh Reiss" userId="a90d6cd88c30b6c6" providerId="LiveId" clId="{3B0D2C36-4565-4653-8878-580956ACA3E0}" dt="2022-03-17T16:42:56.255" v="2002" actId="478"/>
          <ac:spMkLst>
            <pc:docMk/>
            <pc:sldMk cId="3345964499" sldId="350"/>
            <ac:spMk id="40" creationId="{5ECA9959-606A-4A85-847D-912C9A44678E}"/>
          </ac:spMkLst>
        </pc:spChg>
        <pc:grpChg chg="add del mod">
          <ac:chgData name="Josh Reiss" userId="a90d6cd88c30b6c6" providerId="LiveId" clId="{3B0D2C36-4565-4653-8878-580956ACA3E0}" dt="2022-03-17T10:17:18.158" v="709"/>
          <ac:grpSpMkLst>
            <pc:docMk/>
            <pc:sldMk cId="3345964499" sldId="350"/>
            <ac:grpSpMk id="18" creationId="{DC42DAAC-F434-4A4C-AA20-1AA02979528E}"/>
          </ac:grpSpMkLst>
        </pc:grpChg>
        <pc:grpChg chg="del mod">
          <ac:chgData name="Josh Reiss" userId="a90d6cd88c30b6c6" providerId="LiveId" clId="{3B0D2C36-4565-4653-8878-580956ACA3E0}" dt="2022-03-17T10:17:22.952" v="710" actId="165"/>
          <ac:grpSpMkLst>
            <pc:docMk/>
            <pc:sldMk cId="3345964499" sldId="350"/>
            <ac:grpSpMk id="26" creationId="{625A21A1-BD8A-4EAD-A616-1A88CB76D1FB}"/>
          </ac:grpSpMkLst>
        </pc:grpChg>
        <pc:cxnChg chg="mod">
          <ac:chgData name="Josh Reiss" userId="a90d6cd88c30b6c6" providerId="LiveId" clId="{3B0D2C36-4565-4653-8878-580956ACA3E0}" dt="2022-03-17T10:17:16.728" v="708"/>
          <ac:cxnSpMkLst>
            <pc:docMk/>
            <pc:sldMk cId="3345964499" sldId="350"/>
            <ac:cxnSpMk id="23" creationId="{E6EB91F3-FBFB-44A1-BBC8-F5FE1C9706AB}"/>
          </ac:cxnSpMkLst>
        </pc:cxnChg>
        <pc:cxnChg chg="mod">
          <ac:chgData name="Josh Reiss" userId="a90d6cd88c30b6c6" providerId="LiveId" clId="{3B0D2C36-4565-4653-8878-580956ACA3E0}" dt="2022-03-17T10:17:16.728" v="708"/>
          <ac:cxnSpMkLst>
            <pc:docMk/>
            <pc:sldMk cId="3345964499" sldId="350"/>
            <ac:cxnSpMk id="24" creationId="{99869602-175A-479A-88CA-570226313D0A}"/>
          </ac:cxnSpMkLst>
        </pc:cxnChg>
        <pc:cxnChg chg="mod">
          <ac:chgData name="Josh Reiss" userId="a90d6cd88c30b6c6" providerId="LiveId" clId="{3B0D2C36-4565-4653-8878-580956ACA3E0}" dt="2022-03-17T10:17:16.728" v="708"/>
          <ac:cxnSpMkLst>
            <pc:docMk/>
            <pc:sldMk cId="3345964499" sldId="350"/>
            <ac:cxnSpMk id="25" creationId="{B34FD3A2-A86A-4F2F-A527-4FD0D68BAB09}"/>
          </ac:cxnSpMkLst>
        </pc:cxnChg>
        <pc:cxnChg chg="mod">
          <ac:chgData name="Josh Reiss" userId="a90d6cd88c30b6c6" providerId="LiveId" clId="{3B0D2C36-4565-4653-8878-580956ACA3E0}" dt="2022-03-17T10:17:16.728" v="708"/>
          <ac:cxnSpMkLst>
            <pc:docMk/>
            <pc:sldMk cId="3345964499" sldId="350"/>
            <ac:cxnSpMk id="29" creationId="{68B00098-7FA6-4FBB-88C1-29B7DE2E9EE8}"/>
          </ac:cxnSpMkLst>
        </pc:cxnChg>
        <pc:cxnChg chg="add del mod">
          <ac:chgData name="Josh Reiss" userId="a90d6cd88c30b6c6" providerId="LiveId" clId="{3B0D2C36-4565-4653-8878-580956ACA3E0}" dt="2022-03-17T16:42:56.255" v="2002" actId="478"/>
          <ac:cxnSpMkLst>
            <pc:docMk/>
            <pc:sldMk cId="3345964499" sldId="350"/>
            <ac:cxnSpMk id="30" creationId="{E4415CC3-8DD4-4EAC-8A2F-A3878A9F629E}"/>
          </ac:cxnSpMkLst>
        </pc:cxnChg>
        <pc:cxnChg chg="del mod topLvl">
          <ac:chgData name="Josh Reiss" userId="a90d6cd88c30b6c6" providerId="LiveId" clId="{3B0D2C36-4565-4653-8878-580956ACA3E0}" dt="2022-03-17T10:21:35.830" v="855" actId="478"/>
          <ac:cxnSpMkLst>
            <pc:docMk/>
            <pc:sldMk cId="3345964499" sldId="350"/>
            <ac:cxnSpMk id="34" creationId="{BDA74B67-C854-4DEB-A9DC-1E58E1F2ED5B}"/>
          </ac:cxnSpMkLst>
        </pc:cxnChg>
        <pc:cxnChg chg="del mod topLvl">
          <ac:chgData name="Josh Reiss" userId="a90d6cd88c30b6c6" providerId="LiveId" clId="{3B0D2C36-4565-4653-8878-580956ACA3E0}" dt="2022-03-17T16:42:56.255" v="2002" actId="478"/>
          <ac:cxnSpMkLst>
            <pc:docMk/>
            <pc:sldMk cId="3345964499" sldId="350"/>
            <ac:cxnSpMk id="35" creationId="{80A9F8AB-A782-4084-9757-9946666FD76B}"/>
          </ac:cxnSpMkLst>
        </pc:cxnChg>
        <pc:cxnChg chg="del mod topLvl">
          <ac:chgData name="Josh Reiss" userId="a90d6cd88c30b6c6" providerId="LiveId" clId="{3B0D2C36-4565-4653-8878-580956ACA3E0}" dt="2022-03-17T16:42:56.255" v="2002" actId="478"/>
          <ac:cxnSpMkLst>
            <pc:docMk/>
            <pc:sldMk cId="3345964499" sldId="350"/>
            <ac:cxnSpMk id="36" creationId="{819069B6-5447-4D65-AF87-3C51B41A1AE3}"/>
          </ac:cxnSpMkLst>
        </pc:cxnChg>
        <pc:cxnChg chg="del mod">
          <ac:chgData name="Josh Reiss" userId="a90d6cd88c30b6c6" providerId="LiveId" clId="{3B0D2C36-4565-4653-8878-580956ACA3E0}" dt="2022-03-17T10:17:13.231" v="707" actId="21"/>
          <ac:cxnSpMkLst>
            <pc:docMk/>
            <pc:sldMk cId="3345964499" sldId="350"/>
            <ac:cxnSpMk id="37" creationId="{8B9260B0-3120-409A-8D1A-72ABEF717E40}"/>
          </ac:cxnSpMkLst>
        </pc:cxnChg>
        <pc:cxnChg chg="del mod topLvl">
          <ac:chgData name="Josh Reiss" userId="a90d6cd88c30b6c6" providerId="LiveId" clId="{3B0D2C36-4565-4653-8878-580956ACA3E0}" dt="2022-03-17T10:19:54.201" v="782" actId="478"/>
          <ac:cxnSpMkLst>
            <pc:docMk/>
            <pc:sldMk cId="3345964499" sldId="350"/>
            <ac:cxnSpMk id="38" creationId="{CFCECE7B-AF0B-4505-A2A7-0B0234AC1981}"/>
          </ac:cxnSpMkLst>
        </pc:cxnChg>
        <pc:cxnChg chg="add del mod">
          <ac:chgData name="Josh Reiss" userId="a90d6cd88c30b6c6" providerId="LiveId" clId="{3B0D2C36-4565-4653-8878-580956ACA3E0}" dt="2022-03-17T16:42:56.255" v="2002" actId="478"/>
          <ac:cxnSpMkLst>
            <pc:docMk/>
            <pc:sldMk cId="3345964499" sldId="350"/>
            <ac:cxnSpMk id="41" creationId="{8E654547-C479-4EB5-8DBB-5229446D8D04}"/>
          </ac:cxnSpMkLst>
        </pc:cxnChg>
      </pc:sldChg>
      <pc:sldChg chg="modSp add del mod">
        <pc:chgData name="Josh Reiss" userId="a90d6cd88c30b6c6" providerId="LiveId" clId="{3B0D2C36-4565-4653-8878-580956ACA3E0}" dt="2022-03-17T17:03:06.162" v="2164" actId="20577"/>
        <pc:sldMkLst>
          <pc:docMk/>
          <pc:sldMk cId="4228379882" sldId="351"/>
        </pc:sldMkLst>
        <pc:spChg chg="mod">
          <ac:chgData name="Josh Reiss" userId="a90d6cd88c30b6c6" providerId="LiveId" clId="{3B0D2C36-4565-4653-8878-580956ACA3E0}" dt="2022-03-17T17:03:06.162" v="2164" actId="20577"/>
          <ac:spMkLst>
            <pc:docMk/>
            <pc:sldMk cId="4228379882" sldId="351"/>
            <ac:spMk id="2" creationId="{A17F879E-D24B-48F4-80BB-4E3C6F95B60D}"/>
          </ac:spMkLst>
        </pc:spChg>
        <pc:spChg chg="mod">
          <ac:chgData name="Josh Reiss" userId="a90d6cd88c30b6c6" providerId="LiveId" clId="{3B0D2C36-4565-4653-8878-580956ACA3E0}" dt="2022-03-17T16:57:03.654" v="2018" actId="207"/>
          <ac:spMkLst>
            <pc:docMk/>
            <pc:sldMk cId="4228379882" sldId="351"/>
            <ac:spMk id="3" creationId="{C82C490A-692F-4B28-BF4C-70860E4FABB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E06A3B-885D-47A2-BBBF-3C17C577BFA5}" type="datetimeFigureOut">
              <a:rPr lang="en-GB" smtClean="0"/>
              <a:t>17/03/2022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B1D951-C98B-42A2-8282-D55336F714E5}" type="slidenum">
              <a:rPr lang="en-GB" smtClean="0"/>
              <a:t>‹#›</a:t>
            </a:fld>
            <a:endParaRPr lang="en-GB"/>
          </a:p>
        </p:txBody>
      </p:sp>
    </p:spTree>
    <p:extLst>
      <p:ext uri="{BB962C8B-B14F-4D97-AF65-F5344CB8AC3E}">
        <p14:creationId xmlns:p14="http://schemas.microsoft.com/office/powerpoint/2010/main" val="368792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Karplus-Strong algorithm is an early form of physical modelling synthesis, invented by Alex Strong, first analysed by Kevin Karplus, and then extended by David Jaffe and Julius O. Smith. As described by David Jaffe, he was playing violin in a string quartet and, “</a:t>
            </a:r>
            <a:r>
              <a:rPr lang="en-GB" sz="1200" i="1" dirty="0">
                <a:solidFill>
                  <a:schemeClr val="accent1">
                    <a:lumMod val="50000"/>
                  </a:schemeClr>
                </a:solidFill>
              </a:rPr>
              <a:t>“violist was Alex Strong, who I didn't know. We just started talking and he was kind of a technical computer science-y kind of guy. I said something about how I was trying to synthesize guitars and he said, ‘Oh, you know, we just discovered this really great way of synthesizing guitars and I'd love to show it to you, but you have to sign a nondisclosure.’ And I said, ‘Okay, I'd love to do that.’”</a:t>
            </a:r>
          </a:p>
          <a:p>
            <a:endParaRPr lang="en-GB" dirty="0"/>
          </a:p>
        </p:txBody>
      </p:sp>
      <p:sp>
        <p:nvSpPr>
          <p:cNvPr id="4" name="Slide Number Placeholder 3"/>
          <p:cNvSpPr>
            <a:spLocks noGrp="1"/>
          </p:cNvSpPr>
          <p:nvPr>
            <p:ph type="sldNum" sz="quarter" idx="5"/>
          </p:nvPr>
        </p:nvSpPr>
        <p:spPr/>
        <p:txBody>
          <a:bodyPr/>
          <a:lstStyle/>
          <a:p>
            <a:fld id="{74695747-E170-462B-B0D1-04178B556A8B}" type="slidenum">
              <a:rPr lang="en-GB" smtClean="0"/>
              <a:t>3</a:t>
            </a:fld>
            <a:endParaRPr lang="en-GB"/>
          </a:p>
        </p:txBody>
      </p:sp>
    </p:spTree>
    <p:extLst>
      <p:ext uri="{BB962C8B-B14F-4D97-AF65-F5344CB8AC3E}">
        <p14:creationId xmlns:p14="http://schemas.microsoft.com/office/powerpoint/2010/main" val="356530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0B1D951-C98B-42A2-8282-D55336F714E5}" type="slidenum">
              <a:rPr lang="en-GB" smtClean="0"/>
              <a:t>4</a:t>
            </a:fld>
            <a:endParaRPr lang="en-GB"/>
          </a:p>
        </p:txBody>
      </p:sp>
    </p:spTree>
    <p:extLst>
      <p:ext uri="{BB962C8B-B14F-4D97-AF65-F5344CB8AC3E}">
        <p14:creationId xmlns:p14="http://schemas.microsoft.com/office/powerpoint/2010/main" val="17225562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CC369-C9E4-4520-BC56-88448E62B4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0852349-6B4C-488D-82E8-795C210AE6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D19B1E6-828F-4F3E-AC34-57F72B6367A8}"/>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454FAB28-6324-4226-A36E-5445813093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D829CE-6D1F-46B0-929E-FFFC0B562C90}"/>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147740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2DFDE-2A02-4852-881F-3B5B41DDE68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9AD4ABC-C437-4947-A5F0-608FCA9F75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2B213E3-F19B-446E-B43F-AF1BB97EC33F}"/>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3E841FB5-4915-4BF6-B0E6-73499246BD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BD1732-BC26-4B72-A252-98BBB34095A9}"/>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964997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91FB-B9A3-482F-8FBC-4590E65500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E14089B-6073-428E-A790-EF055956BA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82DA15-2BDD-4AF4-BA6D-750DB238E010}"/>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B04A81FE-EDF7-4154-8325-45C59893ED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29DB88-078A-4423-8BA7-AC77FD9C53DE}"/>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063133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96536-3BDB-4174-A20F-9A761DB881A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9821475-88FC-4509-A05F-6A64ACCBD3E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27FB3A1-4FDC-40E2-8C37-87A43B0224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062AA93-86A6-4927-8504-56DDF629D4F9}"/>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6" name="Footer Placeholder 5">
            <a:extLst>
              <a:ext uri="{FF2B5EF4-FFF2-40B4-BE49-F238E27FC236}">
                <a16:creationId xmlns:a16="http://schemas.microsoft.com/office/drawing/2014/main" id="{B53E3AB0-E3C1-494C-B1AD-4AA344D28E7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4179DE5-21EF-43F4-B000-17E526EF9E74}"/>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4025776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11886-43BB-4413-83B4-7807CFCE054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626F641-550F-4949-86DC-3D02373B3E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E150EE-DD86-478E-88BA-CF92008AA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DE9D8D8-00E0-4C79-BD54-24BD0C44B5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2DE659-7815-43C6-BCCA-E1346ED898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3ADFD5B-CDBC-4952-ACFF-5D6F9882BBE1}"/>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8" name="Footer Placeholder 7">
            <a:extLst>
              <a:ext uri="{FF2B5EF4-FFF2-40B4-BE49-F238E27FC236}">
                <a16:creationId xmlns:a16="http://schemas.microsoft.com/office/drawing/2014/main" id="{6AFFA037-5E9F-459A-B177-52BC910AF16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8149AF8-F012-4163-9FFB-EF0401CE8A2F}"/>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951084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6C586-3A69-4708-9A07-B94A72CE306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EC69554-0D2D-4D06-967C-E0BEB2ADA711}"/>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4" name="Footer Placeholder 3">
            <a:extLst>
              <a:ext uri="{FF2B5EF4-FFF2-40B4-BE49-F238E27FC236}">
                <a16:creationId xmlns:a16="http://schemas.microsoft.com/office/drawing/2014/main" id="{9FAE7B4F-5ED1-47AF-B238-A84B1472F59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1FFE4FC-8EDE-4F38-8451-7A5849375BC6}"/>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160049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FFCA45-62D5-4233-B3F3-BD1CE2F6079F}"/>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3" name="Footer Placeholder 2">
            <a:extLst>
              <a:ext uri="{FF2B5EF4-FFF2-40B4-BE49-F238E27FC236}">
                <a16:creationId xmlns:a16="http://schemas.microsoft.com/office/drawing/2014/main" id="{71C714D9-4002-4983-AF37-D4BE3FE0A4E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A987E2D-5C67-4F2B-A26C-B394E603A408}"/>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2962672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9777F-332D-4B5B-810B-5C63C95093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7658529-C27E-4191-97FD-36D59D9B4C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361BA99-EB73-49F7-995F-E290247044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66F865-E293-4805-A8D2-4E3D72046C82}"/>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6" name="Footer Placeholder 5">
            <a:extLst>
              <a:ext uri="{FF2B5EF4-FFF2-40B4-BE49-F238E27FC236}">
                <a16:creationId xmlns:a16="http://schemas.microsoft.com/office/drawing/2014/main" id="{0C5C81E1-1728-4DBC-972B-4147F320A85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37701BE-A421-4C41-BBB7-4EC80ADEFE2A}"/>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107787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15A17-30CD-4A84-B64E-6C24E1048F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2A52357-D1DE-44CC-8324-9C498B0481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1705E25-C97D-4CF1-83A7-2876F918A6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939255-7446-46FF-9DCD-64CB991436C6}"/>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6" name="Footer Placeholder 5">
            <a:extLst>
              <a:ext uri="{FF2B5EF4-FFF2-40B4-BE49-F238E27FC236}">
                <a16:creationId xmlns:a16="http://schemas.microsoft.com/office/drawing/2014/main" id="{F687B610-3579-4CD1-82A3-C561709F554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C46EEBE-0B97-433E-AACA-6F0900AE3065}"/>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1875768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AD960-DAC6-4331-A0FF-B8ADB879C1C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82CCB03-89EB-4ED3-91D2-61C67491F6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32910A7-EC15-4493-8B9F-26AC65E65104}"/>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FB8B288C-76E9-4876-BF75-1F9BABA3C4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75A89EC-CC4D-4C45-9D50-42DB3704A629}"/>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2930177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359830-2398-40DA-B8C1-E466244D89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F2CDA4E-A5D9-4BAC-A2ED-5CAFD94B9A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4161D00-4B32-4CA8-812E-295896987352}"/>
              </a:ext>
            </a:extLst>
          </p:cNvPr>
          <p:cNvSpPr>
            <a:spLocks noGrp="1"/>
          </p:cNvSpPr>
          <p:nvPr>
            <p:ph type="dt" sz="half" idx="10"/>
          </p:nvPr>
        </p:nvSpPr>
        <p:spPr/>
        <p:txBody>
          <a:body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63D94240-6B49-4341-8F2D-BE59D3D0207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9A4876-50A8-4F44-A3C4-D5A4D1716073}"/>
              </a:ext>
            </a:extLst>
          </p:cNvPr>
          <p:cNvSpPr>
            <a:spLocks noGrp="1"/>
          </p:cNvSpPr>
          <p:nvPr>
            <p:ph type="sldNum" sz="quarter" idx="12"/>
          </p:nvPr>
        </p:nvSpPr>
        <p:spPr/>
        <p:txBody>
          <a:bodyPr/>
          <a:lstStyle/>
          <a:p>
            <a:fld id="{13B25D99-84F7-4196-A481-95D96E6D1950}" type="slidenum">
              <a:rPr lang="en-GB" smtClean="0"/>
              <a:t>‹#›</a:t>
            </a:fld>
            <a:endParaRPr lang="en-GB"/>
          </a:p>
        </p:txBody>
      </p:sp>
    </p:spTree>
    <p:extLst>
      <p:ext uri="{BB962C8B-B14F-4D97-AF65-F5344CB8AC3E}">
        <p14:creationId xmlns:p14="http://schemas.microsoft.com/office/powerpoint/2010/main" val="4259740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08BE08-92CA-4E8E-AF4E-8DC96C9244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8CB88EA-5F1B-4B32-BE85-E410E04341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3C0FD3-C7BF-4C4E-B3F7-9AE57525F5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F5E260-054C-4638-8D97-401FEF531A6C}" type="datetimeFigureOut">
              <a:rPr lang="en-GB" smtClean="0"/>
              <a:t>17/03/2022</a:t>
            </a:fld>
            <a:endParaRPr lang="en-GB"/>
          </a:p>
        </p:txBody>
      </p:sp>
      <p:sp>
        <p:nvSpPr>
          <p:cNvPr id="5" name="Footer Placeholder 4">
            <a:extLst>
              <a:ext uri="{FF2B5EF4-FFF2-40B4-BE49-F238E27FC236}">
                <a16:creationId xmlns:a16="http://schemas.microsoft.com/office/drawing/2014/main" id="{648BBEC2-20CA-4DB5-9DB7-066F42C2AC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EBDEF48-318D-40F6-87E5-5ED3EB0FB5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B25D99-84F7-4196-A481-95D96E6D1950}" type="slidenum">
              <a:rPr lang="en-GB" smtClean="0"/>
              <a:t>‹#›</a:t>
            </a:fld>
            <a:endParaRPr lang="en-GB"/>
          </a:p>
        </p:txBody>
      </p:sp>
    </p:spTree>
    <p:extLst>
      <p:ext uri="{BB962C8B-B14F-4D97-AF65-F5344CB8AC3E}">
        <p14:creationId xmlns:p14="http://schemas.microsoft.com/office/powerpoint/2010/main" val="34188890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88104-91A6-42D7-AC87-655D95E997E3}"/>
              </a:ext>
            </a:extLst>
          </p:cNvPr>
          <p:cNvSpPr>
            <a:spLocks noGrp="1"/>
          </p:cNvSpPr>
          <p:nvPr>
            <p:ph type="ctrTitle"/>
          </p:nvPr>
        </p:nvSpPr>
        <p:spPr>
          <a:xfrm>
            <a:off x="1314823" y="1128340"/>
            <a:ext cx="9562353" cy="2387600"/>
          </a:xfrm>
        </p:spPr>
        <p:txBody>
          <a:bodyPr>
            <a:normAutofit fontScale="90000"/>
          </a:bodyPr>
          <a:lstStyle/>
          <a:p>
            <a:r>
              <a:rPr lang="en-GB" dirty="0"/>
              <a:t>Implementing </a:t>
            </a:r>
            <a:r>
              <a:rPr lang="en-GB" sz="6000" dirty="0"/>
              <a:t>the Karplus-Strong algorithm</a:t>
            </a:r>
            <a:r>
              <a:rPr lang="en-GB" dirty="0"/>
              <a:t> in the Web Audio API</a:t>
            </a:r>
          </a:p>
        </p:txBody>
      </p:sp>
      <p:sp>
        <p:nvSpPr>
          <p:cNvPr id="3" name="Subtitle 2">
            <a:extLst>
              <a:ext uri="{FF2B5EF4-FFF2-40B4-BE49-F238E27FC236}">
                <a16:creationId xmlns:a16="http://schemas.microsoft.com/office/drawing/2014/main" id="{2AB7AB1B-DA52-4461-AD47-BC417E4E75DB}"/>
              </a:ext>
            </a:extLst>
          </p:cNvPr>
          <p:cNvSpPr>
            <a:spLocks noGrp="1"/>
          </p:cNvSpPr>
          <p:nvPr>
            <p:ph type="subTitle" idx="1"/>
          </p:nvPr>
        </p:nvSpPr>
        <p:spPr/>
        <p:txBody>
          <a:bodyPr>
            <a:normAutofit/>
          </a:bodyPr>
          <a:lstStyle/>
          <a:p>
            <a:endParaRPr lang="en-GB" sz="3600" dirty="0"/>
          </a:p>
          <a:p>
            <a:r>
              <a:rPr lang="en-GB" sz="3600" dirty="0"/>
              <a:t>Part 3 of our videos on the delay node</a:t>
            </a:r>
          </a:p>
        </p:txBody>
      </p:sp>
    </p:spTree>
    <p:extLst>
      <p:ext uri="{BB962C8B-B14F-4D97-AF65-F5344CB8AC3E}">
        <p14:creationId xmlns:p14="http://schemas.microsoft.com/office/powerpoint/2010/main" val="2688241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F879E-D24B-48F4-80BB-4E3C6F95B60D}"/>
              </a:ext>
            </a:extLst>
          </p:cNvPr>
          <p:cNvSpPr>
            <a:spLocks noGrp="1"/>
          </p:cNvSpPr>
          <p:nvPr>
            <p:ph type="title"/>
          </p:nvPr>
        </p:nvSpPr>
        <p:spPr>
          <a:xfrm>
            <a:off x="838200" y="66452"/>
            <a:ext cx="10515600" cy="1325563"/>
          </a:xfrm>
        </p:spPr>
        <p:txBody>
          <a:bodyPr/>
          <a:lstStyle/>
          <a:p>
            <a:r>
              <a:rPr lang="en-GB" dirty="0"/>
              <a:t>The </a:t>
            </a:r>
            <a:r>
              <a:rPr lang="en-GB" dirty="0" err="1"/>
              <a:t>DelayNode</a:t>
            </a:r>
            <a:endParaRPr lang="en-GB" dirty="0"/>
          </a:p>
        </p:txBody>
      </p:sp>
      <p:sp>
        <p:nvSpPr>
          <p:cNvPr id="3" name="Content Placeholder 2">
            <a:extLst>
              <a:ext uri="{FF2B5EF4-FFF2-40B4-BE49-F238E27FC236}">
                <a16:creationId xmlns:a16="http://schemas.microsoft.com/office/drawing/2014/main" id="{C82C490A-692F-4B28-BF4C-70860E4FABB8}"/>
              </a:ext>
            </a:extLst>
          </p:cNvPr>
          <p:cNvSpPr>
            <a:spLocks noGrp="1"/>
          </p:cNvSpPr>
          <p:nvPr>
            <p:ph idx="1"/>
          </p:nvPr>
        </p:nvSpPr>
        <p:spPr>
          <a:xfrm>
            <a:off x="99588" y="1315581"/>
            <a:ext cx="11968681" cy="5288419"/>
          </a:xfrm>
        </p:spPr>
        <p:txBody>
          <a:bodyPr>
            <a:normAutofit/>
          </a:bodyPr>
          <a:lstStyle/>
          <a:p>
            <a:pPr>
              <a:lnSpc>
                <a:spcPct val="100000"/>
              </a:lnSpc>
              <a:spcBef>
                <a:spcPts val="600"/>
              </a:spcBef>
            </a:pPr>
            <a:r>
              <a:rPr lang="en-GB" sz="3200" dirty="0"/>
              <a:t>The </a:t>
            </a:r>
            <a:r>
              <a:rPr lang="en-GB" sz="3200" dirty="0" err="1"/>
              <a:t>DelayNode</a:t>
            </a:r>
            <a:r>
              <a:rPr lang="en-GB" sz="3200" dirty="0"/>
              <a:t> passes input audio to output after some specified delay time</a:t>
            </a:r>
          </a:p>
          <a:p>
            <a:pPr>
              <a:lnSpc>
                <a:spcPct val="100000"/>
              </a:lnSpc>
              <a:spcBef>
                <a:spcPts val="600"/>
              </a:spcBef>
            </a:pPr>
            <a:r>
              <a:rPr lang="en-GB" sz="3200" dirty="0"/>
              <a:t>Delay is simple but its uses are very powerful</a:t>
            </a:r>
          </a:p>
          <a:p>
            <a:pPr lvl="1">
              <a:lnSpc>
                <a:spcPct val="100000"/>
              </a:lnSpc>
              <a:spcBef>
                <a:spcPts val="600"/>
              </a:spcBef>
            </a:pPr>
            <a:r>
              <a:rPr lang="en-GB" sz="2800" dirty="0">
                <a:solidFill>
                  <a:srgbClr val="0F0F0F"/>
                </a:solidFill>
                <a:effectLst/>
                <a:ea typeface="Times New Roman" panose="02020603050405020304" pitchFamily="18" charset="0"/>
                <a:cs typeface="Times New Roman" panose="02020603050405020304" pitchFamily="18" charset="0"/>
              </a:rPr>
              <a:t>Comb filter</a:t>
            </a:r>
          </a:p>
          <a:p>
            <a:pPr lvl="1">
              <a:lnSpc>
                <a:spcPct val="100000"/>
              </a:lnSpc>
              <a:spcBef>
                <a:spcPts val="600"/>
              </a:spcBef>
            </a:pPr>
            <a:r>
              <a:rPr lang="en-GB" sz="2800" dirty="0">
                <a:solidFill>
                  <a:srgbClr val="0F0F0F"/>
                </a:solidFill>
                <a:ea typeface="Times New Roman" panose="02020603050405020304" pitchFamily="18" charset="0"/>
                <a:cs typeface="Times New Roman" panose="02020603050405020304" pitchFamily="18" charset="0"/>
              </a:rPr>
              <a:t>Feedback delay</a:t>
            </a:r>
          </a:p>
          <a:p>
            <a:pPr lvl="1">
              <a:lnSpc>
                <a:spcPct val="100000"/>
              </a:lnSpc>
              <a:spcBef>
                <a:spcPts val="600"/>
              </a:spcBef>
            </a:pPr>
            <a:r>
              <a:rPr lang="en-GB" sz="2800" dirty="0">
                <a:ea typeface="Times New Roman" panose="02020603050405020304" pitchFamily="18" charset="0"/>
                <a:cs typeface="Times New Roman" panose="02020603050405020304" pitchFamily="18" charset="0"/>
              </a:rPr>
              <a:t>Vibrato</a:t>
            </a:r>
          </a:p>
          <a:p>
            <a:pPr lvl="1">
              <a:lnSpc>
                <a:spcPct val="100000"/>
              </a:lnSpc>
              <a:spcBef>
                <a:spcPts val="600"/>
              </a:spcBef>
            </a:pPr>
            <a:r>
              <a:rPr lang="en-GB" sz="2800" dirty="0">
                <a:solidFill>
                  <a:srgbClr val="FF0000"/>
                </a:solidFill>
                <a:effectLst/>
                <a:ea typeface="Times New Roman" panose="02020603050405020304" pitchFamily="18" charset="0"/>
                <a:cs typeface="Times New Roman" panose="02020603050405020304" pitchFamily="18" charset="0"/>
              </a:rPr>
              <a:t>Karplus-Strong algorithm</a:t>
            </a:r>
          </a:p>
        </p:txBody>
      </p:sp>
    </p:spTree>
    <p:extLst>
      <p:ext uri="{BB962C8B-B14F-4D97-AF65-F5344CB8AC3E}">
        <p14:creationId xmlns:p14="http://schemas.microsoft.com/office/powerpoint/2010/main" val="4228379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07521"/>
          </a:xfrm>
        </p:spPr>
        <p:txBody>
          <a:bodyPr/>
          <a:lstStyle/>
          <a:p>
            <a:r>
              <a:rPr lang="en-GB" dirty="0"/>
              <a:t>Karplus-Strong synthesis</a:t>
            </a:r>
          </a:p>
        </p:txBody>
      </p:sp>
      <p:sp>
        <p:nvSpPr>
          <p:cNvPr id="3" name="Content Placeholder 2"/>
          <p:cNvSpPr>
            <a:spLocks noGrp="1"/>
          </p:cNvSpPr>
          <p:nvPr>
            <p:ph idx="1"/>
          </p:nvPr>
        </p:nvSpPr>
        <p:spPr>
          <a:xfrm>
            <a:off x="0" y="807522"/>
            <a:ext cx="8960628" cy="6050478"/>
          </a:xfrm>
        </p:spPr>
        <p:txBody>
          <a:bodyPr>
            <a:normAutofit/>
          </a:bodyPr>
          <a:lstStyle/>
          <a:p>
            <a:r>
              <a:rPr lang="en-GB" sz="2400" dirty="0"/>
              <a:t>Early form of physical modelling synthesis</a:t>
            </a:r>
          </a:p>
          <a:p>
            <a:r>
              <a:rPr lang="en-GB" sz="2400" dirty="0"/>
              <a:t>David Jaffe played violin in a string quartet</a:t>
            </a:r>
          </a:p>
          <a:p>
            <a:pPr marL="457200" lvl="1" indent="0">
              <a:buNone/>
            </a:pPr>
            <a:r>
              <a:rPr lang="en-GB" sz="2000" i="1" dirty="0">
                <a:solidFill>
                  <a:schemeClr val="accent1">
                    <a:lumMod val="50000"/>
                  </a:schemeClr>
                </a:solidFill>
              </a:rPr>
              <a:t>“violist was Alex Strong, … kind of a technical computer science-y kind of guy. I said something about how I was trying to synthesize guitars and he said, ‘Oh, you know, we just discovered this really great way of synthesizing guitars and I'd love to show it to you…’</a:t>
            </a:r>
          </a:p>
          <a:p>
            <a:pPr lvl="1"/>
            <a:r>
              <a:rPr lang="en-GB" sz="2000" dirty="0"/>
              <a:t>Karplus, Kevin; Strong, Alex (1983). "Digital Synthesis of Plucked String and Drum Timbres". </a:t>
            </a:r>
            <a:r>
              <a:rPr lang="en-GB" sz="2000" i="1" dirty="0"/>
              <a:t>Computer Music Journal</a:t>
            </a:r>
            <a:r>
              <a:rPr lang="en-GB" sz="2000" dirty="0"/>
              <a:t>. </a:t>
            </a:r>
            <a:r>
              <a:rPr lang="en-GB" sz="2000" b="1" dirty="0"/>
              <a:t>7</a:t>
            </a:r>
            <a:r>
              <a:rPr lang="en-GB" sz="2000" dirty="0"/>
              <a:t> (2): 43–55.</a:t>
            </a:r>
          </a:p>
          <a:p>
            <a:pPr lvl="1"/>
            <a:r>
              <a:rPr lang="en-GB" sz="2000" dirty="0"/>
              <a:t>Jaffe, David A.; Smith, Julius O. (1983). "Extensions of the Karplus-Strong Plucked String Algorithm" </a:t>
            </a:r>
            <a:r>
              <a:rPr lang="en-GB" sz="2000" i="1" dirty="0"/>
              <a:t>Computer Music Journal</a:t>
            </a:r>
            <a:r>
              <a:rPr lang="en-GB" sz="2000" dirty="0"/>
              <a:t>. </a:t>
            </a:r>
            <a:r>
              <a:rPr lang="en-GB" sz="2000" b="1" dirty="0"/>
              <a:t>7</a:t>
            </a:r>
            <a:r>
              <a:rPr lang="en-GB" sz="2000" dirty="0"/>
              <a:t> (2): 56–69.</a:t>
            </a:r>
          </a:p>
          <a:p>
            <a:r>
              <a:rPr lang="en-GB" sz="2400" dirty="0"/>
              <a:t>Strong invented the algorithm</a:t>
            </a:r>
          </a:p>
          <a:p>
            <a:r>
              <a:rPr lang="en-GB" sz="2400" dirty="0"/>
              <a:t>Karplus analysed it</a:t>
            </a:r>
          </a:p>
          <a:p>
            <a:r>
              <a:rPr lang="en-GB" sz="2400" dirty="0"/>
              <a:t>Jaffe tried to make it more musical</a:t>
            </a:r>
          </a:p>
          <a:p>
            <a:r>
              <a:rPr lang="en-GB" sz="2400" dirty="0"/>
              <a:t>Smith showed how it modelled a vibrating string</a:t>
            </a:r>
          </a:p>
        </p:txBody>
      </p:sp>
      <p:pic>
        <p:nvPicPr>
          <p:cNvPr id="1030" name="Picture 6" descr="2004 photo of Kevin Karplus">
            <a:extLst>
              <a:ext uri="{FF2B5EF4-FFF2-40B4-BE49-F238E27FC236}">
                <a16:creationId xmlns:a16="http://schemas.microsoft.com/office/drawing/2014/main" id="{7EEA5D3D-A194-421A-8B7A-2AB70E7A13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3010" y="904027"/>
            <a:ext cx="2486891" cy="207240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E2C0D65-084C-4196-B602-35F0E4D9D4A8}"/>
              </a:ext>
            </a:extLst>
          </p:cNvPr>
          <p:cNvSpPr txBox="1"/>
          <p:nvPr/>
        </p:nvSpPr>
        <p:spPr>
          <a:xfrm>
            <a:off x="9798828" y="3072941"/>
            <a:ext cx="1440266" cy="369332"/>
          </a:xfrm>
          <a:prstGeom prst="rect">
            <a:avLst/>
          </a:prstGeom>
          <a:noFill/>
        </p:spPr>
        <p:txBody>
          <a:bodyPr wrap="none" rtlCol="0">
            <a:spAutoFit/>
          </a:bodyPr>
          <a:lstStyle/>
          <a:p>
            <a:r>
              <a:rPr lang="en-GB" dirty="0"/>
              <a:t>Kevin Karplus</a:t>
            </a:r>
          </a:p>
        </p:txBody>
      </p:sp>
      <p:pic>
        <p:nvPicPr>
          <p:cNvPr id="1032" name="Picture 8" descr="Biography — David A. Jaffe">
            <a:extLst>
              <a:ext uri="{FF2B5EF4-FFF2-40B4-BE49-F238E27FC236}">
                <a16:creationId xmlns:a16="http://schemas.microsoft.com/office/drawing/2014/main" id="{CD2EB547-2B91-494D-88A7-5E0AE6E3B6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25160" y="3978471"/>
            <a:ext cx="1916022" cy="148022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32986BC-AD9B-4F4A-8454-FD41CA5F82D8}"/>
              </a:ext>
            </a:extLst>
          </p:cNvPr>
          <p:cNvSpPr txBox="1"/>
          <p:nvPr/>
        </p:nvSpPr>
        <p:spPr>
          <a:xfrm>
            <a:off x="9190085" y="5750655"/>
            <a:ext cx="2992742" cy="369332"/>
          </a:xfrm>
          <a:prstGeom prst="rect">
            <a:avLst/>
          </a:prstGeom>
          <a:noFill/>
        </p:spPr>
        <p:txBody>
          <a:bodyPr wrap="none" rtlCol="0">
            <a:spAutoFit/>
          </a:bodyPr>
          <a:lstStyle/>
          <a:p>
            <a:r>
              <a:rPr lang="en-GB" dirty="0"/>
              <a:t>David Jaffe             Julius Smith</a:t>
            </a:r>
          </a:p>
        </p:txBody>
      </p:sp>
      <p:pic>
        <p:nvPicPr>
          <p:cNvPr id="1034" name="Picture 10" descr="Julius Orion Smith III | CCRMA">
            <a:extLst>
              <a:ext uri="{FF2B5EF4-FFF2-40B4-BE49-F238E27FC236}">
                <a16:creationId xmlns:a16="http://schemas.microsoft.com/office/drawing/2014/main" id="{3D4C9A03-3586-478F-80EB-91D467AB9B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68326" y="3686224"/>
            <a:ext cx="1403915" cy="18985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1557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BBE84-A437-4567-84B4-F3462197FDBF}"/>
              </a:ext>
            </a:extLst>
          </p:cNvPr>
          <p:cNvSpPr>
            <a:spLocks noGrp="1"/>
          </p:cNvSpPr>
          <p:nvPr>
            <p:ph type="title"/>
          </p:nvPr>
        </p:nvSpPr>
        <p:spPr>
          <a:xfrm>
            <a:off x="84387" y="82887"/>
            <a:ext cx="5203232" cy="926198"/>
          </a:xfrm>
        </p:spPr>
        <p:txBody>
          <a:bodyPr>
            <a:normAutofit/>
          </a:bodyPr>
          <a:lstStyle/>
          <a:p>
            <a:pPr algn="ctr"/>
            <a:r>
              <a:rPr lang="en-GB" b="1" dirty="0">
                <a:solidFill>
                  <a:schemeClr val="accent1">
                    <a:lumMod val="75000"/>
                  </a:schemeClr>
                </a:solidFill>
              </a:rPr>
              <a:t>How it works</a:t>
            </a:r>
          </a:p>
        </p:txBody>
      </p:sp>
      <p:sp>
        <p:nvSpPr>
          <p:cNvPr id="3" name="Content Placeholder 2">
            <a:extLst>
              <a:ext uri="{FF2B5EF4-FFF2-40B4-BE49-F238E27FC236}">
                <a16:creationId xmlns:a16="http://schemas.microsoft.com/office/drawing/2014/main" id="{317DF3B0-4A6B-428F-8B0C-EBE3C3DDE6A8}"/>
              </a:ext>
            </a:extLst>
          </p:cNvPr>
          <p:cNvSpPr>
            <a:spLocks noGrp="1"/>
          </p:cNvSpPr>
          <p:nvPr>
            <p:ph idx="1"/>
          </p:nvPr>
        </p:nvSpPr>
        <p:spPr>
          <a:xfrm>
            <a:off x="265470" y="2898587"/>
            <a:ext cx="11645636" cy="3820777"/>
          </a:xfrm>
        </p:spPr>
        <p:txBody>
          <a:bodyPr>
            <a:normAutofit/>
          </a:bodyPr>
          <a:lstStyle/>
          <a:p>
            <a:pPr marL="514350" lvl="0" indent="-514350">
              <a:buFont typeface="+mj-lt"/>
              <a:buAutoNum type="arabicPeriod"/>
            </a:pPr>
            <a:r>
              <a:rPr lang="en-GB" dirty="0"/>
              <a:t>Generate short excitation waveform (length </a:t>
            </a:r>
            <a:r>
              <a:rPr lang="en-GB" i="1" dirty="0"/>
              <a:t>L</a:t>
            </a:r>
            <a:r>
              <a:rPr lang="en-GB" dirty="0"/>
              <a:t> samples), typically noise</a:t>
            </a:r>
          </a:p>
          <a:p>
            <a:pPr marL="514350" lvl="0" indent="-514350">
              <a:buFont typeface="+mj-lt"/>
              <a:buAutoNum type="arabicPeriod"/>
            </a:pPr>
            <a:r>
              <a:rPr lang="en-GB" dirty="0"/>
              <a:t>Excitation is output &amp; simultaneously fed back into delay line of </a:t>
            </a:r>
            <a:r>
              <a:rPr lang="en-GB" i="1" dirty="0"/>
              <a:t>L</a:t>
            </a:r>
            <a:r>
              <a:rPr lang="en-GB" dirty="0"/>
              <a:t> samples</a:t>
            </a:r>
          </a:p>
          <a:p>
            <a:pPr lvl="1"/>
            <a:r>
              <a:rPr lang="en-GB" dirty="0"/>
              <a:t>delay line acts to store one period of the signal</a:t>
            </a:r>
          </a:p>
          <a:p>
            <a:pPr marL="514350" lvl="0" indent="-514350">
              <a:buFont typeface="+mj-lt"/>
              <a:buAutoNum type="arabicPeriod"/>
            </a:pPr>
            <a:r>
              <a:rPr lang="en-GB" dirty="0"/>
              <a:t>Output of delay line fed through filter </a:t>
            </a:r>
          </a:p>
          <a:p>
            <a:pPr marL="971550" lvl="1" indent="-514350">
              <a:buFont typeface="+mj-lt"/>
              <a:buAutoNum type="arabicPeriod"/>
            </a:pPr>
            <a:r>
              <a:rPr lang="en-GB" dirty="0"/>
              <a:t>Filter gain must be less than 1 at all frequencies, to avoid unstable feedback loop</a:t>
            </a:r>
          </a:p>
          <a:p>
            <a:pPr marL="971550" lvl="1" indent="-514350">
              <a:buFont typeface="+mj-lt"/>
              <a:buAutoNum type="arabicPeriod"/>
            </a:pPr>
            <a:r>
              <a:rPr lang="en-GB" dirty="0"/>
              <a:t>Filter typically a low order, lowpass filter </a:t>
            </a:r>
          </a:p>
          <a:p>
            <a:pPr marL="971550" lvl="1" indent="-514350">
              <a:buFont typeface="+mj-lt"/>
              <a:buAutoNum type="arabicPeriod"/>
            </a:pPr>
            <a:r>
              <a:rPr lang="en-GB" dirty="0"/>
              <a:t>Filter characteristics mainly determine harmonic structure of decaying tone.</a:t>
            </a:r>
          </a:p>
          <a:p>
            <a:pPr marL="514350" lvl="0" indent="-514350">
              <a:buFont typeface="+mj-lt"/>
              <a:buAutoNum type="arabicPeriod"/>
            </a:pPr>
            <a:r>
              <a:rPr lang="en-GB" dirty="0"/>
              <a:t>Filtered output simultaneously mixed back into output &amp; into delay line</a:t>
            </a:r>
          </a:p>
        </p:txBody>
      </p:sp>
      <p:sp>
        <p:nvSpPr>
          <p:cNvPr id="6" name="Rectangle 5">
            <a:extLst>
              <a:ext uri="{FF2B5EF4-FFF2-40B4-BE49-F238E27FC236}">
                <a16:creationId xmlns:a16="http://schemas.microsoft.com/office/drawing/2014/main" id="{2F17CE7B-073B-4B4C-B6CB-1F74FE2A3D52}"/>
              </a:ext>
            </a:extLst>
          </p:cNvPr>
          <p:cNvSpPr/>
          <p:nvPr/>
        </p:nvSpPr>
        <p:spPr>
          <a:xfrm>
            <a:off x="207424" y="1138138"/>
            <a:ext cx="5120640" cy="1077218"/>
          </a:xfrm>
          <a:prstGeom prst="rect">
            <a:avLst/>
          </a:prstGeom>
        </p:spPr>
        <p:txBody>
          <a:bodyPr wrap="square">
            <a:spAutoFit/>
          </a:bodyPr>
          <a:lstStyle/>
          <a:p>
            <a:pPr algn="ctr"/>
            <a:r>
              <a:rPr lang="en-GB" sz="3200" b="1" dirty="0">
                <a:solidFill>
                  <a:schemeClr val="accent1">
                    <a:lumMod val="75000"/>
                  </a:schemeClr>
                </a:solidFill>
              </a:rPr>
              <a:t>loops short waveform through filtered delay line</a:t>
            </a:r>
          </a:p>
        </p:txBody>
      </p:sp>
      <p:sp>
        <p:nvSpPr>
          <p:cNvPr id="8" name="Rectangle 7">
            <a:extLst>
              <a:ext uri="{FF2B5EF4-FFF2-40B4-BE49-F238E27FC236}">
                <a16:creationId xmlns:a16="http://schemas.microsoft.com/office/drawing/2014/main" id="{94183C86-065D-4B96-87CE-D649F05232EC}"/>
              </a:ext>
            </a:extLst>
          </p:cNvPr>
          <p:cNvSpPr/>
          <p:nvPr/>
        </p:nvSpPr>
        <p:spPr>
          <a:xfrm>
            <a:off x="5713280" y="720695"/>
            <a:ext cx="112274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Noise</a:t>
            </a:r>
          </a:p>
          <a:p>
            <a:pPr algn="ctr"/>
            <a:r>
              <a:rPr lang="en-GB" dirty="0"/>
              <a:t>burst</a:t>
            </a:r>
          </a:p>
        </p:txBody>
      </p:sp>
      <p:sp>
        <p:nvSpPr>
          <p:cNvPr id="9" name="Rectangle 8">
            <a:extLst>
              <a:ext uri="{FF2B5EF4-FFF2-40B4-BE49-F238E27FC236}">
                <a16:creationId xmlns:a16="http://schemas.microsoft.com/office/drawing/2014/main" id="{06DCCA2A-9C0D-440C-8806-B25AB93D76B0}"/>
              </a:ext>
            </a:extLst>
          </p:cNvPr>
          <p:cNvSpPr/>
          <p:nvPr/>
        </p:nvSpPr>
        <p:spPr>
          <a:xfrm>
            <a:off x="8949800" y="1880411"/>
            <a:ext cx="1080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Delay</a:t>
            </a:r>
          </a:p>
        </p:txBody>
      </p:sp>
      <p:sp>
        <p:nvSpPr>
          <p:cNvPr id="10" name="Rectangle 9">
            <a:extLst>
              <a:ext uri="{FF2B5EF4-FFF2-40B4-BE49-F238E27FC236}">
                <a16:creationId xmlns:a16="http://schemas.microsoft.com/office/drawing/2014/main" id="{E96364A4-7F92-4697-A48C-DF85487C1FBF}"/>
              </a:ext>
            </a:extLst>
          </p:cNvPr>
          <p:cNvSpPr/>
          <p:nvPr/>
        </p:nvSpPr>
        <p:spPr>
          <a:xfrm>
            <a:off x="7319028" y="1880411"/>
            <a:ext cx="1080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Lowpass filter</a:t>
            </a:r>
          </a:p>
        </p:txBody>
      </p:sp>
      <p:sp>
        <p:nvSpPr>
          <p:cNvPr id="11" name="Rectangle 10">
            <a:extLst>
              <a:ext uri="{FF2B5EF4-FFF2-40B4-BE49-F238E27FC236}">
                <a16:creationId xmlns:a16="http://schemas.microsoft.com/office/drawing/2014/main" id="{5639F41A-A26D-47E1-AD06-0AD0B1AF6F0B}"/>
              </a:ext>
            </a:extLst>
          </p:cNvPr>
          <p:cNvSpPr/>
          <p:nvPr/>
        </p:nvSpPr>
        <p:spPr>
          <a:xfrm>
            <a:off x="10246455" y="720695"/>
            <a:ext cx="1296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destination</a:t>
            </a:r>
          </a:p>
        </p:txBody>
      </p:sp>
      <p:cxnSp>
        <p:nvCxnSpPr>
          <p:cNvPr id="13" name="Straight Arrow Connector 12">
            <a:extLst>
              <a:ext uri="{FF2B5EF4-FFF2-40B4-BE49-F238E27FC236}">
                <a16:creationId xmlns:a16="http://schemas.microsoft.com/office/drawing/2014/main" id="{4BBCEF84-7D97-4A6A-A8EA-3DD761F89243}"/>
              </a:ext>
            </a:extLst>
          </p:cNvPr>
          <p:cNvCxnSpPr>
            <a:cxnSpLocks/>
            <a:stCxn id="8" idx="3"/>
            <a:endCxn id="17" idx="2"/>
          </p:cNvCxnSpPr>
          <p:nvPr/>
        </p:nvCxnSpPr>
        <p:spPr>
          <a:xfrm>
            <a:off x="6836020" y="1044695"/>
            <a:ext cx="744156"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DFC9875-8BA7-4B46-BE05-A6E77BCA1A75}"/>
              </a:ext>
            </a:extLst>
          </p:cNvPr>
          <p:cNvCxnSpPr>
            <a:cxnSpLocks/>
            <a:stCxn id="9" idx="1"/>
            <a:endCxn id="10" idx="3"/>
          </p:cNvCxnSpPr>
          <p:nvPr/>
        </p:nvCxnSpPr>
        <p:spPr>
          <a:xfrm flipH="1">
            <a:off x="8399028" y="2204411"/>
            <a:ext cx="550772"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80D8BA7-E59B-4F3D-9DCC-BB3E2F361D39}"/>
              </a:ext>
            </a:extLst>
          </p:cNvPr>
          <p:cNvCxnSpPr>
            <a:cxnSpLocks/>
            <a:endCxn id="9" idx="0"/>
          </p:cNvCxnSpPr>
          <p:nvPr/>
        </p:nvCxnSpPr>
        <p:spPr>
          <a:xfrm>
            <a:off x="9489800" y="1044695"/>
            <a:ext cx="0" cy="835716"/>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7280952-DC64-4034-94FC-03CEAB4A057D}"/>
              </a:ext>
            </a:extLst>
          </p:cNvPr>
          <p:cNvCxnSpPr>
            <a:cxnSpLocks/>
            <a:stCxn id="10" idx="0"/>
            <a:endCxn id="17" idx="4"/>
          </p:cNvCxnSpPr>
          <p:nvPr/>
        </p:nvCxnSpPr>
        <p:spPr>
          <a:xfrm flipH="1" flipV="1">
            <a:off x="7850176" y="1314695"/>
            <a:ext cx="8852" cy="565716"/>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4FAF31DE-AE6F-4497-99BF-7192C12AD9AB}"/>
              </a:ext>
            </a:extLst>
          </p:cNvPr>
          <p:cNvSpPr/>
          <p:nvPr/>
        </p:nvSpPr>
        <p:spPr>
          <a:xfrm>
            <a:off x="7580176" y="774695"/>
            <a:ext cx="540000" cy="540000"/>
          </a:xfrm>
          <a:prstGeom prst="ellipse">
            <a:avLst/>
          </a:prstGeom>
          <a:solidFill>
            <a:srgbClr val="7030A0"/>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bg1"/>
                </a:solidFill>
              </a:rPr>
              <a:t>+</a:t>
            </a:r>
          </a:p>
        </p:txBody>
      </p:sp>
      <p:cxnSp>
        <p:nvCxnSpPr>
          <p:cNvPr id="18" name="Straight Arrow Connector 17">
            <a:extLst>
              <a:ext uri="{FF2B5EF4-FFF2-40B4-BE49-F238E27FC236}">
                <a16:creationId xmlns:a16="http://schemas.microsoft.com/office/drawing/2014/main" id="{51C538B4-444B-443A-BB5D-41012DB5D09F}"/>
              </a:ext>
            </a:extLst>
          </p:cNvPr>
          <p:cNvCxnSpPr>
            <a:cxnSpLocks/>
            <a:stCxn id="17" idx="6"/>
            <a:endCxn id="11" idx="1"/>
          </p:cNvCxnSpPr>
          <p:nvPr/>
        </p:nvCxnSpPr>
        <p:spPr>
          <a:xfrm>
            <a:off x="8120176" y="1044695"/>
            <a:ext cx="2126279"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6683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421FB-6975-498F-88EE-3B047E430174}"/>
              </a:ext>
            </a:extLst>
          </p:cNvPr>
          <p:cNvSpPr>
            <a:spLocks noGrp="1"/>
          </p:cNvSpPr>
          <p:nvPr>
            <p:ph type="title"/>
          </p:nvPr>
        </p:nvSpPr>
        <p:spPr>
          <a:xfrm>
            <a:off x="766483" y="185830"/>
            <a:ext cx="10515600" cy="961651"/>
          </a:xfrm>
        </p:spPr>
        <p:txBody>
          <a:bodyPr/>
          <a:lstStyle/>
          <a:p>
            <a:r>
              <a:rPr lang="en-GB" dirty="0"/>
              <a:t>Simple implementation</a:t>
            </a:r>
          </a:p>
        </p:txBody>
      </p:sp>
      <p:sp>
        <p:nvSpPr>
          <p:cNvPr id="3" name="Content Placeholder 2">
            <a:extLst>
              <a:ext uri="{FF2B5EF4-FFF2-40B4-BE49-F238E27FC236}">
                <a16:creationId xmlns:a16="http://schemas.microsoft.com/office/drawing/2014/main" id="{6ACB39FB-A08A-4FBE-8D9F-4B9DD8571CA6}"/>
              </a:ext>
            </a:extLst>
          </p:cNvPr>
          <p:cNvSpPr>
            <a:spLocks noGrp="1"/>
          </p:cNvSpPr>
          <p:nvPr>
            <p:ph idx="1"/>
          </p:nvPr>
        </p:nvSpPr>
        <p:spPr>
          <a:xfrm>
            <a:off x="290407" y="1147481"/>
            <a:ext cx="5682222" cy="3569659"/>
          </a:xfrm>
          <a:ln w="15875">
            <a:solidFill>
              <a:srgbClr val="0070C0"/>
            </a:solidFill>
          </a:ln>
        </p:spPr>
        <p:txBody>
          <a:bodyPr>
            <a:normAutofit lnSpcReduction="10000"/>
          </a:bodyPr>
          <a:lstStyle/>
          <a:p>
            <a:pPr marL="0" indent="0">
              <a:buNone/>
            </a:pPr>
            <a:r>
              <a:rPr lang="en-GB" dirty="0"/>
              <a:t>Tuning the string</a:t>
            </a:r>
          </a:p>
          <a:p>
            <a:r>
              <a:rPr lang="en-GB" sz="2400" i="1" dirty="0"/>
              <a:t>L</a:t>
            </a:r>
            <a:r>
              <a:rPr lang="en-GB" sz="2400" dirty="0"/>
              <a:t> is the number of samples of delay</a:t>
            </a:r>
          </a:p>
          <a:p>
            <a:r>
              <a:rPr lang="en-GB" sz="2400" dirty="0"/>
              <a:t>So delay time </a:t>
            </a:r>
            <a:r>
              <a:rPr lang="en-GB" sz="2400" i="1" dirty="0"/>
              <a:t>D</a:t>
            </a:r>
            <a:r>
              <a:rPr lang="en-GB" sz="2400" dirty="0"/>
              <a:t>=</a:t>
            </a:r>
            <a:r>
              <a:rPr lang="en-GB" sz="2400" i="1" dirty="0"/>
              <a:t>L</a:t>
            </a:r>
            <a:r>
              <a:rPr lang="en-GB" sz="2400" dirty="0"/>
              <a:t>/</a:t>
            </a:r>
            <a:r>
              <a:rPr lang="en-GB" sz="2400" i="1" dirty="0"/>
              <a:t>f</a:t>
            </a:r>
            <a:r>
              <a:rPr lang="en-GB" sz="2400" i="1" baseline="-25000" dirty="0"/>
              <a:t>s</a:t>
            </a:r>
          </a:p>
          <a:p>
            <a:pPr lvl="1"/>
            <a:r>
              <a:rPr lang="en-GB" sz="2000" i="1" dirty="0"/>
              <a:t>D</a:t>
            </a:r>
            <a:r>
              <a:rPr lang="en-GB" sz="2000" dirty="0"/>
              <a:t> is the period, i.e. time before it repeats</a:t>
            </a:r>
            <a:endParaRPr lang="en-GB" sz="2000" i="1" baseline="-25000" dirty="0"/>
          </a:p>
          <a:p>
            <a:r>
              <a:rPr lang="en-GB" sz="2400" dirty="0"/>
              <a:t>Fundamental frequency should be 1/</a:t>
            </a:r>
            <a:r>
              <a:rPr lang="en-GB" sz="2400" i="1" dirty="0"/>
              <a:t>D</a:t>
            </a:r>
          </a:p>
          <a:p>
            <a:r>
              <a:rPr lang="en-GB" sz="2400" dirty="0"/>
              <a:t>Want </a:t>
            </a:r>
            <a:r>
              <a:rPr lang="en-GB" sz="2400" i="1" dirty="0"/>
              <a:t>D</a:t>
            </a:r>
            <a:r>
              <a:rPr lang="en-GB" sz="2400" dirty="0"/>
              <a:t> very small</a:t>
            </a:r>
          </a:p>
          <a:p>
            <a:pPr lvl="1"/>
            <a:r>
              <a:rPr lang="en-GB" sz="2000" dirty="0"/>
              <a:t>10 </a:t>
            </a:r>
            <a:r>
              <a:rPr lang="en-GB" sz="2000" dirty="0" err="1"/>
              <a:t>ms</a:t>
            </a:r>
            <a:r>
              <a:rPr lang="en-GB" sz="2000" dirty="0"/>
              <a:t> </a:t>
            </a:r>
            <a:r>
              <a:rPr lang="en-GB" sz="2000" dirty="0">
                <a:sym typeface="Wingdings" panose="05000000000000000000" pitchFamily="2" charset="2"/>
              </a:rPr>
              <a:t> 100 Hz</a:t>
            </a:r>
          </a:p>
          <a:p>
            <a:pPr lvl="1"/>
            <a:r>
              <a:rPr lang="en-GB" sz="2000" dirty="0"/>
              <a:t>5 </a:t>
            </a:r>
            <a:r>
              <a:rPr lang="en-GB" sz="2000" dirty="0" err="1"/>
              <a:t>ms</a:t>
            </a:r>
            <a:r>
              <a:rPr lang="en-GB" sz="2000" dirty="0"/>
              <a:t> </a:t>
            </a:r>
            <a:r>
              <a:rPr lang="en-GB" sz="2000" dirty="0">
                <a:sym typeface="Wingdings" panose="05000000000000000000" pitchFamily="2" charset="2"/>
              </a:rPr>
              <a:t> 200 Hz</a:t>
            </a:r>
          </a:p>
          <a:p>
            <a:pPr lvl="1"/>
            <a:r>
              <a:rPr lang="en-GB" sz="2000" dirty="0">
                <a:sym typeface="Wingdings" panose="05000000000000000000" pitchFamily="2" charset="2"/>
              </a:rPr>
              <a:t>2 </a:t>
            </a:r>
            <a:r>
              <a:rPr lang="en-GB" sz="2000" dirty="0" err="1">
                <a:sym typeface="Wingdings" panose="05000000000000000000" pitchFamily="2" charset="2"/>
              </a:rPr>
              <a:t>ms</a:t>
            </a:r>
            <a:r>
              <a:rPr lang="en-GB" sz="2000" dirty="0">
                <a:sym typeface="Wingdings" panose="05000000000000000000" pitchFamily="2" charset="2"/>
              </a:rPr>
              <a:t>  500 Hz</a:t>
            </a:r>
            <a:endParaRPr lang="en-GB" sz="2000" dirty="0"/>
          </a:p>
        </p:txBody>
      </p:sp>
      <p:sp>
        <p:nvSpPr>
          <p:cNvPr id="12" name="Rectangle 11">
            <a:extLst>
              <a:ext uri="{FF2B5EF4-FFF2-40B4-BE49-F238E27FC236}">
                <a16:creationId xmlns:a16="http://schemas.microsoft.com/office/drawing/2014/main" id="{78E139A7-C469-4838-AF89-801E4BA5A76F}"/>
              </a:ext>
            </a:extLst>
          </p:cNvPr>
          <p:cNvSpPr/>
          <p:nvPr/>
        </p:nvSpPr>
        <p:spPr>
          <a:xfrm>
            <a:off x="1675812" y="4864454"/>
            <a:ext cx="1296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Noise</a:t>
            </a:r>
          </a:p>
        </p:txBody>
      </p:sp>
      <p:sp>
        <p:nvSpPr>
          <p:cNvPr id="13" name="Rectangle 12">
            <a:extLst>
              <a:ext uri="{FF2B5EF4-FFF2-40B4-BE49-F238E27FC236}">
                <a16:creationId xmlns:a16="http://schemas.microsoft.com/office/drawing/2014/main" id="{C90F0CAB-AFAF-40A4-9026-905018D5A4EC}"/>
              </a:ext>
            </a:extLst>
          </p:cNvPr>
          <p:cNvSpPr/>
          <p:nvPr/>
        </p:nvSpPr>
        <p:spPr>
          <a:xfrm>
            <a:off x="3476614" y="4864454"/>
            <a:ext cx="1296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Noise</a:t>
            </a:r>
          </a:p>
          <a:p>
            <a:pPr algn="ctr"/>
            <a:r>
              <a:rPr lang="en-GB" dirty="0"/>
              <a:t>Gain</a:t>
            </a:r>
          </a:p>
        </p:txBody>
      </p:sp>
      <p:sp>
        <p:nvSpPr>
          <p:cNvPr id="14" name="Rectangle 13">
            <a:extLst>
              <a:ext uri="{FF2B5EF4-FFF2-40B4-BE49-F238E27FC236}">
                <a16:creationId xmlns:a16="http://schemas.microsoft.com/office/drawing/2014/main" id="{A8579E85-9729-4BCD-982C-FC29AD94388A}"/>
              </a:ext>
            </a:extLst>
          </p:cNvPr>
          <p:cNvSpPr/>
          <p:nvPr/>
        </p:nvSpPr>
        <p:spPr>
          <a:xfrm>
            <a:off x="6940180" y="6024170"/>
            <a:ext cx="1080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Delay</a:t>
            </a:r>
          </a:p>
        </p:txBody>
      </p:sp>
      <p:sp>
        <p:nvSpPr>
          <p:cNvPr id="15" name="Rectangle 14">
            <a:extLst>
              <a:ext uri="{FF2B5EF4-FFF2-40B4-BE49-F238E27FC236}">
                <a16:creationId xmlns:a16="http://schemas.microsoft.com/office/drawing/2014/main" id="{80A6AA07-32AC-4A66-B6A8-1D9BB5F9A244}"/>
              </a:ext>
            </a:extLst>
          </p:cNvPr>
          <p:cNvSpPr/>
          <p:nvPr/>
        </p:nvSpPr>
        <p:spPr>
          <a:xfrm>
            <a:off x="5255622" y="6024170"/>
            <a:ext cx="1080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Feedback</a:t>
            </a:r>
          </a:p>
          <a:p>
            <a:pPr algn="ctr"/>
            <a:r>
              <a:rPr lang="en-GB" dirty="0"/>
              <a:t>Gain</a:t>
            </a:r>
          </a:p>
        </p:txBody>
      </p:sp>
      <p:sp>
        <p:nvSpPr>
          <p:cNvPr id="16" name="Rectangle 15">
            <a:extLst>
              <a:ext uri="{FF2B5EF4-FFF2-40B4-BE49-F238E27FC236}">
                <a16:creationId xmlns:a16="http://schemas.microsoft.com/office/drawing/2014/main" id="{E381F841-C57F-4CD3-8675-9313A2D8C05B}"/>
              </a:ext>
            </a:extLst>
          </p:cNvPr>
          <p:cNvSpPr/>
          <p:nvPr/>
        </p:nvSpPr>
        <p:spPr>
          <a:xfrm>
            <a:off x="8230859" y="4864454"/>
            <a:ext cx="1296000" cy="648000"/>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destination</a:t>
            </a:r>
          </a:p>
        </p:txBody>
      </p:sp>
      <p:cxnSp>
        <p:nvCxnSpPr>
          <p:cNvPr id="17" name="Straight Arrow Connector 16">
            <a:extLst>
              <a:ext uri="{FF2B5EF4-FFF2-40B4-BE49-F238E27FC236}">
                <a16:creationId xmlns:a16="http://schemas.microsoft.com/office/drawing/2014/main" id="{A4BF9F0D-BABE-432C-A432-91D5C9B6DEF0}"/>
              </a:ext>
            </a:extLst>
          </p:cNvPr>
          <p:cNvCxnSpPr>
            <a:cxnSpLocks/>
            <a:stCxn id="12" idx="3"/>
            <a:endCxn id="13" idx="1"/>
          </p:cNvCxnSpPr>
          <p:nvPr/>
        </p:nvCxnSpPr>
        <p:spPr>
          <a:xfrm>
            <a:off x="2971812" y="5188454"/>
            <a:ext cx="504802"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9400826-2090-494B-A685-E6E741375322}"/>
              </a:ext>
            </a:extLst>
          </p:cNvPr>
          <p:cNvCxnSpPr>
            <a:cxnSpLocks/>
            <a:stCxn id="13" idx="3"/>
            <a:endCxn id="22" idx="2"/>
          </p:cNvCxnSpPr>
          <p:nvPr/>
        </p:nvCxnSpPr>
        <p:spPr>
          <a:xfrm>
            <a:off x="4772614" y="5188454"/>
            <a:ext cx="744156"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F2C75BB-5EEF-4B50-AFA9-D59D65037D7A}"/>
              </a:ext>
            </a:extLst>
          </p:cNvPr>
          <p:cNvCxnSpPr>
            <a:cxnSpLocks/>
            <a:stCxn id="14" idx="1"/>
            <a:endCxn id="15" idx="3"/>
          </p:cNvCxnSpPr>
          <p:nvPr/>
        </p:nvCxnSpPr>
        <p:spPr>
          <a:xfrm flipH="1">
            <a:off x="6335622" y="6348170"/>
            <a:ext cx="604558"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E4CFA84-23D6-4C02-B0C3-843A2D1A639A}"/>
              </a:ext>
            </a:extLst>
          </p:cNvPr>
          <p:cNvCxnSpPr>
            <a:cxnSpLocks/>
            <a:endCxn id="14" idx="0"/>
          </p:cNvCxnSpPr>
          <p:nvPr/>
        </p:nvCxnSpPr>
        <p:spPr>
          <a:xfrm>
            <a:off x="7480180" y="5188454"/>
            <a:ext cx="0" cy="835716"/>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E128EE5-0F38-4CF2-A1F0-4D04D690BF0F}"/>
              </a:ext>
            </a:extLst>
          </p:cNvPr>
          <p:cNvCxnSpPr>
            <a:cxnSpLocks/>
            <a:stCxn id="15" idx="0"/>
            <a:endCxn id="22" idx="4"/>
          </p:cNvCxnSpPr>
          <p:nvPr/>
        </p:nvCxnSpPr>
        <p:spPr>
          <a:xfrm flipH="1" flipV="1">
            <a:off x="5786770" y="5458454"/>
            <a:ext cx="8852" cy="565716"/>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953B126C-0415-450A-881E-31BC2DC18952}"/>
              </a:ext>
            </a:extLst>
          </p:cNvPr>
          <p:cNvSpPr/>
          <p:nvPr/>
        </p:nvSpPr>
        <p:spPr>
          <a:xfrm>
            <a:off x="5516770" y="4918454"/>
            <a:ext cx="540000" cy="540000"/>
          </a:xfrm>
          <a:prstGeom prst="ellipse">
            <a:avLst/>
          </a:prstGeom>
          <a:solidFill>
            <a:srgbClr val="7030A0"/>
          </a:solidFill>
          <a:ln w="317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600" dirty="0">
                <a:solidFill>
                  <a:schemeClr val="bg1"/>
                </a:solidFill>
              </a:rPr>
              <a:t>+</a:t>
            </a:r>
          </a:p>
        </p:txBody>
      </p:sp>
      <p:cxnSp>
        <p:nvCxnSpPr>
          <p:cNvPr id="23" name="Straight Arrow Connector 22">
            <a:extLst>
              <a:ext uri="{FF2B5EF4-FFF2-40B4-BE49-F238E27FC236}">
                <a16:creationId xmlns:a16="http://schemas.microsoft.com/office/drawing/2014/main" id="{B746F112-D4FA-4865-8162-E3577F490B74}"/>
              </a:ext>
            </a:extLst>
          </p:cNvPr>
          <p:cNvCxnSpPr>
            <a:cxnSpLocks/>
            <a:stCxn id="22" idx="6"/>
            <a:endCxn id="16" idx="1"/>
          </p:cNvCxnSpPr>
          <p:nvPr/>
        </p:nvCxnSpPr>
        <p:spPr>
          <a:xfrm>
            <a:off x="6056770" y="5188454"/>
            <a:ext cx="2174089" cy="0"/>
          </a:xfrm>
          <a:prstGeom prst="straightConnector1">
            <a:avLst/>
          </a:prstGeom>
          <a:ln w="3175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D888A75-DDCC-49A7-81DE-0C9B8099AB33}"/>
              </a:ext>
            </a:extLst>
          </p:cNvPr>
          <p:cNvSpPr txBox="1"/>
          <p:nvPr/>
        </p:nvSpPr>
        <p:spPr>
          <a:xfrm>
            <a:off x="6096000" y="1670513"/>
            <a:ext cx="5790636" cy="1401409"/>
          </a:xfrm>
          <a:prstGeom prst="rect">
            <a:avLst/>
          </a:prstGeom>
          <a:noFill/>
          <a:ln w="15875">
            <a:solidFill>
              <a:srgbClr val="0070C0"/>
            </a:solidFill>
          </a:ln>
        </p:spPr>
        <p:txBody>
          <a:bodyPr wrap="square">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2800" b="0" u="none" strike="noStrike" kern="1200" cap="none" spc="0" normalizeH="0" baseline="0" noProof="0" dirty="0">
                <a:ln>
                  <a:noFill/>
                </a:ln>
                <a:solidFill>
                  <a:prstClr val="black"/>
                </a:solidFill>
                <a:effectLst/>
                <a:uLnTx/>
                <a:uFillTx/>
                <a:latin typeface="Calibri" panose="020F0502020204030204"/>
                <a:ea typeface="+mn-ea"/>
                <a:cs typeface="+mn-cs"/>
              </a:rPr>
              <a:t>Variations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u="none" strike="noStrike" kern="1200" cap="none" spc="0" normalizeH="0" baseline="0" noProof="0" dirty="0">
                <a:ln>
                  <a:noFill/>
                </a:ln>
                <a:solidFill>
                  <a:prstClr val="black"/>
                </a:solidFill>
                <a:effectLst/>
                <a:uLnTx/>
                <a:uFillTx/>
                <a:latin typeface="Calibri" panose="020F0502020204030204"/>
                <a:ea typeface="+mn-ea"/>
                <a:cs typeface="+mn-cs"/>
              </a:rPr>
              <a:t>Can replace filter with just feedback gain</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GB" sz="2400" b="0" u="none" strike="noStrike" kern="1200" cap="none" spc="0" normalizeH="0" baseline="0" noProof="0" dirty="0">
                <a:ln>
                  <a:noFill/>
                </a:ln>
                <a:solidFill>
                  <a:prstClr val="black"/>
                </a:solidFill>
                <a:effectLst/>
                <a:uLnTx/>
                <a:uFillTx/>
                <a:latin typeface="Calibri" panose="020F0502020204030204"/>
                <a:ea typeface="+mn-ea"/>
                <a:cs typeface="+mn-cs"/>
              </a:rPr>
              <a:t>Can have excitation decay over short time</a:t>
            </a:r>
          </a:p>
        </p:txBody>
      </p:sp>
    </p:spTree>
    <p:extLst>
      <p:ext uri="{BB962C8B-B14F-4D97-AF65-F5344CB8AC3E}">
        <p14:creationId xmlns:p14="http://schemas.microsoft.com/office/powerpoint/2010/main" val="722391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47C39-5883-4BC2-817B-482CDC908A05}"/>
              </a:ext>
            </a:extLst>
          </p:cNvPr>
          <p:cNvSpPr>
            <a:spLocks noGrp="1"/>
          </p:cNvSpPr>
          <p:nvPr>
            <p:ph type="title"/>
          </p:nvPr>
        </p:nvSpPr>
        <p:spPr/>
        <p:txBody>
          <a:bodyPr/>
          <a:lstStyle/>
          <a:p>
            <a:r>
              <a:rPr lang="en-GB" dirty="0"/>
              <a:t>Web audio implementation</a:t>
            </a:r>
          </a:p>
        </p:txBody>
      </p:sp>
      <p:sp>
        <p:nvSpPr>
          <p:cNvPr id="3" name="Content Placeholder 2">
            <a:extLst>
              <a:ext uri="{FF2B5EF4-FFF2-40B4-BE49-F238E27FC236}">
                <a16:creationId xmlns:a16="http://schemas.microsoft.com/office/drawing/2014/main" id="{49BA5C45-9558-4934-80DE-79AA3AF0730D}"/>
              </a:ext>
            </a:extLst>
          </p:cNvPr>
          <p:cNvSpPr>
            <a:spLocks noGrp="1"/>
          </p:cNvSpPr>
          <p:nvPr>
            <p:ph idx="1"/>
          </p:nvPr>
        </p:nvSpPr>
        <p:spPr/>
        <p:txBody>
          <a:bodyPr/>
          <a:lstStyle/>
          <a:p>
            <a:r>
              <a:rPr lang="en-GB" dirty="0" err="1"/>
              <a:t>DelayNode</a:t>
            </a:r>
            <a:r>
              <a:rPr lang="en-GB" dirty="0"/>
              <a:t> has a minimum of one block delay when used in a feedback loop</a:t>
            </a:r>
          </a:p>
          <a:p>
            <a:pPr lvl="1"/>
            <a:r>
              <a:rPr lang="en-GB" dirty="0"/>
              <a:t>One block is 128 samples </a:t>
            </a:r>
          </a:p>
          <a:p>
            <a:pPr lvl="1"/>
            <a:r>
              <a:rPr lang="en-GB" i="1" dirty="0"/>
              <a:t>x</a:t>
            </a:r>
            <a:r>
              <a:rPr lang="en-GB" dirty="0"/>
              <a:t> seconds delay becomes 128/</a:t>
            </a:r>
            <a:r>
              <a:rPr lang="en-GB" i="1" dirty="0"/>
              <a:t>f</a:t>
            </a:r>
            <a:r>
              <a:rPr lang="en-GB" i="1" baseline="-25000" dirty="0"/>
              <a:t>s</a:t>
            </a:r>
            <a:r>
              <a:rPr lang="en-GB" dirty="0"/>
              <a:t> if </a:t>
            </a:r>
            <a:r>
              <a:rPr lang="en-GB" i="1" dirty="0"/>
              <a:t>x</a:t>
            </a:r>
            <a:r>
              <a:rPr lang="en-GB" dirty="0"/>
              <a:t> </a:t>
            </a:r>
            <a:r>
              <a:rPr lang="en-GB" dirty="0" err="1"/>
              <a:t>ms</a:t>
            </a:r>
            <a:r>
              <a:rPr lang="en-GB" dirty="0"/>
              <a:t> delay if </a:t>
            </a:r>
            <a:r>
              <a:rPr lang="en-GB" i="1" dirty="0"/>
              <a:t>x</a:t>
            </a:r>
            <a:r>
              <a:rPr lang="en-GB" dirty="0"/>
              <a:t>&lt;128/f</a:t>
            </a:r>
            <a:r>
              <a:rPr lang="en-GB" baseline="-25000" dirty="0"/>
              <a:t>s</a:t>
            </a:r>
            <a:r>
              <a:rPr lang="en-GB" dirty="0"/>
              <a:t> </a:t>
            </a:r>
            <a:endParaRPr lang="en-GB" baseline="-25000" dirty="0"/>
          </a:p>
          <a:p>
            <a:pPr lvl="2"/>
            <a:r>
              <a:rPr lang="en-GB" i="1" dirty="0"/>
              <a:t>f</a:t>
            </a:r>
            <a:r>
              <a:rPr lang="en-GB" i="1" baseline="-25000" dirty="0"/>
              <a:t>s</a:t>
            </a:r>
            <a:r>
              <a:rPr lang="en-GB" baseline="-25000" dirty="0"/>
              <a:t> </a:t>
            </a:r>
            <a:r>
              <a:rPr lang="en-GB" dirty="0"/>
              <a:t>is the sample rate</a:t>
            </a:r>
            <a:endParaRPr lang="en-GB" baseline="-25000" dirty="0"/>
          </a:p>
          <a:p>
            <a:pPr lvl="1"/>
            <a:r>
              <a:rPr lang="en-GB" dirty="0"/>
              <a:t>Only when delay is connected in a feedback loop of nodes</a:t>
            </a:r>
          </a:p>
          <a:p>
            <a:pPr lvl="1"/>
            <a:r>
              <a:rPr lang="en-GB" dirty="0"/>
              <a:t>So highest frequency is fs/128 (~344.5 for 44.1kHz)</a:t>
            </a:r>
          </a:p>
          <a:p>
            <a:r>
              <a:rPr lang="en-GB" dirty="0"/>
              <a:t>Solution: implement the feedback loop inside an audio worklet</a:t>
            </a:r>
          </a:p>
        </p:txBody>
      </p:sp>
    </p:spTree>
    <p:extLst>
      <p:ext uri="{BB962C8B-B14F-4D97-AF65-F5344CB8AC3E}">
        <p14:creationId xmlns:p14="http://schemas.microsoft.com/office/powerpoint/2010/main" val="2919578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616</Words>
  <Application>Microsoft Office PowerPoint</Application>
  <PresentationFormat>Widescreen</PresentationFormat>
  <Paragraphs>70</Paragraphs>
  <Slides>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Implementing the Karplus-Strong algorithm in the Web Audio API</vt:lpstr>
      <vt:lpstr>The DelayNode</vt:lpstr>
      <vt:lpstr>Karplus-Strong synthesis</vt:lpstr>
      <vt:lpstr>How it works</vt:lpstr>
      <vt:lpstr>Simple implementation</vt:lpstr>
      <vt:lpstr>Web audio implementation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Joshua Reiss</dc:creator>
  <cp:lastModifiedBy>Joshua Reiss</cp:lastModifiedBy>
  <cp:revision>1</cp:revision>
  <dcterms:created xsi:type="dcterms:W3CDTF">2020-11-21T07:03:12Z</dcterms:created>
  <dcterms:modified xsi:type="dcterms:W3CDTF">2022-03-17T17:03:09Z</dcterms:modified>
</cp:coreProperties>
</file>