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342" r:id="rId2"/>
    <p:sldId id="343" r:id="rId3"/>
    <p:sldId id="346" r:id="rId4"/>
    <p:sldId id="347" r:id="rId5"/>
    <p:sldId id="278" r:id="rId6"/>
    <p:sldId id="340" r:id="rId7"/>
    <p:sldId id="344" r:id="rId8"/>
    <p:sldId id="345" r:id="rId9"/>
    <p:sldId id="258" r:id="rId10"/>
    <p:sldId id="259" r:id="rId11"/>
    <p:sldId id="273" r:id="rId12"/>
    <p:sldId id="26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2D6786-44EB-4303-BE9F-34D90EBA1EF3}" v="367" dt="2022-02-22T08:33:33.6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0" autoAdjust="0"/>
    <p:restoredTop sz="86410" autoAdjust="0"/>
  </p:normalViewPr>
  <p:slideViewPr>
    <p:cSldViewPr snapToGrid="0">
      <p:cViewPr varScale="1">
        <p:scale>
          <a:sx n="80" d="100"/>
          <a:sy n="80" d="100"/>
        </p:scale>
        <p:origin x="81" y="492"/>
      </p:cViewPr>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Lst>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8" Type="http://schemas.openxmlformats.org/officeDocument/2006/relationships/slide" Target="slides/slide9.xml"/><Relationship Id="rId3" Type="http://schemas.openxmlformats.org/officeDocument/2006/relationships/slide" Target="slides/slide3.xml"/><Relationship Id="rId7" Type="http://schemas.openxmlformats.org/officeDocument/2006/relationships/slide" Target="slides/slide8.xml"/><Relationship Id="rId2" Type="http://schemas.openxmlformats.org/officeDocument/2006/relationships/slide" Target="slides/slide2.xml"/><Relationship Id="rId1" Type="http://schemas.openxmlformats.org/officeDocument/2006/relationships/slide" Target="slides/slide1.xml"/><Relationship Id="rId6" Type="http://schemas.openxmlformats.org/officeDocument/2006/relationships/slide" Target="slides/slide7.xml"/><Relationship Id="rId11" Type="http://schemas.openxmlformats.org/officeDocument/2006/relationships/slide" Target="slides/slide12.xml"/><Relationship Id="rId5" Type="http://schemas.openxmlformats.org/officeDocument/2006/relationships/slide" Target="slides/slide6.xml"/><Relationship Id="rId10" Type="http://schemas.openxmlformats.org/officeDocument/2006/relationships/slide" Target="slides/slide11.xml"/><Relationship Id="rId4" Type="http://schemas.openxmlformats.org/officeDocument/2006/relationships/slide" Target="slides/slide4.xml"/><Relationship Id="rId9"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 Reiss" userId="a90d6cd88c30b6c6" providerId="LiveId" clId="{165483D8-A2BC-4523-909C-405FC0CA66D0}"/>
    <pc:docChg chg="undo custSel modSld">
      <pc:chgData name="Josh Reiss" userId="a90d6cd88c30b6c6" providerId="LiveId" clId="{165483D8-A2BC-4523-909C-405FC0CA66D0}" dt="2021-06-28T14:40:13.815" v="112" actId="1037"/>
      <pc:docMkLst>
        <pc:docMk/>
      </pc:docMkLst>
      <pc:sldChg chg="addSp delSp modSp mod">
        <pc:chgData name="Josh Reiss" userId="a90d6cd88c30b6c6" providerId="LiveId" clId="{165483D8-A2BC-4523-909C-405FC0CA66D0}" dt="2021-06-28T14:40:13.815" v="112" actId="1037"/>
        <pc:sldMkLst>
          <pc:docMk/>
          <pc:sldMk cId="1862733517" sldId="256"/>
        </pc:sldMkLst>
        <pc:spChg chg="del">
          <ac:chgData name="Josh Reiss" userId="a90d6cd88c30b6c6" providerId="LiveId" clId="{165483D8-A2BC-4523-909C-405FC0CA66D0}" dt="2021-06-28T14:39:08.644" v="11" actId="478"/>
          <ac:spMkLst>
            <pc:docMk/>
            <pc:sldMk cId="1862733517" sldId="256"/>
            <ac:spMk id="2" creationId="{BE3432DD-8D3F-47E2-BEA8-EFE20E5B942C}"/>
          </ac:spMkLst>
        </pc:spChg>
        <pc:spChg chg="add mod">
          <ac:chgData name="Josh Reiss" userId="a90d6cd88c30b6c6" providerId="LiveId" clId="{165483D8-A2BC-4523-909C-405FC0CA66D0}" dt="2021-06-28T14:37:57.438" v="0"/>
          <ac:spMkLst>
            <pc:docMk/>
            <pc:sldMk cId="1862733517" sldId="256"/>
            <ac:spMk id="4" creationId="{2340F8CE-123B-4B3A-A57A-12FDEAD3DE89}"/>
          </ac:spMkLst>
        </pc:spChg>
        <pc:spChg chg="add del mod">
          <ac:chgData name="Josh Reiss" userId="a90d6cd88c30b6c6" providerId="LiveId" clId="{165483D8-A2BC-4523-909C-405FC0CA66D0}" dt="2021-06-28T14:38:17.514" v="3" actId="478"/>
          <ac:spMkLst>
            <pc:docMk/>
            <pc:sldMk cId="1862733517" sldId="256"/>
            <ac:spMk id="5" creationId="{5BC5578A-3D46-471E-BB49-E765B08B1C07}"/>
          </ac:spMkLst>
        </pc:spChg>
        <pc:spChg chg="add del mod">
          <ac:chgData name="Josh Reiss" userId="a90d6cd88c30b6c6" providerId="LiveId" clId="{165483D8-A2BC-4523-909C-405FC0CA66D0}" dt="2021-06-28T14:39:51.703" v="21" actId="478"/>
          <ac:spMkLst>
            <pc:docMk/>
            <pc:sldMk cId="1862733517" sldId="256"/>
            <ac:spMk id="6" creationId="{94235E21-6A0C-443D-82CE-EF134570060F}"/>
          </ac:spMkLst>
        </pc:spChg>
        <pc:spChg chg="add del mod">
          <ac:chgData name="Josh Reiss" userId="a90d6cd88c30b6c6" providerId="LiveId" clId="{165483D8-A2BC-4523-909C-405FC0CA66D0}" dt="2021-06-28T14:39:51.703" v="21" actId="478"/>
          <ac:spMkLst>
            <pc:docMk/>
            <pc:sldMk cId="1862733517" sldId="256"/>
            <ac:spMk id="7" creationId="{B93640E8-E802-4D80-B68C-0BDEB5B9F246}"/>
          </ac:spMkLst>
        </pc:spChg>
        <pc:spChg chg="add mod">
          <ac:chgData name="Josh Reiss" userId="a90d6cd88c30b6c6" providerId="LiveId" clId="{165483D8-A2BC-4523-909C-405FC0CA66D0}" dt="2021-06-28T14:40:13.815" v="112" actId="1037"/>
          <ac:spMkLst>
            <pc:docMk/>
            <pc:sldMk cId="1862733517" sldId="256"/>
            <ac:spMk id="8" creationId="{CA191ED1-E3B1-407F-B748-8DC5731895C3}"/>
          </ac:spMkLst>
        </pc:spChg>
        <pc:spChg chg="add mod">
          <ac:chgData name="Josh Reiss" userId="a90d6cd88c30b6c6" providerId="LiveId" clId="{165483D8-A2BC-4523-909C-405FC0CA66D0}" dt="2021-06-28T14:40:13.815" v="112" actId="1037"/>
          <ac:spMkLst>
            <pc:docMk/>
            <pc:sldMk cId="1862733517" sldId="256"/>
            <ac:spMk id="17" creationId="{5C54E9AB-0639-4023-8AFA-E46FDD0F9C45}"/>
          </ac:spMkLst>
        </pc:spChg>
        <pc:cxnChg chg="add mod">
          <ac:chgData name="Josh Reiss" userId="a90d6cd88c30b6c6" providerId="LiveId" clId="{165483D8-A2BC-4523-909C-405FC0CA66D0}" dt="2021-06-28T14:40:13.815" v="112" actId="1037"/>
          <ac:cxnSpMkLst>
            <pc:docMk/>
            <pc:sldMk cId="1862733517" sldId="256"/>
            <ac:cxnSpMk id="9" creationId="{801EF83B-E837-4C88-848B-5FF8A1A96068}"/>
          </ac:cxnSpMkLst>
        </pc:cxnChg>
        <pc:cxnChg chg="add del mod">
          <ac:chgData name="Josh Reiss" userId="a90d6cd88c30b6c6" providerId="LiveId" clId="{165483D8-A2BC-4523-909C-405FC0CA66D0}" dt="2021-06-28T14:39:51.703" v="21" actId="478"/>
          <ac:cxnSpMkLst>
            <pc:docMk/>
            <pc:sldMk cId="1862733517" sldId="256"/>
            <ac:cxnSpMk id="10" creationId="{B7EFE6A8-6331-461B-AF17-BF9BAE2A36BF}"/>
          </ac:cxnSpMkLst>
        </pc:cxnChg>
        <pc:cxnChg chg="add del mod">
          <ac:chgData name="Josh Reiss" userId="a90d6cd88c30b6c6" providerId="LiveId" clId="{165483D8-A2BC-4523-909C-405FC0CA66D0}" dt="2021-06-28T14:39:51.703" v="21" actId="478"/>
          <ac:cxnSpMkLst>
            <pc:docMk/>
            <pc:sldMk cId="1862733517" sldId="256"/>
            <ac:cxnSpMk id="11" creationId="{B4A93506-7B8B-4B4D-AFD7-9659D16344EB}"/>
          </ac:cxnSpMkLst>
        </pc:cxnChg>
        <pc:cxnChg chg="add del mod">
          <ac:chgData name="Josh Reiss" userId="a90d6cd88c30b6c6" providerId="LiveId" clId="{165483D8-A2BC-4523-909C-405FC0CA66D0}" dt="2021-06-28T14:39:51.703" v="21" actId="478"/>
          <ac:cxnSpMkLst>
            <pc:docMk/>
            <pc:sldMk cId="1862733517" sldId="256"/>
            <ac:cxnSpMk id="12" creationId="{7A3FE4E4-AE40-42A9-95F8-C166C134871E}"/>
          </ac:cxnSpMkLst>
        </pc:cxnChg>
        <pc:cxnChg chg="add del mod">
          <ac:chgData name="Josh Reiss" userId="a90d6cd88c30b6c6" providerId="LiveId" clId="{165483D8-A2BC-4523-909C-405FC0CA66D0}" dt="2021-06-28T14:39:51.703" v="21" actId="478"/>
          <ac:cxnSpMkLst>
            <pc:docMk/>
            <pc:sldMk cId="1862733517" sldId="256"/>
            <ac:cxnSpMk id="13" creationId="{7145FB9C-E1D8-4EFF-9E11-F0CF29B0975C}"/>
          </ac:cxnSpMkLst>
        </pc:cxnChg>
        <pc:cxnChg chg="add del mod">
          <ac:chgData name="Josh Reiss" userId="a90d6cd88c30b6c6" providerId="LiveId" clId="{165483D8-A2BC-4523-909C-405FC0CA66D0}" dt="2021-06-28T14:39:24.036" v="14" actId="21"/>
          <ac:cxnSpMkLst>
            <pc:docMk/>
            <pc:sldMk cId="1862733517" sldId="256"/>
            <ac:cxnSpMk id="14" creationId="{4959A8E1-ED4F-4036-AA02-38ED9E165BF4}"/>
          </ac:cxnSpMkLst>
        </pc:cxnChg>
        <pc:cxnChg chg="add del mod">
          <ac:chgData name="Josh Reiss" userId="a90d6cd88c30b6c6" providerId="LiveId" clId="{165483D8-A2BC-4523-909C-405FC0CA66D0}" dt="2021-06-28T14:39:51.703" v="21" actId="478"/>
          <ac:cxnSpMkLst>
            <pc:docMk/>
            <pc:sldMk cId="1862733517" sldId="256"/>
            <ac:cxnSpMk id="18" creationId="{EE8D0F65-D993-41C7-B98B-698533B5F529}"/>
          </ac:cxnSpMkLst>
        </pc:cxnChg>
        <pc:cxnChg chg="add mod">
          <ac:chgData name="Josh Reiss" userId="a90d6cd88c30b6c6" providerId="LiveId" clId="{165483D8-A2BC-4523-909C-405FC0CA66D0}" dt="2021-06-28T14:40:13.815" v="112" actId="1037"/>
          <ac:cxnSpMkLst>
            <pc:docMk/>
            <pc:sldMk cId="1862733517" sldId="256"/>
            <ac:cxnSpMk id="19" creationId="{EA61C3B5-F1DE-4D00-AD60-8390D416C1E9}"/>
          </ac:cxnSpMkLst>
        </pc:cxnChg>
        <pc:cxnChg chg="add mod">
          <ac:chgData name="Josh Reiss" userId="a90d6cd88c30b6c6" providerId="LiveId" clId="{165483D8-A2BC-4523-909C-405FC0CA66D0}" dt="2021-06-28T14:40:13.815" v="112" actId="1037"/>
          <ac:cxnSpMkLst>
            <pc:docMk/>
            <pc:sldMk cId="1862733517" sldId="256"/>
            <ac:cxnSpMk id="22" creationId="{2AB85A4A-A64D-4DE7-B732-61B50F48B79F}"/>
          </ac:cxnSpMkLst>
        </pc:cxnChg>
      </pc:sldChg>
    </pc:docChg>
  </pc:docChgLst>
  <pc:docChgLst>
    <pc:chgData name="Josh Reiss" userId="a90d6cd88c30b6c6" providerId="LiveId" clId="{7C2DCB1A-65A4-4688-9DCF-D8CA67CEAFDD}"/>
    <pc:docChg chg="undo custSel delSld modSld">
      <pc:chgData name="Josh Reiss" userId="a90d6cd88c30b6c6" providerId="LiveId" clId="{7C2DCB1A-65A4-4688-9DCF-D8CA67CEAFDD}" dt="2020-11-25T06:24:39.450" v="101" actId="47"/>
      <pc:docMkLst>
        <pc:docMk/>
      </pc:docMkLst>
      <pc:sldChg chg="delSp modSp mod">
        <pc:chgData name="Josh Reiss" userId="a90d6cd88c30b6c6" providerId="LiveId" clId="{7C2DCB1A-65A4-4688-9DCF-D8CA67CEAFDD}" dt="2020-11-25T06:24:35.452" v="100" actId="1038"/>
        <pc:sldMkLst>
          <pc:docMk/>
          <pc:sldMk cId="1582420652" sldId="257"/>
        </pc:sldMkLst>
        <pc:spChg chg="mod">
          <ac:chgData name="Josh Reiss" userId="a90d6cd88c30b6c6" providerId="LiveId" clId="{7C2DCB1A-65A4-4688-9DCF-D8CA67CEAFDD}" dt="2020-11-25T06:24:35.452" v="100" actId="1038"/>
          <ac:spMkLst>
            <pc:docMk/>
            <pc:sldMk cId="1582420652" sldId="257"/>
            <ac:spMk id="4" creationId="{7A79CF97-31B3-41C2-A64F-E99DD7B1F12C}"/>
          </ac:spMkLst>
        </pc:spChg>
        <pc:spChg chg="mod">
          <ac:chgData name="Josh Reiss" userId="a90d6cd88c30b6c6" providerId="LiveId" clId="{7C2DCB1A-65A4-4688-9DCF-D8CA67CEAFDD}" dt="2020-11-25T06:24:10.436" v="66" actId="14100"/>
          <ac:spMkLst>
            <pc:docMk/>
            <pc:sldMk cId="1582420652" sldId="257"/>
            <ac:spMk id="5" creationId="{9E48C44B-FE42-49A8-8A7D-C048A696651C}"/>
          </ac:spMkLst>
        </pc:spChg>
        <pc:spChg chg="mod">
          <ac:chgData name="Josh Reiss" userId="a90d6cd88c30b6c6" providerId="LiveId" clId="{7C2DCB1A-65A4-4688-9DCF-D8CA67CEAFDD}" dt="2020-11-25T06:24:10.436" v="66" actId="14100"/>
          <ac:spMkLst>
            <pc:docMk/>
            <pc:sldMk cId="1582420652" sldId="257"/>
            <ac:spMk id="6" creationId="{37489C1F-E2B3-4960-9F89-5F73DB9CEB44}"/>
          </ac:spMkLst>
        </pc:spChg>
        <pc:spChg chg="mod">
          <ac:chgData name="Josh Reiss" userId="a90d6cd88c30b6c6" providerId="LiveId" clId="{7C2DCB1A-65A4-4688-9DCF-D8CA67CEAFDD}" dt="2020-11-25T06:24:10.436" v="66" actId="14100"/>
          <ac:spMkLst>
            <pc:docMk/>
            <pc:sldMk cId="1582420652" sldId="257"/>
            <ac:spMk id="7" creationId="{39A1FCAC-50DF-49C5-BE6D-56FE10FA2C47}"/>
          </ac:spMkLst>
        </pc:spChg>
        <pc:spChg chg="mod">
          <ac:chgData name="Josh Reiss" userId="a90d6cd88c30b6c6" providerId="LiveId" clId="{7C2DCB1A-65A4-4688-9DCF-D8CA67CEAFDD}" dt="2020-11-25T06:24:20.810" v="76" actId="1037"/>
          <ac:spMkLst>
            <pc:docMk/>
            <pc:sldMk cId="1582420652" sldId="257"/>
            <ac:spMk id="8" creationId="{1B554ED9-52A5-4144-8605-BC09A875C4D7}"/>
          </ac:spMkLst>
        </pc:spChg>
        <pc:spChg chg="del">
          <ac:chgData name="Josh Reiss" userId="a90d6cd88c30b6c6" providerId="LiveId" clId="{7C2DCB1A-65A4-4688-9DCF-D8CA67CEAFDD}" dt="2020-11-25T06:23:05.090" v="49" actId="478"/>
          <ac:spMkLst>
            <pc:docMk/>
            <pc:sldMk cId="1582420652" sldId="257"/>
            <ac:spMk id="48" creationId="{56E8D1B5-5E61-4824-9A44-E5A4B4CB9496}"/>
          </ac:spMkLst>
        </pc:spChg>
        <pc:cxnChg chg="mod">
          <ac:chgData name="Josh Reiss" userId="a90d6cd88c30b6c6" providerId="LiveId" clId="{7C2DCB1A-65A4-4688-9DCF-D8CA67CEAFDD}" dt="2020-11-25T06:24:35.452" v="100" actId="1038"/>
          <ac:cxnSpMkLst>
            <pc:docMk/>
            <pc:sldMk cId="1582420652" sldId="257"/>
            <ac:cxnSpMk id="10" creationId="{0819F297-DA48-4270-B759-2DCA0A379870}"/>
          </ac:cxnSpMkLst>
        </pc:cxnChg>
        <pc:cxnChg chg="mod">
          <ac:chgData name="Josh Reiss" userId="a90d6cd88c30b6c6" providerId="LiveId" clId="{7C2DCB1A-65A4-4688-9DCF-D8CA67CEAFDD}" dt="2020-11-25T06:24:10.436" v="66" actId="14100"/>
          <ac:cxnSpMkLst>
            <pc:docMk/>
            <pc:sldMk cId="1582420652" sldId="257"/>
            <ac:cxnSpMk id="13" creationId="{8D33BF42-94E8-4C5F-A5CC-736C1274A073}"/>
          </ac:cxnSpMkLst>
        </pc:cxnChg>
        <pc:cxnChg chg="mod">
          <ac:chgData name="Josh Reiss" userId="a90d6cd88c30b6c6" providerId="LiveId" clId="{7C2DCB1A-65A4-4688-9DCF-D8CA67CEAFDD}" dt="2020-11-25T06:24:20.810" v="76" actId="1037"/>
          <ac:cxnSpMkLst>
            <pc:docMk/>
            <pc:sldMk cId="1582420652" sldId="257"/>
            <ac:cxnSpMk id="16" creationId="{E186FA5F-EF80-476C-9843-1931D13DF20E}"/>
          </ac:cxnSpMkLst>
        </pc:cxnChg>
        <pc:cxnChg chg="mod">
          <ac:chgData name="Josh Reiss" userId="a90d6cd88c30b6c6" providerId="LiveId" clId="{7C2DCB1A-65A4-4688-9DCF-D8CA67CEAFDD}" dt="2020-11-25T06:24:10.436" v="66" actId="14100"/>
          <ac:cxnSpMkLst>
            <pc:docMk/>
            <pc:sldMk cId="1582420652" sldId="257"/>
            <ac:cxnSpMk id="20" creationId="{D6D1D574-F11C-46FD-82B0-91BECF09FD04}"/>
          </ac:cxnSpMkLst>
        </pc:cxnChg>
        <pc:cxnChg chg="mod">
          <ac:chgData name="Josh Reiss" userId="a90d6cd88c30b6c6" providerId="LiveId" clId="{7C2DCB1A-65A4-4688-9DCF-D8CA67CEAFDD}" dt="2020-11-25T06:24:10.436" v="66" actId="14100"/>
          <ac:cxnSpMkLst>
            <pc:docMk/>
            <pc:sldMk cId="1582420652" sldId="257"/>
            <ac:cxnSpMk id="24" creationId="{9449CA9C-2DCA-4F92-9EA8-1A64D41C51BC}"/>
          </ac:cxnSpMkLst>
        </pc:cxnChg>
        <pc:cxnChg chg="del mod">
          <ac:chgData name="Josh Reiss" userId="a90d6cd88c30b6c6" providerId="LiveId" clId="{7C2DCB1A-65A4-4688-9DCF-D8CA67CEAFDD}" dt="2020-11-25T06:23:05.090" v="49" actId="478"/>
          <ac:cxnSpMkLst>
            <pc:docMk/>
            <pc:sldMk cId="1582420652" sldId="257"/>
            <ac:cxnSpMk id="39" creationId="{6489F3AD-214A-433C-ABE4-EBBC6F1D391F}"/>
          </ac:cxnSpMkLst>
        </pc:cxnChg>
        <pc:cxnChg chg="del mod">
          <ac:chgData name="Josh Reiss" userId="a90d6cd88c30b6c6" providerId="LiveId" clId="{7C2DCB1A-65A4-4688-9DCF-D8CA67CEAFDD}" dt="2020-11-25T06:23:05.090" v="49" actId="478"/>
          <ac:cxnSpMkLst>
            <pc:docMk/>
            <pc:sldMk cId="1582420652" sldId="257"/>
            <ac:cxnSpMk id="42" creationId="{4E7F9A93-929F-46B7-B1DE-E1C2C912488F}"/>
          </ac:cxnSpMkLst>
        </pc:cxnChg>
      </pc:sldChg>
      <pc:sldChg chg="del">
        <pc:chgData name="Josh Reiss" userId="a90d6cd88c30b6c6" providerId="LiveId" clId="{7C2DCB1A-65A4-4688-9DCF-D8CA67CEAFDD}" dt="2020-11-25T06:24:39.450" v="101" actId="47"/>
        <pc:sldMkLst>
          <pc:docMk/>
          <pc:sldMk cId="2022186972" sldId="258"/>
        </pc:sldMkLst>
      </pc:sldChg>
    </pc:docChg>
  </pc:docChgLst>
  <pc:docChgLst>
    <pc:chgData name="Josh Reiss" userId="a90d6cd88c30b6c6" providerId="LiveId" clId="{CE2D6786-44EB-4303-BE9F-34D90EBA1EF3}"/>
    <pc:docChg chg="undo redo custSel addSld delSld modSld sldOrd">
      <pc:chgData name="Josh Reiss" userId="a90d6cd88c30b6c6" providerId="LiveId" clId="{CE2D6786-44EB-4303-BE9F-34D90EBA1EF3}" dt="2022-02-22T08:35:43.354" v="1472" actId="729"/>
      <pc:docMkLst>
        <pc:docMk/>
      </pc:docMkLst>
      <pc:sldChg chg="del">
        <pc:chgData name="Josh Reiss" userId="a90d6cd88c30b6c6" providerId="LiveId" clId="{CE2D6786-44EB-4303-BE9F-34D90EBA1EF3}" dt="2021-12-17T23:21:28.623" v="363" actId="47"/>
        <pc:sldMkLst>
          <pc:docMk/>
          <pc:sldMk cId="1862733517" sldId="256"/>
        </pc:sldMkLst>
      </pc:sldChg>
      <pc:sldChg chg="modSp del mod">
        <pc:chgData name="Josh Reiss" userId="a90d6cd88c30b6c6" providerId="LiveId" clId="{CE2D6786-44EB-4303-BE9F-34D90EBA1EF3}" dt="2021-12-17T23:23:19.640" v="376" actId="47"/>
        <pc:sldMkLst>
          <pc:docMk/>
          <pc:sldMk cId="1582420652" sldId="257"/>
        </pc:sldMkLst>
        <pc:spChg chg="mod">
          <ac:chgData name="Josh Reiss" userId="a90d6cd88c30b6c6" providerId="LiveId" clId="{CE2D6786-44EB-4303-BE9F-34D90EBA1EF3}" dt="2021-10-11T05:22:07.098" v="0" actId="207"/>
          <ac:spMkLst>
            <pc:docMk/>
            <pc:sldMk cId="1582420652" sldId="257"/>
            <ac:spMk id="4" creationId="{7A79CF97-31B3-41C2-A64F-E99DD7B1F12C}"/>
          </ac:spMkLst>
        </pc:spChg>
        <pc:spChg chg="mod">
          <ac:chgData name="Josh Reiss" userId="a90d6cd88c30b6c6" providerId="LiveId" clId="{CE2D6786-44EB-4303-BE9F-34D90EBA1EF3}" dt="2021-10-11T05:22:07.098" v="0" actId="207"/>
          <ac:spMkLst>
            <pc:docMk/>
            <pc:sldMk cId="1582420652" sldId="257"/>
            <ac:spMk id="5" creationId="{9E48C44B-FE42-49A8-8A7D-C048A696651C}"/>
          </ac:spMkLst>
        </pc:spChg>
        <pc:spChg chg="mod">
          <ac:chgData name="Josh Reiss" userId="a90d6cd88c30b6c6" providerId="LiveId" clId="{CE2D6786-44EB-4303-BE9F-34D90EBA1EF3}" dt="2021-10-11T05:22:07.098" v="0" actId="207"/>
          <ac:spMkLst>
            <pc:docMk/>
            <pc:sldMk cId="1582420652" sldId="257"/>
            <ac:spMk id="6" creationId="{37489C1F-E2B3-4960-9F89-5F73DB9CEB44}"/>
          </ac:spMkLst>
        </pc:spChg>
        <pc:spChg chg="mod">
          <ac:chgData name="Josh Reiss" userId="a90d6cd88c30b6c6" providerId="LiveId" clId="{CE2D6786-44EB-4303-BE9F-34D90EBA1EF3}" dt="2021-10-11T05:22:07.098" v="0" actId="207"/>
          <ac:spMkLst>
            <pc:docMk/>
            <pc:sldMk cId="1582420652" sldId="257"/>
            <ac:spMk id="7" creationId="{39A1FCAC-50DF-49C5-BE6D-56FE10FA2C47}"/>
          </ac:spMkLst>
        </pc:spChg>
        <pc:spChg chg="mod">
          <ac:chgData name="Josh Reiss" userId="a90d6cd88c30b6c6" providerId="LiveId" clId="{CE2D6786-44EB-4303-BE9F-34D90EBA1EF3}" dt="2021-10-11T05:22:07.098" v="0" actId="207"/>
          <ac:spMkLst>
            <pc:docMk/>
            <pc:sldMk cId="1582420652" sldId="257"/>
            <ac:spMk id="8" creationId="{1B554ED9-52A5-4144-8605-BC09A875C4D7}"/>
          </ac:spMkLst>
        </pc:spChg>
        <pc:cxnChg chg="mod">
          <ac:chgData name="Josh Reiss" userId="a90d6cd88c30b6c6" providerId="LiveId" clId="{CE2D6786-44EB-4303-BE9F-34D90EBA1EF3}" dt="2021-10-11T05:22:20.878" v="1" actId="692"/>
          <ac:cxnSpMkLst>
            <pc:docMk/>
            <pc:sldMk cId="1582420652" sldId="257"/>
            <ac:cxnSpMk id="10" creationId="{0819F297-DA48-4270-B759-2DCA0A379870}"/>
          </ac:cxnSpMkLst>
        </pc:cxnChg>
        <pc:cxnChg chg="mod">
          <ac:chgData name="Josh Reiss" userId="a90d6cd88c30b6c6" providerId="LiveId" clId="{CE2D6786-44EB-4303-BE9F-34D90EBA1EF3}" dt="2021-10-11T05:22:20.878" v="1" actId="692"/>
          <ac:cxnSpMkLst>
            <pc:docMk/>
            <pc:sldMk cId="1582420652" sldId="257"/>
            <ac:cxnSpMk id="13" creationId="{8D33BF42-94E8-4C5F-A5CC-736C1274A073}"/>
          </ac:cxnSpMkLst>
        </pc:cxnChg>
        <pc:cxnChg chg="mod">
          <ac:chgData name="Josh Reiss" userId="a90d6cd88c30b6c6" providerId="LiveId" clId="{CE2D6786-44EB-4303-BE9F-34D90EBA1EF3}" dt="2021-10-11T05:22:20.878" v="1" actId="692"/>
          <ac:cxnSpMkLst>
            <pc:docMk/>
            <pc:sldMk cId="1582420652" sldId="257"/>
            <ac:cxnSpMk id="16" creationId="{E186FA5F-EF80-476C-9843-1931D13DF20E}"/>
          </ac:cxnSpMkLst>
        </pc:cxnChg>
        <pc:cxnChg chg="mod">
          <ac:chgData name="Josh Reiss" userId="a90d6cd88c30b6c6" providerId="LiveId" clId="{CE2D6786-44EB-4303-BE9F-34D90EBA1EF3}" dt="2021-10-11T05:22:20.878" v="1" actId="692"/>
          <ac:cxnSpMkLst>
            <pc:docMk/>
            <pc:sldMk cId="1582420652" sldId="257"/>
            <ac:cxnSpMk id="20" creationId="{D6D1D574-F11C-46FD-82B0-91BECF09FD04}"/>
          </ac:cxnSpMkLst>
        </pc:cxnChg>
        <pc:cxnChg chg="mod">
          <ac:chgData name="Josh Reiss" userId="a90d6cd88c30b6c6" providerId="LiveId" clId="{CE2D6786-44EB-4303-BE9F-34D90EBA1EF3}" dt="2021-10-11T05:22:20.878" v="1" actId="692"/>
          <ac:cxnSpMkLst>
            <pc:docMk/>
            <pc:sldMk cId="1582420652" sldId="257"/>
            <ac:cxnSpMk id="24" creationId="{9449CA9C-2DCA-4F92-9EA8-1A64D41C51BC}"/>
          </ac:cxnSpMkLst>
        </pc:cxnChg>
      </pc:sldChg>
      <pc:sldChg chg="add mod modShow">
        <pc:chgData name="Josh Reiss" userId="a90d6cd88c30b6c6" providerId="LiveId" clId="{CE2D6786-44EB-4303-BE9F-34D90EBA1EF3}" dt="2022-02-22T08:35:43.354" v="1472" actId="729"/>
        <pc:sldMkLst>
          <pc:docMk/>
          <pc:sldMk cId="3716683099" sldId="258"/>
        </pc:sldMkLst>
      </pc:sldChg>
      <pc:sldChg chg="add mod modShow">
        <pc:chgData name="Josh Reiss" userId="a90d6cd88c30b6c6" providerId="LiveId" clId="{CE2D6786-44EB-4303-BE9F-34D90EBA1EF3}" dt="2022-02-22T08:35:43.354" v="1472" actId="729"/>
        <pc:sldMkLst>
          <pc:docMk/>
          <pc:sldMk cId="722391171" sldId="259"/>
        </pc:sldMkLst>
      </pc:sldChg>
      <pc:sldChg chg="modSp add mod modShow">
        <pc:chgData name="Josh Reiss" userId="a90d6cd88c30b6c6" providerId="LiveId" clId="{CE2D6786-44EB-4303-BE9F-34D90EBA1EF3}" dt="2022-02-22T08:35:43.354" v="1472" actId="729"/>
        <pc:sldMkLst>
          <pc:docMk/>
          <pc:sldMk cId="2919578433" sldId="260"/>
        </pc:sldMkLst>
        <pc:spChg chg="mod">
          <ac:chgData name="Josh Reiss" userId="a90d6cd88c30b6c6" providerId="LiveId" clId="{CE2D6786-44EB-4303-BE9F-34D90EBA1EF3}" dt="2022-02-21T09:13:09.141" v="752" actId="20577"/>
          <ac:spMkLst>
            <pc:docMk/>
            <pc:sldMk cId="2919578433" sldId="260"/>
            <ac:spMk id="3" creationId="{49BA5C45-9558-4934-80DE-79AA3AF0730D}"/>
          </ac:spMkLst>
        </pc:spChg>
      </pc:sldChg>
      <pc:sldChg chg="add del">
        <pc:chgData name="Josh Reiss" userId="a90d6cd88c30b6c6" providerId="LiveId" clId="{CE2D6786-44EB-4303-BE9F-34D90EBA1EF3}" dt="2021-12-17T23:26:02.495" v="394" actId="47"/>
        <pc:sldMkLst>
          <pc:docMk/>
          <pc:sldMk cId="2350575107" sldId="261"/>
        </pc:sldMkLst>
      </pc:sldChg>
      <pc:sldChg chg="modSp add del mod">
        <pc:chgData name="Josh Reiss" userId="a90d6cd88c30b6c6" providerId="LiveId" clId="{CE2D6786-44EB-4303-BE9F-34D90EBA1EF3}" dt="2021-12-18T20:57:03.215" v="582" actId="47"/>
        <pc:sldMkLst>
          <pc:docMk/>
          <pc:sldMk cId="1710399065" sldId="272"/>
        </pc:sldMkLst>
        <pc:spChg chg="mod">
          <ac:chgData name="Josh Reiss" userId="a90d6cd88c30b6c6" providerId="LiveId" clId="{CE2D6786-44EB-4303-BE9F-34D90EBA1EF3}" dt="2021-12-17T23:23:02.727" v="375" actId="20577"/>
          <ac:spMkLst>
            <pc:docMk/>
            <pc:sldMk cId="1710399065" sldId="272"/>
            <ac:spMk id="2" creationId="{CA15A9C7-17CC-4176-A591-2D8582D8ED04}"/>
          </ac:spMkLst>
        </pc:spChg>
      </pc:sldChg>
      <pc:sldChg chg="addSp delSp modSp add mod ord modShow">
        <pc:chgData name="Josh Reiss" userId="a90d6cd88c30b6c6" providerId="LiveId" clId="{CE2D6786-44EB-4303-BE9F-34D90EBA1EF3}" dt="2022-02-22T08:35:43.354" v="1472" actId="729"/>
        <pc:sldMkLst>
          <pc:docMk/>
          <pc:sldMk cId="2879517915" sldId="273"/>
        </pc:sldMkLst>
        <pc:spChg chg="mod">
          <ac:chgData name="Josh Reiss" userId="a90d6cd88c30b6c6" providerId="LiveId" clId="{CE2D6786-44EB-4303-BE9F-34D90EBA1EF3}" dt="2021-12-17T23:25:19.101" v="391" actId="14100"/>
          <ac:spMkLst>
            <pc:docMk/>
            <pc:sldMk cId="2879517915" sldId="273"/>
            <ac:spMk id="2" creationId="{CA15A9C7-17CC-4176-A591-2D8582D8ED04}"/>
          </ac:spMkLst>
        </pc:spChg>
        <pc:spChg chg="del mod">
          <ac:chgData name="Josh Reiss" userId="a90d6cd88c30b6c6" providerId="LiveId" clId="{CE2D6786-44EB-4303-BE9F-34D90EBA1EF3}" dt="2021-12-17T23:25:28.342" v="392" actId="478"/>
          <ac:spMkLst>
            <pc:docMk/>
            <pc:sldMk cId="2879517915" sldId="273"/>
            <ac:spMk id="3" creationId="{00BDC442-26ED-41FE-8C90-4C80544A0F20}"/>
          </ac:spMkLst>
        </pc:spChg>
        <pc:spChg chg="add mod">
          <ac:chgData name="Josh Reiss" userId="a90d6cd88c30b6c6" providerId="LiveId" clId="{CE2D6786-44EB-4303-BE9F-34D90EBA1EF3}" dt="2021-12-17T23:25:55.600" v="393" actId="1076"/>
          <ac:spMkLst>
            <pc:docMk/>
            <pc:sldMk cId="2879517915" sldId="273"/>
            <ac:spMk id="5" creationId="{D5EBC6D9-FE72-4183-B04C-ED2F13BC458D}"/>
          </ac:spMkLst>
        </pc:spChg>
      </pc:sldChg>
      <pc:sldChg chg="addSp delSp modSp add mod ord">
        <pc:chgData name="Josh Reiss" userId="a90d6cd88c30b6c6" providerId="LiveId" clId="{CE2D6786-44EB-4303-BE9F-34D90EBA1EF3}" dt="2022-02-21T09:45:37.045" v="1470" actId="27636"/>
        <pc:sldMkLst>
          <pc:docMk/>
          <pc:sldMk cId="90723974" sldId="278"/>
        </pc:sldMkLst>
        <pc:spChg chg="mod">
          <ac:chgData name="Josh Reiss" userId="a90d6cd88c30b6c6" providerId="LiveId" clId="{CE2D6786-44EB-4303-BE9F-34D90EBA1EF3}" dt="2022-02-21T09:43:33.408" v="1339" actId="6549"/>
          <ac:spMkLst>
            <pc:docMk/>
            <pc:sldMk cId="90723974" sldId="278"/>
            <ac:spMk id="2" creationId="{CA15A9C7-17CC-4176-A591-2D8582D8ED04}"/>
          </ac:spMkLst>
        </pc:spChg>
        <pc:spChg chg="del">
          <ac:chgData name="Josh Reiss" userId="a90d6cd88c30b6c6" providerId="LiveId" clId="{CE2D6786-44EB-4303-BE9F-34D90EBA1EF3}" dt="2022-02-19T09:10:00.665" v="687" actId="478"/>
          <ac:spMkLst>
            <pc:docMk/>
            <pc:sldMk cId="90723974" sldId="278"/>
            <ac:spMk id="3" creationId="{00BDC442-26ED-41FE-8C90-4C80544A0F20}"/>
          </ac:spMkLst>
        </pc:spChg>
        <pc:spChg chg="del">
          <ac:chgData name="Josh Reiss" userId="a90d6cd88c30b6c6" providerId="LiveId" clId="{CE2D6786-44EB-4303-BE9F-34D90EBA1EF3}" dt="2022-02-21T09:41:09.109" v="1166" actId="478"/>
          <ac:spMkLst>
            <pc:docMk/>
            <pc:sldMk cId="90723974" sldId="278"/>
            <ac:spMk id="5" creationId="{B64FB5E8-859E-4705-B2E2-C71631B89D38}"/>
          </ac:spMkLst>
        </pc:spChg>
        <pc:spChg chg="mod">
          <ac:chgData name="Josh Reiss" userId="a90d6cd88c30b6c6" providerId="LiveId" clId="{CE2D6786-44EB-4303-BE9F-34D90EBA1EF3}" dt="2022-02-21T09:40:52.085" v="1159" actId="20577"/>
          <ac:spMkLst>
            <pc:docMk/>
            <pc:sldMk cId="90723974" sldId="278"/>
            <ac:spMk id="6" creationId="{5EEF9555-2E2C-43E5-984D-B3B851CD64A2}"/>
          </ac:spMkLst>
        </pc:spChg>
        <pc:spChg chg="add del mod">
          <ac:chgData name="Josh Reiss" userId="a90d6cd88c30b6c6" providerId="LiveId" clId="{CE2D6786-44EB-4303-BE9F-34D90EBA1EF3}" dt="2022-02-21T09:35:31.124" v="986" actId="478"/>
          <ac:spMkLst>
            <pc:docMk/>
            <pc:sldMk cId="90723974" sldId="278"/>
            <ac:spMk id="7" creationId="{3B878BBD-9512-4772-9767-33C0FC37224A}"/>
          </ac:spMkLst>
        </pc:spChg>
        <pc:spChg chg="mod">
          <ac:chgData name="Josh Reiss" userId="a90d6cd88c30b6c6" providerId="LiveId" clId="{CE2D6786-44EB-4303-BE9F-34D90EBA1EF3}" dt="2022-02-21T09:42:52.921" v="1260" actId="20577"/>
          <ac:spMkLst>
            <pc:docMk/>
            <pc:sldMk cId="90723974" sldId="278"/>
            <ac:spMk id="9" creationId="{4B05ED74-49EB-4228-B181-A49FEB6657FF}"/>
          </ac:spMkLst>
        </pc:spChg>
        <pc:spChg chg="mod">
          <ac:chgData name="Josh Reiss" userId="a90d6cd88c30b6c6" providerId="LiveId" clId="{CE2D6786-44EB-4303-BE9F-34D90EBA1EF3}" dt="2022-02-21T09:40:56.982" v="1165" actId="20577"/>
          <ac:spMkLst>
            <pc:docMk/>
            <pc:sldMk cId="90723974" sldId="278"/>
            <ac:spMk id="10" creationId="{6C5AAF06-0DE7-4BFE-810F-0DF69DB1C8B6}"/>
          </ac:spMkLst>
        </pc:spChg>
        <pc:spChg chg="mod">
          <ac:chgData name="Josh Reiss" userId="a90d6cd88c30b6c6" providerId="LiveId" clId="{CE2D6786-44EB-4303-BE9F-34D90EBA1EF3}" dt="2022-02-21T09:37:39.626" v="1102" actId="1038"/>
          <ac:spMkLst>
            <pc:docMk/>
            <pc:sldMk cId="90723974" sldId="278"/>
            <ac:spMk id="17" creationId="{13FA6D84-4E02-46C9-A53C-60B7D49212C9}"/>
          </ac:spMkLst>
        </pc:spChg>
        <pc:spChg chg="mod">
          <ac:chgData name="Josh Reiss" userId="a90d6cd88c30b6c6" providerId="LiveId" clId="{CE2D6786-44EB-4303-BE9F-34D90EBA1EF3}" dt="2022-02-21T09:37:36.246" v="1093" actId="1038"/>
          <ac:spMkLst>
            <pc:docMk/>
            <pc:sldMk cId="90723974" sldId="278"/>
            <ac:spMk id="18" creationId="{A5A0F655-CFC2-4035-8E7D-F88D838D984F}"/>
          </ac:spMkLst>
        </pc:spChg>
        <pc:spChg chg="mod">
          <ac:chgData name="Josh Reiss" userId="a90d6cd88c30b6c6" providerId="LiveId" clId="{CE2D6786-44EB-4303-BE9F-34D90EBA1EF3}" dt="2022-02-21T09:37:15.444" v="1056" actId="14100"/>
          <ac:spMkLst>
            <pc:docMk/>
            <pc:sldMk cId="90723974" sldId="278"/>
            <ac:spMk id="19" creationId="{1800CE8E-25FA-4756-8B17-1AE70963D633}"/>
          </ac:spMkLst>
        </pc:spChg>
        <pc:spChg chg="mod">
          <ac:chgData name="Josh Reiss" userId="a90d6cd88c30b6c6" providerId="LiveId" clId="{CE2D6786-44EB-4303-BE9F-34D90EBA1EF3}" dt="2022-02-21T09:37:31.685" v="1085" actId="1035"/>
          <ac:spMkLst>
            <pc:docMk/>
            <pc:sldMk cId="90723974" sldId="278"/>
            <ac:spMk id="20" creationId="{BF532022-CEF5-4CC9-8799-DF5ADC1BE756}"/>
          </ac:spMkLst>
        </pc:spChg>
        <pc:spChg chg="mod">
          <ac:chgData name="Josh Reiss" userId="a90d6cd88c30b6c6" providerId="LiveId" clId="{CE2D6786-44EB-4303-BE9F-34D90EBA1EF3}" dt="2022-02-21T09:37:28.283" v="1074" actId="1037"/>
          <ac:spMkLst>
            <pc:docMk/>
            <pc:sldMk cId="90723974" sldId="278"/>
            <ac:spMk id="21" creationId="{0CBC56B4-D60F-4A95-A4FB-07A5F73EF295}"/>
          </ac:spMkLst>
        </pc:spChg>
        <pc:spChg chg="add mod">
          <ac:chgData name="Josh Reiss" userId="a90d6cd88c30b6c6" providerId="LiveId" clId="{CE2D6786-44EB-4303-BE9F-34D90EBA1EF3}" dt="2022-02-21T09:45:37.045" v="1470" actId="27636"/>
          <ac:spMkLst>
            <pc:docMk/>
            <pc:sldMk cId="90723974" sldId="278"/>
            <ac:spMk id="41" creationId="{5A5BA878-7236-4C2F-898C-700A1B1EAEC5}"/>
          </ac:spMkLst>
        </pc:spChg>
        <pc:grpChg chg="add del mod">
          <ac:chgData name="Josh Reiss" userId="a90d6cd88c30b6c6" providerId="LiveId" clId="{CE2D6786-44EB-4303-BE9F-34D90EBA1EF3}" dt="2022-02-21T09:41:18.973" v="1170" actId="1076"/>
          <ac:grpSpMkLst>
            <pc:docMk/>
            <pc:sldMk cId="90723974" sldId="278"/>
            <ac:grpSpMk id="4" creationId="{E0FFCB8C-D1A8-4447-AAF7-A0414AE56BC6}"/>
          </ac:grpSpMkLst>
        </pc:grpChg>
        <pc:grpChg chg="add del mod">
          <ac:chgData name="Josh Reiss" userId="a90d6cd88c30b6c6" providerId="LiveId" clId="{CE2D6786-44EB-4303-BE9F-34D90EBA1EF3}" dt="2022-02-21T09:41:23.393" v="1171" actId="478"/>
          <ac:grpSpMkLst>
            <pc:docMk/>
            <pc:sldMk cId="90723974" sldId="278"/>
            <ac:grpSpMk id="16" creationId="{01204E16-6F2D-4F5F-8290-E6335BE9EA00}"/>
          </ac:grpSpMkLst>
        </pc:grpChg>
        <pc:cxnChg chg="del mod">
          <ac:chgData name="Josh Reiss" userId="a90d6cd88c30b6c6" providerId="LiveId" clId="{CE2D6786-44EB-4303-BE9F-34D90EBA1EF3}" dt="2022-02-21T09:41:15.097" v="1169" actId="478"/>
          <ac:cxnSpMkLst>
            <pc:docMk/>
            <pc:sldMk cId="90723974" sldId="278"/>
            <ac:cxnSpMk id="11" creationId="{6AE37496-5A89-44AC-B3BC-C72204A013FB}"/>
          </ac:cxnSpMkLst>
        </pc:cxnChg>
        <pc:cxnChg chg="mod">
          <ac:chgData name="Josh Reiss" userId="a90d6cd88c30b6c6" providerId="LiveId" clId="{CE2D6786-44EB-4303-BE9F-34D90EBA1EF3}" dt="2022-02-21T09:41:12.768" v="1168" actId="478"/>
          <ac:cxnSpMkLst>
            <pc:docMk/>
            <pc:sldMk cId="90723974" sldId="278"/>
            <ac:cxnSpMk id="12" creationId="{3C5DA74D-715F-4D87-A40C-D57D0FDA8846}"/>
          </ac:cxnSpMkLst>
        </pc:cxnChg>
        <pc:cxnChg chg="mod">
          <ac:chgData name="Josh Reiss" userId="a90d6cd88c30b6c6" providerId="LiveId" clId="{CE2D6786-44EB-4303-BE9F-34D90EBA1EF3}" dt="2022-02-21T09:41:12.768" v="1168" actId="478"/>
          <ac:cxnSpMkLst>
            <pc:docMk/>
            <pc:sldMk cId="90723974" sldId="278"/>
            <ac:cxnSpMk id="13" creationId="{8F6A41CC-18AC-4BEF-BACF-33F177122464}"/>
          </ac:cxnSpMkLst>
        </pc:cxnChg>
        <pc:cxnChg chg="mod">
          <ac:chgData name="Josh Reiss" userId="a90d6cd88c30b6c6" providerId="LiveId" clId="{CE2D6786-44EB-4303-BE9F-34D90EBA1EF3}" dt="2022-02-21T09:41:12.768" v="1168" actId="478"/>
          <ac:cxnSpMkLst>
            <pc:docMk/>
            <pc:sldMk cId="90723974" sldId="278"/>
            <ac:cxnSpMk id="14" creationId="{F9DBAC4C-D7C7-4B0A-82FA-A00A1A55A029}"/>
          </ac:cxnSpMkLst>
        </pc:cxnChg>
        <pc:cxnChg chg="mod">
          <ac:chgData name="Josh Reiss" userId="a90d6cd88c30b6c6" providerId="LiveId" clId="{CE2D6786-44EB-4303-BE9F-34D90EBA1EF3}" dt="2022-02-21T09:41:12.768" v="1168" actId="478"/>
          <ac:cxnSpMkLst>
            <pc:docMk/>
            <pc:sldMk cId="90723974" sldId="278"/>
            <ac:cxnSpMk id="15" creationId="{8C676A43-C44B-4251-9B71-DE43A529FD3E}"/>
          </ac:cxnSpMkLst>
        </pc:cxnChg>
        <pc:cxnChg chg="mod">
          <ac:chgData name="Josh Reiss" userId="a90d6cd88c30b6c6" providerId="LiveId" clId="{CE2D6786-44EB-4303-BE9F-34D90EBA1EF3}" dt="2022-02-21T09:41:23.393" v="1171" actId="478"/>
          <ac:cxnSpMkLst>
            <pc:docMk/>
            <pc:sldMk cId="90723974" sldId="278"/>
            <ac:cxnSpMk id="22" creationId="{C982ABE5-15F3-4BA5-8C27-5C89FA0865BC}"/>
          </ac:cxnSpMkLst>
        </pc:cxnChg>
        <pc:cxnChg chg="mod">
          <ac:chgData name="Josh Reiss" userId="a90d6cd88c30b6c6" providerId="LiveId" clId="{CE2D6786-44EB-4303-BE9F-34D90EBA1EF3}" dt="2022-02-21T09:41:23.393" v="1171" actId="478"/>
          <ac:cxnSpMkLst>
            <pc:docMk/>
            <pc:sldMk cId="90723974" sldId="278"/>
            <ac:cxnSpMk id="23" creationId="{13CC3565-D769-4D9D-B415-58C33DCECADC}"/>
          </ac:cxnSpMkLst>
        </pc:cxnChg>
        <pc:cxnChg chg="mod">
          <ac:chgData name="Josh Reiss" userId="a90d6cd88c30b6c6" providerId="LiveId" clId="{CE2D6786-44EB-4303-BE9F-34D90EBA1EF3}" dt="2022-02-21T09:41:23.393" v="1171" actId="478"/>
          <ac:cxnSpMkLst>
            <pc:docMk/>
            <pc:sldMk cId="90723974" sldId="278"/>
            <ac:cxnSpMk id="24" creationId="{10A07091-4A88-46B4-8773-F9D80554D4DE}"/>
          </ac:cxnSpMkLst>
        </pc:cxnChg>
        <pc:cxnChg chg="mod">
          <ac:chgData name="Josh Reiss" userId="a90d6cd88c30b6c6" providerId="LiveId" clId="{CE2D6786-44EB-4303-BE9F-34D90EBA1EF3}" dt="2022-02-21T09:41:23.393" v="1171" actId="478"/>
          <ac:cxnSpMkLst>
            <pc:docMk/>
            <pc:sldMk cId="90723974" sldId="278"/>
            <ac:cxnSpMk id="25" creationId="{D7B92E48-6A0A-4945-B2CD-204A2D9FEAA4}"/>
          </ac:cxnSpMkLst>
        </pc:cxnChg>
        <pc:cxnChg chg="mod">
          <ac:chgData name="Josh Reiss" userId="a90d6cd88c30b6c6" providerId="LiveId" clId="{CE2D6786-44EB-4303-BE9F-34D90EBA1EF3}" dt="2022-02-21T09:41:23.393" v="1171" actId="478"/>
          <ac:cxnSpMkLst>
            <pc:docMk/>
            <pc:sldMk cId="90723974" sldId="278"/>
            <ac:cxnSpMk id="26" creationId="{6F3C7DF1-B120-471D-BCBC-30F1E8D3E3FF}"/>
          </ac:cxnSpMkLst>
        </pc:cxnChg>
      </pc:sldChg>
      <pc:sldChg chg="addSp delSp modSp mod">
        <pc:chgData name="Josh Reiss" userId="a90d6cd88c30b6c6" providerId="LiveId" clId="{CE2D6786-44EB-4303-BE9F-34D90EBA1EF3}" dt="2022-02-21T09:40:38.754" v="1154" actId="1076"/>
        <pc:sldMkLst>
          <pc:docMk/>
          <pc:sldMk cId="672736832" sldId="340"/>
        </pc:sldMkLst>
        <pc:spChg chg="mod">
          <ac:chgData name="Josh Reiss" userId="a90d6cd88c30b6c6" providerId="LiveId" clId="{CE2D6786-44EB-4303-BE9F-34D90EBA1EF3}" dt="2022-02-21T09:22:37.875" v="857" actId="20577"/>
          <ac:spMkLst>
            <pc:docMk/>
            <pc:sldMk cId="672736832" sldId="340"/>
            <ac:spMk id="2" creationId="{00000000-0000-0000-0000-000000000000}"/>
          </ac:spMkLst>
        </pc:spChg>
        <pc:spChg chg="mod">
          <ac:chgData name="Josh Reiss" userId="a90d6cd88c30b6c6" providerId="LiveId" clId="{CE2D6786-44EB-4303-BE9F-34D90EBA1EF3}" dt="2022-02-21T09:39:59.341" v="1151" actId="948"/>
          <ac:spMkLst>
            <pc:docMk/>
            <pc:sldMk cId="672736832" sldId="340"/>
            <ac:spMk id="7" creationId="{00000000-0000-0000-0000-000000000000}"/>
          </ac:spMkLst>
        </pc:spChg>
        <pc:spChg chg="del mod topLvl">
          <ac:chgData name="Josh Reiss" userId="a90d6cd88c30b6c6" providerId="LiveId" clId="{CE2D6786-44EB-4303-BE9F-34D90EBA1EF3}" dt="2022-02-21T09:40:26.860" v="1152" actId="478"/>
          <ac:spMkLst>
            <pc:docMk/>
            <pc:sldMk cId="672736832" sldId="340"/>
            <ac:spMk id="9" creationId="{00000000-0000-0000-0000-000000000000}"/>
          </ac:spMkLst>
        </pc:spChg>
        <pc:spChg chg="del">
          <ac:chgData name="Josh Reiss" userId="a90d6cd88c30b6c6" providerId="LiveId" clId="{CE2D6786-44EB-4303-BE9F-34D90EBA1EF3}" dt="2022-02-21T09:16:52.292" v="764" actId="478"/>
          <ac:spMkLst>
            <pc:docMk/>
            <pc:sldMk cId="672736832" sldId="340"/>
            <ac:spMk id="10" creationId="{00000000-0000-0000-0000-000000000000}"/>
          </ac:spMkLst>
        </pc:spChg>
        <pc:spChg chg="del mod topLvl">
          <ac:chgData name="Josh Reiss" userId="a90d6cd88c30b6c6" providerId="LiveId" clId="{CE2D6786-44EB-4303-BE9F-34D90EBA1EF3}" dt="2022-02-21T09:40:26.860" v="1152" actId="478"/>
          <ac:spMkLst>
            <pc:docMk/>
            <pc:sldMk cId="672736832" sldId="340"/>
            <ac:spMk id="11" creationId="{00000000-0000-0000-0000-000000000000}"/>
          </ac:spMkLst>
        </pc:spChg>
        <pc:spChg chg="del mod topLvl">
          <ac:chgData name="Josh Reiss" userId="a90d6cd88c30b6c6" providerId="LiveId" clId="{CE2D6786-44EB-4303-BE9F-34D90EBA1EF3}" dt="2022-02-21T09:40:26.860" v="1152" actId="478"/>
          <ac:spMkLst>
            <pc:docMk/>
            <pc:sldMk cId="672736832" sldId="340"/>
            <ac:spMk id="14" creationId="{00000000-0000-0000-0000-000000000000}"/>
          </ac:spMkLst>
        </pc:spChg>
        <pc:spChg chg="mod">
          <ac:chgData name="Josh Reiss" userId="a90d6cd88c30b6c6" providerId="LiveId" clId="{CE2D6786-44EB-4303-BE9F-34D90EBA1EF3}" dt="2022-02-21T09:35:05.262" v="982"/>
          <ac:spMkLst>
            <pc:docMk/>
            <pc:sldMk cId="672736832" sldId="340"/>
            <ac:spMk id="16" creationId="{3DD09C36-4C1A-402A-B6A2-1AC79FF1706D}"/>
          </ac:spMkLst>
        </pc:spChg>
        <pc:spChg chg="mod">
          <ac:chgData name="Josh Reiss" userId="a90d6cd88c30b6c6" providerId="LiveId" clId="{CE2D6786-44EB-4303-BE9F-34D90EBA1EF3}" dt="2022-02-21T09:35:05.262" v="982"/>
          <ac:spMkLst>
            <pc:docMk/>
            <pc:sldMk cId="672736832" sldId="340"/>
            <ac:spMk id="17" creationId="{8F85C0DB-DCED-4843-BBED-BE9CDB43F8A0}"/>
          </ac:spMkLst>
        </pc:spChg>
        <pc:spChg chg="mod">
          <ac:chgData name="Josh Reiss" userId="a90d6cd88c30b6c6" providerId="LiveId" clId="{CE2D6786-44EB-4303-BE9F-34D90EBA1EF3}" dt="2022-02-21T09:35:05.262" v="982"/>
          <ac:spMkLst>
            <pc:docMk/>
            <pc:sldMk cId="672736832" sldId="340"/>
            <ac:spMk id="18" creationId="{DC7F1A27-96FD-4078-9225-7A0654DA1650}"/>
          </ac:spMkLst>
        </pc:spChg>
        <pc:spChg chg="mod">
          <ac:chgData name="Josh Reiss" userId="a90d6cd88c30b6c6" providerId="LiveId" clId="{CE2D6786-44EB-4303-BE9F-34D90EBA1EF3}" dt="2022-02-21T09:35:05.262" v="982"/>
          <ac:spMkLst>
            <pc:docMk/>
            <pc:sldMk cId="672736832" sldId="340"/>
            <ac:spMk id="19" creationId="{19A30E9E-8653-4056-9889-260DCA18D9E5}"/>
          </ac:spMkLst>
        </pc:spChg>
        <pc:spChg chg="mod">
          <ac:chgData name="Josh Reiss" userId="a90d6cd88c30b6c6" providerId="LiveId" clId="{CE2D6786-44EB-4303-BE9F-34D90EBA1EF3}" dt="2022-02-21T09:35:05.262" v="982"/>
          <ac:spMkLst>
            <pc:docMk/>
            <pc:sldMk cId="672736832" sldId="340"/>
            <ac:spMk id="20" creationId="{22852B00-5397-4F9D-BF6A-801361EB03F8}"/>
          </ac:spMkLst>
        </pc:spChg>
        <pc:spChg chg="mod">
          <ac:chgData name="Josh Reiss" userId="a90d6cd88c30b6c6" providerId="LiveId" clId="{CE2D6786-44EB-4303-BE9F-34D90EBA1EF3}" dt="2022-02-21T09:37:53.950" v="1103"/>
          <ac:spMkLst>
            <pc:docMk/>
            <pc:sldMk cId="672736832" sldId="340"/>
            <ac:spMk id="27" creationId="{9EB151BD-25D5-4F50-83E8-2C6AD46275CD}"/>
          </ac:spMkLst>
        </pc:spChg>
        <pc:spChg chg="mod">
          <ac:chgData name="Josh Reiss" userId="a90d6cd88c30b6c6" providerId="LiveId" clId="{CE2D6786-44EB-4303-BE9F-34D90EBA1EF3}" dt="2022-02-21T09:37:53.950" v="1103"/>
          <ac:spMkLst>
            <pc:docMk/>
            <pc:sldMk cId="672736832" sldId="340"/>
            <ac:spMk id="28" creationId="{5D102C73-8150-4EC4-9304-421D13B3B945}"/>
          </ac:spMkLst>
        </pc:spChg>
        <pc:spChg chg="del mod topLvl">
          <ac:chgData name="Josh Reiss" userId="a90d6cd88c30b6c6" providerId="LiveId" clId="{CE2D6786-44EB-4303-BE9F-34D90EBA1EF3}" dt="2022-02-21T09:40:26.860" v="1152" actId="478"/>
          <ac:spMkLst>
            <pc:docMk/>
            <pc:sldMk cId="672736832" sldId="340"/>
            <ac:spMk id="29" creationId="{00000000-0000-0000-0000-000000000000}"/>
          </ac:spMkLst>
        </pc:spChg>
        <pc:spChg chg="mod">
          <ac:chgData name="Josh Reiss" userId="a90d6cd88c30b6c6" providerId="LiveId" clId="{CE2D6786-44EB-4303-BE9F-34D90EBA1EF3}" dt="2022-02-21T09:37:53.950" v="1103"/>
          <ac:spMkLst>
            <pc:docMk/>
            <pc:sldMk cId="672736832" sldId="340"/>
            <ac:spMk id="31" creationId="{512B2082-2374-435A-839A-B4927B49D6BA}"/>
          </ac:spMkLst>
        </pc:spChg>
        <pc:spChg chg="mod">
          <ac:chgData name="Josh Reiss" userId="a90d6cd88c30b6c6" providerId="LiveId" clId="{CE2D6786-44EB-4303-BE9F-34D90EBA1EF3}" dt="2022-02-21T09:37:53.950" v="1103"/>
          <ac:spMkLst>
            <pc:docMk/>
            <pc:sldMk cId="672736832" sldId="340"/>
            <ac:spMk id="32" creationId="{7F3D6DD7-8857-438E-9EF0-01CAF3A40F59}"/>
          </ac:spMkLst>
        </pc:spChg>
        <pc:spChg chg="mod">
          <ac:chgData name="Josh Reiss" userId="a90d6cd88c30b6c6" providerId="LiveId" clId="{CE2D6786-44EB-4303-BE9F-34D90EBA1EF3}" dt="2022-02-21T09:37:53.950" v="1103"/>
          <ac:spMkLst>
            <pc:docMk/>
            <pc:sldMk cId="672736832" sldId="340"/>
            <ac:spMk id="33" creationId="{D78E52A5-2653-414D-98C7-4108D0F97C1B}"/>
          </ac:spMkLst>
        </pc:spChg>
        <pc:spChg chg="add mod">
          <ac:chgData name="Josh Reiss" userId="a90d6cd88c30b6c6" providerId="LiveId" clId="{CE2D6786-44EB-4303-BE9F-34D90EBA1EF3}" dt="2022-02-21T09:40:35.051" v="1153" actId="1076"/>
          <ac:spMkLst>
            <pc:docMk/>
            <pc:sldMk cId="672736832" sldId="340"/>
            <ac:spMk id="39" creationId="{98483EFA-3531-45C8-B08F-16550CAF8E08}"/>
          </ac:spMkLst>
        </pc:spChg>
        <pc:spChg chg="del">
          <ac:chgData name="Josh Reiss" userId="a90d6cd88c30b6c6" providerId="LiveId" clId="{CE2D6786-44EB-4303-BE9F-34D90EBA1EF3}" dt="2022-02-21T09:19:50.277" v="778" actId="478"/>
          <ac:spMkLst>
            <pc:docMk/>
            <pc:sldMk cId="672736832" sldId="340"/>
            <ac:spMk id="40" creationId="{00000000-0000-0000-0000-000000000000}"/>
          </ac:spMkLst>
        </pc:spChg>
        <pc:spChg chg="del mod topLvl">
          <ac:chgData name="Josh Reiss" userId="a90d6cd88c30b6c6" providerId="LiveId" clId="{CE2D6786-44EB-4303-BE9F-34D90EBA1EF3}" dt="2022-02-21T09:40:26.860" v="1152" actId="478"/>
          <ac:spMkLst>
            <pc:docMk/>
            <pc:sldMk cId="672736832" sldId="340"/>
            <ac:spMk id="79" creationId="{00000000-0000-0000-0000-000000000000}"/>
          </ac:spMkLst>
        </pc:spChg>
        <pc:grpChg chg="add del mod">
          <ac:chgData name="Josh Reiss" userId="a90d6cd88c30b6c6" providerId="LiveId" clId="{CE2D6786-44EB-4303-BE9F-34D90EBA1EF3}" dt="2022-02-21T09:21:29.118" v="830" actId="165"/>
          <ac:grpSpMkLst>
            <pc:docMk/>
            <pc:sldMk cId="672736832" sldId="340"/>
            <ac:grpSpMk id="15" creationId="{633E5958-0B59-46A0-8C63-5916E8A54C88}"/>
          </ac:grpSpMkLst>
        </pc:grpChg>
        <pc:grpChg chg="add del mod">
          <ac:chgData name="Josh Reiss" userId="a90d6cd88c30b6c6" providerId="LiveId" clId="{CE2D6786-44EB-4303-BE9F-34D90EBA1EF3}" dt="2022-02-21T09:35:21.160" v="985"/>
          <ac:grpSpMkLst>
            <pc:docMk/>
            <pc:sldMk cId="672736832" sldId="340"/>
            <ac:grpSpMk id="15" creationId="{C6B4A8B3-2A56-4AEF-899A-81C650ECA025}"/>
          </ac:grpSpMkLst>
        </pc:grpChg>
        <pc:grpChg chg="add mod">
          <ac:chgData name="Josh Reiss" userId="a90d6cd88c30b6c6" providerId="LiveId" clId="{CE2D6786-44EB-4303-BE9F-34D90EBA1EF3}" dt="2022-02-21T09:40:38.754" v="1154" actId="1076"/>
          <ac:grpSpMkLst>
            <pc:docMk/>
            <pc:sldMk cId="672736832" sldId="340"/>
            <ac:grpSpMk id="26" creationId="{625A21A1-BD8A-4EAD-A616-1A88CB76D1FB}"/>
          </ac:grpSpMkLst>
        </pc:grpChg>
        <pc:cxnChg chg="del mod topLvl">
          <ac:chgData name="Josh Reiss" userId="a90d6cd88c30b6c6" providerId="LiveId" clId="{CE2D6786-44EB-4303-BE9F-34D90EBA1EF3}" dt="2022-02-21T09:40:26.860" v="1152" actId="478"/>
          <ac:cxnSpMkLst>
            <pc:docMk/>
            <pc:sldMk cId="672736832" sldId="340"/>
            <ac:cxnSpMk id="12" creationId="{00000000-0000-0000-0000-000000000000}"/>
          </ac:cxnSpMkLst>
        </pc:cxnChg>
        <pc:cxnChg chg="del mod">
          <ac:chgData name="Josh Reiss" userId="a90d6cd88c30b6c6" providerId="LiveId" clId="{CE2D6786-44EB-4303-BE9F-34D90EBA1EF3}" dt="2022-02-21T09:16:55.250" v="765" actId="478"/>
          <ac:cxnSpMkLst>
            <pc:docMk/>
            <pc:sldMk cId="672736832" sldId="340"/>
            <ac:cxnSpMk id="13" creationId="{00000000-0000-0000-0000-000000000000}"/>
          </ac:cxnSpMkLst>
        </pc:cxnChg>
        <pc:cxnChg chg="mod">
          <ac:chgData name="Josh Reiss" userId="a90d6cd88c30b6c6" providerId="LiveId" clId="{CE2D6786-44EB-4303-BE9F-34D90EBA1EF3}" dt="2022-02-21T09:35:05.262" v="982"/>
          <ac:cxnSpMkLst>
            <pc:docMk/>
            <pc:sldMk cId="672736832" sldId="340"/>
            <ac:cxnSpMk id="21" creationId="{B51369FA-F28F-4809-B871-61C3D8B5960B}"/>
          </ac:cxnSpMkLst>
        </pc:cxnChg>
        <pc:cxnChg chg="mod">
          <ac:chgData name="Josh Reiss" userId="a90d6cd88c30b6c6" providerId="LiveId" clId="{CE2D6786-44EB-4303-BE9F-34D90EBA1EF3}" dt="2022-02-21T09:35:05.262" v="982"/>
          <ac:cxnSpMkLst>
            <pc:docMk/>
            <pc:sldMk cId="672736832" sldId="340"/>
            <ac:cxnSpMk id="22" creationId="{F252370B-29CF-47DD-A48F-1F684EF2D5F6}"/>
          </ac:cxnSpMkLst>
        </pc:cxnChg>
        <pc:cxnChg chg="mod">
          <ac:chgData name="Josh Reiss" userId="a90d6cd88c30b6c6" providerId="LiveId" clId="{CE2D6786-44EB-4303-BE9F-34D90EBA1EF3}" dt="2022-02-21T09:35:05.262" v="982"/>
          <ac:cxnSpMkLst>
            <pc:docMk/>
            <pc:sldMk cId="672736832" sldId="340"/>
            <ac:cxnSpMk id="23" creationId="{8F6E8C7C-680D-4FD2-A67F-337C220AB92D}"/>
          </ac:cxnSpMkLst>
        </pc:cxnChg>
        <pc:cxnChg chg="mod">
          <ac:chgData name="Josh Reiss" userId="a90d6cd88c30b6c6" providerId="LiveId" clId="{CE2D6786-44EB-4303-BE9F-34D90EBA1EF3}" dt="2022-02-21T09:35:05.262" v="982"/>
          <ac:cxnSpMkLst>
            <pc:docMk/>
            <pc:sldMk cId="672736832" sldId="340"/>
            <ac:cxnSpMk id="24" creationId="{27763361-2394-4AD1-9FC8-308F6E2D88D4}"/>
          </ac:cxnSpMkLst>
        </pc:cxnChg>
        <pc:cxnChg chg="mod">
          <ac:chgData name="Josh Reiss" userId="a90d6cd88c30b6c6" providerId="LiveId" clId="{CE2D6786-44EB-4303-BE9F-34D90EBA1EF3}" dt="2022-02-21T09:35:05.262" v="982"/>
          <ac:cxnSpMkLst>
            <pc:docMk/>
            <pc:sldMk cId="672736832" sldId="340"/>
            <ac:cxnSpMk id="25" creationId="{E5F0F576-F2B6-4254-A9E8-287BF9F3072A}"/>
          </ac:cxnSpMkLst>
        </pc:cxnChg>
        <pc:cxnChg chg="del mod topLvl">
          <ac:chgData name="Josh Reiss" userId="a90d6cd88c30b6c6" providerId="LiveId" clId="{CE2D6786-44EB-4303-BE9F-34D90EBA1EF3}" dt="2022-02-21T09:40:26.860" v="1152" actId="478"/>
          <ac:cxnSpMkLst>
            <pc:docMk/>
            <pc:sldMk cId="672736832" sldId="340"/>
            <ac:cxnSpMk id="30" creationId="{00000000-0000-0000-0000-000000000000}"/>
          </ac:cxnSpMkLst>
        </pc:cxnChg>
        <pc:cxnChg chg="mod">
          <ac:chgData name="Josh Reiss" userId="a90d6cd88c30b6c6" providerId="LiveId" clId="{CE2D6786-44EB-4303-BE9F-34D90EBA1EF3}" dt="2022-02-21T09:37:53.950" v="1103"/>
          <ac:cxnSpMkLst>
            <pc:docMk/>
            <pc:sldMk cId="672736832" sldId="340"/>
            <ac:cxnSpMk id="34" creationId="{BDA74B67-C854-4DEB-A9DC-1E58E1F2ED5B}"/>
          </ac:cxnSpMkLst>
        </pc:cxnChg>
        <pc:cxnChg chg="mod">
          <ac:chgData name="Josh Reiss" userId="a90d6cd88c30b6c6" providerId="LiveId" clId="{CE2D6786-44EB-4303-BE9F-34D90EBA1EF3}" dt="2022-02-21T09:37:53.950" v="1103"/>
          <ac:cxnSpMkLst>
            <pc:docMk/>
            <pc:sldMk cId="672736832" sldId="340"/>
            <ac:cxnSpMk id="35" creationId="{80A9F8AB-A782-4084-9757-9946666FD76B}"/>
          </ac:cxnSpMkLst>
        </pc:cxnChg>
        <pc:cxnChg chg="mod">
          <ac:chgData name="Josh Reiss" userId="a90d6cd88c30b6c6" providerId="LiveId" clId="{CE2D6786-44EB-4303-BE9F-34D90EBA1EF3}" dt="2022-02-21T09:37:53.950" v="1103"/>
          <ac:cxnSpMkLst>
            <pc:docMk/>
            <pc:sldMk cId="672736832" sldId="340"/>
            <ac:cxnSpMk id="36" creationId="{819069B6-5447-4D65-AF87-3C51B41A1AE3}"/>
          </ac:cxnSpMkLst>
        </pc:cxnChg>
        <pc:cxnChg chg="mod">
          <ac:chgData name="Josh Reiss" userId="a90d6cd88c30b6c6" providerId="LiveId" clId="{CE2D6786-44EB-4303-BE9F-34D90EBA1EF3}" dt="2022-02-21T09:37:53.950" v="1103"/>
          <ac:cxnSpMkLst>
            <pc:docMk/>
            <pc:sldMk cId="672736832" sldId="340"/>
            <ac:cxnSpMk id="37" creationId="{8B9260B0-3120-409A-8D1A-72ABEF717E40}"/>
          </ac:cxnSpMkLst>
        </pc:cxnChg>
        <pc:cxnChg chg="mod">
          <ac:chgData name="Josh Reiss" userId="a90d6cd88c30b6c6" providerId="LiveId" clId="{CE2D6786-44EB-4303-BE9F-34D90EBA1EF3}" dt="2022-02-21T09:37:53.950" v="1103"/>
          <ac:cxnSpMkLst>
            <pc:docMk/>
            <pc:sldMk cId="672736832" sldId="340"/>
            <ac:cxnSpMk id="38" creationId="{CFCECE7B-AF0B-4505-A2A7-0B0234AC1981}"/>
          </ac:cxnSpMkLst>
        </pc:cxnChg>
        <pc:cxnChg chg="del mod">
          <ac:chgData name="Josh Reiss" userId="a90d6cd88c30b6c6" providerId="LiveId" clId="{CE2D6786-44EB-4303-BE9F-34D90EBA1EF3}" dt="2022-02-21T09:19:47.799" v="777" actId="478"/>
          <ac:cxnSpMkLst>
            <pc:docMk/>
            <pc:sldMk cId="672736832" sldId="340"/>
            <ac:cxnSpMk id="61" creationId="{00000000-0000-0000-0000-000000000000}"/>
          </ac:cxnSpMkLst>
        </pc:cxnChg>
        <pc:cxnChg chg="del mod">
          <ac:chgData name="Josh Reiss" userId="a90d6cd88c30b6c6" providerId="LiveId" clId="{CE2D6786-44EB-4303-BE9F-34D90EBA1EF3}" dt="2022-02-21T09:19:45.298" v="776" actId="478"/>
          <ac:cxnSpMkLst>
            <pc:docMk/>
            <pc:sldMk cId="672736832" sldId="340"/>
            <ac:cxnSpMk id="62" creationId="{00000000-0000-0000-0000-000000000000}"/>
          </ac:cxnSpMkLst>
        </pc:cxnChg>
        <pc:cxnChg chg="del mod topLvl">
          <ac:chgData name="Josh Reiss" userId="a90d6cd88c30b6c6" providerId="LiveId" clId="{CE2D6786-44EB-4303-BE9F-34D90EBA1EF3}" dt="2022-02-21T09:40:26.860" v="1152" actId="478"/>
          <ac:cxnSpMkLst>
            <pc:docMk/>
            <pc:sldMk cId="672736832" sldId="340"/>
            <ac:cxnSpMk id="65" creationId="{00000000-0000-0000-0000-000000000000}"/>
          </ac:cxnSpMkLst>
        </pc:cxnChg>
        <pc:cxnChg chg="del mod topLvl">
          <ac:chgData name="Josh Reiss" userId="a90d6cd88c30b6c6" providerId="LiveId" clId="{CE2D6786-44EB-4303-BE9F-34D90EBA1EF3}" dt="2022-02-21T09:40:26.860" v="1152" actId="478"/>
          <ac:cxnSpMkLst>
            <pc:docMk/>
            <pc:sldMk cId="672736832" sldId="340"/>
            <ac:cxnSpMk id="70" creationId="{00000000-0000-0000-0000-000000000000}"/>
          </ac:cxnSpMkLst>
        </pc:cxnChg>
      </pc:sldChg>
      <pc:sldChg chg="add del">
        <pc:chgData name="Josh Reiss" userId="a90d6cd88c30b6c6" providerId="LiveId" clId="{CE2D6786-44EB-4303-BE9F-34D90EBA1EF3}" dt="2021-12-17T23:24:17.800" v="379" actId="47"/>
        <pc:sldMkLst>
          <pc:docMk/>
          <pc:sldMk cId="1804348384" sldId="341"/>
        </pc:sldMkLst>
      </pc:sldChg>
      <pc:sldChg chg="new del">
        <pc:chgData name="Josh Reiss" userId="a90d6cd88c30b6c6" providerId="LiveId" clId="{CE2D6786-44EB-4303-BE9F-34D90EBA1EF3}" dt="2021-12-17T23:03:37.510" v="3" actId="680"/>
        <pc:sldMkLst>
          <pc:docMk/>
          <pc:sldMk cId="386141631" sldId="342"/>
        </pc:sldMkLst>
      </pc:sldChg>
      <pc:sldChg chg="modSp new mod ord">
        <pc:chgData name="Josh Reiss" userId="a90d6cd88c30b6c6" providerId="LiveId" clId="{CE2D6786-44EB-4303-BE9F-34D90EBA1EF3}" dt="2021-12-17T23:04:07.186" v="32"/>
        <pc:sldMkLst>
          <pc:docMk/>
          <pc:sldMk cId="2688241578" sldId="342"/>
        </pc:sldMkLst>
        <pc:spChg chg="mod">
          <ac:chgData name="Josh Reiss" userId="a90d6cd88c30b6c6" providerId="LiveId" clId="{CE2D6786-44EB-4303-BE9F-34D90EBA1EF3}" dt="2021-12-17T23:03:58.990" v="30" actId="20577"/>
          <ac:spMkLst>
            <pc:docMk/>
            <pc:sldMk cId="2688241578" sldId="342"/>
            <ac:spMk id="2" creationId="{D9888104-91A6-42D7-AC87-655D95E997E3}"/>
          </ac:spMkLst>
        </pc:spChg>
      </pc:sldChg>
      <pc:sldChg chg="addSp delSp modSp new mod">
        <pc:chgData name="Josh Reiss" userId="a90d6cd88c30b6c6" providerId="LiveId" clId="{CE2D6786-44EB-4303-BE9F-34D90EBA1EF3}" dt="2022-02-22T08:33:33.680" v="1471" actId="20578"/>
        <pc:sldMkLst>
          <pc:docMk/>
          <pc:sldMk cId="1229554816" sldId="343"/>
        </pc:sldMkLst>
        <pc:spChg chg="mod">
          <ac:chgData name="Josh Reiss" userId="a90d6cd88c30b6c6" providerId="LiveId" clId="{CE2D6786-44EB-4303-BE9F-34D90EBA1EF3}" dt="2021-12-18T01:27:20.336" v="431" actId="1076"/>
          <ac:spMkLst>
            <pc:docMk/>
            <pc:sldMk cId="1229554816" sldId="343"/>
            <ac:spMk id="2" creationId="{A17F879E-D24B-48F4-80BB-4E3C6F95B60D}"/>
          </ac:spMkLst>
        </pc:spChg>
        <pc:spChg chg="mod">
          <ac:chgData name="Josh Reiss" userId="a90d6cd88c30b6c6" providerId="LiveId" clId="{CE2D6786-44EB-4303-BE9F-34D90EBA1EF3}" dt="2022-02-22T08:33:33.680" v="1471" actId="20578"/>
          <ac:spMkLst>
            <pc:docMk/>
            <pc:sldMk cId="1229554816" sldId="343"/>
            <ac:spMk id="3" creationId="{C82C490A-692F-4B28-BF4C-70860E4FABB8}"/>
          </ac:spMkLst>
        </pc:spChg>
        <pc:spChg chg="add del">
          <ac:chgData name="Josh Reiss" userId="a90d6cd88c30b6c6" providerId="LiveId" clId="{CE2D6786-44EB-4303-BE9F-34D90EBA1EF3}" dt="2021-12-17T23:27:50.297" v="396"/>
          <ac:spMkLst>
            <pc:docMk/>
            <pc:sldMk cId="1229554816" sldId="343"/>
            <ac:spMk id="4" creationId="{F09FA224-6339-4214-BF13-01D950508D0F}"/>
          </ac:spMkLst>
        </pc:spChg>
        <pc:spChg chg="add del">
          <ac:chgData name="Josh Reiss" userId="a90d6cd88c30b6c6" providerId="LiveId" clId="{CE2D6786-44EB-4303-BE9F-34D90EBA1EF3}" dt="2021-12-17T23:27:50.297" v="396"/>
          <ac:spMkLst>
            <pc:docMk/>
            <pc:sldMk cId="1229554816" sldId="343"/>
            <ac:spMk id="5" creationId="{C28FCC4A-74D2-434A-8E5F-58A8582503C2}"/>
          </ac:spMkLst>
        </pc:spChg>
      </pc:sldChg>
      <pc:sldChg chg="add mod modShow">
        <pc:chgData name="Josh Reiss" userId="a90d6cd88c30b6c6" providerId="LiveId" clId="{CE2D6786-44EB-4303-BE9F-34D90EBA1EF3}" dt="2022-02-22T08:35:43.354" v="1472" actId="729"/>
        <pc:sldMkLst>
          <pc:docMk/>
          <pc:sldMk cId="1585101445" sldId="344"/>
        </pc:sldMkLst>
      </pc:sldChg>
      <pc:sldChg chg="modSp add mod modShow">
        <pc:chgData name="Josh Reiss" userId="a90d6cd88c30b6c6" providerId="LiveId" clId="{CE2D6786-44EB-4303-BE9F-34D90EBA1EF3}" dt="2022-02-22T08:35:43.354" v="1472" actId="729"/>
        <pc:sldMkLst>
          <pc:docMk/>
          <pc:sldMk cId="811557432" sldId="345"/>
        </pc:sldMkLst>
        <pc:spChg chg="mod">
          <ac:chgData name="Josh Reiss" userId="a90d6cd88c30b6c6" providerId="LiveId" clId="{CE2D6786-44EB-4303-BE9F-34D90EBA1EF3}" dt="2022-02-19T09:10:41.247" v="696" actId="27636"/>
          <ac:spMkLst>
            <pc:docMk/>
            <pc:sldMk cId="811557432" sldId="345"/>
            <ac:spMk id="3" creationId="{00000000-0000-0000-0000-000000000000}"/>
          </ac:spMkLst>
        </pc:spChg>
      </pc:sldChg>
      <pc:sldChg chg="addSp delSp modSp new mod">
        <pc:chgData name="Josh Reiss" userId="a90d6cd88c30b6c6" providerId="LiveId" clId="{CE2D6786-44EB-4303-BE9F-34D90EBA1EF3}" dt="2021-12-18T01:47:05.966" v="557" actId="6549"/>
        <pc:sldMkLst>
          <pc:docMk/>
          <pc:sldMk cId="1056313717" sldId="346"/>
        </pc:sldMkLst>
        <pc:spChg chg="mod">
          <ac:chgData name="Josh Reiss" userId="a90d6cd88c30b6c6" providerId="LiveId" clId="{CE2D6786-44EB-4303-BE9F-34D90EBA1EF3}" dt="2021-12-18T01:33:58.645" v="458" actId="20577"/>
          <ac:spMkLst>
            <pc:docMk/>
            <pc:sldMk cId="1056313717" sldId="346"/>
            <ac:spMk id="2" creationId="{02BE6D2E-F6CF-4211-9752-AE0D9003735F}"/>
          </ac:spMkLst>
        </pc:spChg>
        <pc:spChg chg="del">
          <ac:chgData name="Josh Reiss" userId="a90d6cd88c30b6c6" providerId="LiveId" clId="{CE2D6786-44EB-4303-BE9F-34D90EBA1EF3}" dt="2021-12-18T01:35:18.630" v="460"/>
          <ac:spMkLst>
            <pc:docMk/>
            <pc:sldMk cId="1056313717" sldId="346"/>
            <ac:spMk id="3" creationId="{ED80AE86-D6D3-48AF-881E-2B1A8E1219D8}"/>
          </ac:spMkLst>
        </pc:spChg>
        <pc:spChg chg="add mod">
          <ac:chgData name="Josh Reiss" userId="a90d6cd88c30b6c6" providerId="LiveId" clId="{CE2D6786-44EB-4303-BE9F-34D90EBA1EF3}" dt="2021-12-17T23:28:09.205" v="399" actId="1076"/>
          <ac:spMkLst>
            <pc:docMk/>
            <pc:sldMk cId="1056313717" sldId="346"/>
            <ac:spMk id="4" creationId="{1C746C78-9F86-4177-B1C8-3840F7EDEA4E}"/>
          </ac:spMkLst>
        </pc:spChg>
        <pc:spChg chg="add del mod">
          <ac:chgData name="Josh Reiss" userId="a90d6cd88c30b6c6" providerId="LiveId" clId="{CE2D6786-44EB-4303-BE9F-34D90EBA1EF3}" dt="2021-12-18T01:34:51.629" v="459" actId="478"/>
          <ac:spMkLst>
            <pc:docMk/>
            <pc:sldMk cId="1056313717" sldId="346"/>
            <ac:spMk id="5" creationId="{FA22E265-C0CE-4E3A-81F3-D73D3E6363B2}"/>
          </ac:spMkLst>
        </pc:spChg>
        <pc:spChg chg="add mod">
          <ac:chgData name="Josh Reiss" userId="a90d6cd88c30b6c6" providerId="LiveId" clId="{CE2D6786-44EB-4303-BE9F-34D90EBA1EF3}" dt="2021-12-18T01:47:05.966" v="557" actId="6549"/>
          <ac:spMkLst>
            <pc:docMk/>
            <pc:sldMk cId="1056313717" sldId="346"/>
            <ac:spMk id="6" creationId="{F857FA62-ADF3-4740-9F37-5DC5808AD0DD}"/>
          </ac:spMkLst>
        </pc:spChg>
        <pc:graphicFrameChg chg="add mod">
          <ac:chgData name="Josh Reiss" userId="a90d6cd88c30b6c6" providerId="LiveId" clId="{CE2D6786-44EB-4303-BE9F-34D90EBA1EF3}" dt="2021-12-18T01:43:53.168" v="531" actId="1076"/>
          <ac:graphicFrameMkLst>
            <pc:docMk/>
            <pc:sldMk cId="1056313717" sldId="346"/>
            <ac:graphicFrameMk id="7" creationId="{C4A349D1-77F3-4594-A3EC-81452D88F128}"/>
          </ac:graphicFrameMkLst>
        </pc:graphicFrameChg>
      </pc:sldChg>
      <pc:sldChg chg="addSp delSp modSp add mod">
        <pc:chgData name="Josh Reiss" userId="a90d6cd88c30b6c6" providerId="LiveId" clId="{CE2D6786-44EB-4303-BE9F-34D90EBA1EF3}" dt="2022-02-21T09:11:44.272" v="718" actId="1076"/>
        <pc:sldMkLst>
          <pc:docMk/>
          <pc:sldMk cId="270256415" sldId="347"/>
        </pc:sldMkLst>
        <pc:spChg chg="mod">
          <ac:chgData name="Josh Reiss" userId="a90d6cd88c30b6c6" providerId="LiveId" clId="{CE2D6786-44EB-4303-BE9F-34D90EBA1EF3}" dt="2022-02-21T09:09:49.569" v="703" actId="1076"/>
          <ac:spMkLst>
            <pc:docMk/>
            <pc:sldMk cId="270256415" sldId="347"/>
            <ac:spMk id="2" creationId="{02BE6D2E-F6CF-4211-9752-AE0D9003735F}"/>
          </ac:spMkLst>
        </pc:spChg>
        <pc:spChg chg="del mod">
          <ac:chgData name="Josh Reiss" userId="a90d6cd88c30b6c6" providerId="LiveId" clId="{CE2D6786-44EB-4303-BE9F-34D90EBA1EF3}" dt="2021-12-18T21:03:35.212" v="650" actId="478"/>
          <ac:spMkLst>
            <pc:docMk/>
            <pc:sldMk cId="270256415" sldId="347"/>
            <ac:spMk id="3" creationId="{ED80AE86-D6D3-48AF-881E-2B1A8E1219D8}"/>
          </ac:spMkLst>
        </pc:spChg>
        <pc:spChg chg="mod">
          <ac:chgData name="Josh Reiss" userId="a90d6cd88c30b6c6" providerId="LiveId" clId="{CE2D6786-44EB-4303-BE9F-34D90EBA1EF3}" dt="2022-02-21T09:10:56.761" v="709" actId="14100"/>
          <ac:spMkLst>
            <pc:docMk/>
            <pc:sldMk cId="270256415" sldId="347"/>
            <ac:spMk id="5" creationId="{FA22E265-C0CE-4E3A-81F3-D73D3E6363B2}"/>
          </ac:spMkLst>
        </pc:spChg>
        <pc:spChg chg="add mod">
          <ac:chgData name="Josh Reiss" userId="a90d6cd88c30b6c6" providerId="LiveId" clId="{CE2D6786-44EB-4303-BE9F-34D90EBA1EF3}" dt="2022-02-21T09:11:44.272" v="718" actId="1076"/>
          <ac:spMkLst>
            <pc:docMk/>
            <pc:sldMk cId="270256415" sldId="347"/>
            <ac:spMk id="6" creationId="{EA181374-80D6-4176-B365-C5851B54A6A9}"/>
          </ac:spMkLst>
        </pc:spChg>
        <pc:spChg chg="add del mod">
          <ac:chgData name="Josh Reiss" userId="a90d6cd88c30b6c6" providerId="LiveId" clId="{CE2D6786-44EB-4303-BE9F-34D90EBA1EF3}" dt="2021-12-18T21:02:06.882" v="634" actId="478"/>
          <ac:spMkLst>
            <pc:docMk/>
            <pc:sldMk cId="270256415" sldId="347"/>
            <ac:spMk id="7" creationId="{D5398E95-367C-4524-A647-089686ADD8AF}"/>
          </ac:spMkLst>
        </pc:spChg>
        <pc:spChg chg="add del">
          <ac:chgData name="Josh Reiss" userId="a90d6cd88c30b6c6" providerId="LiveId" clId="{CE2D6786-44EB-4303-BE9F-34D90EBA1EF3}" dt="2021-12-18T21:02:22.135" v="636" actId="11529"/>
          <ac:spMkLst>
            <pc:docMk/>
            <pc:sldMk cId="270256415" sldId="347"/>
            <ac:spMk id="8" creationId="{6EF09C85-12BA-421B-9ED1-1D5D6206666C}"/>
          </ac:spMkLst>
        </pc:spChg>
        <pc:spChg chg="add del mod">
          <ac:chgData name="Josh Reiss" userId="a90d6cd88c30b6c6" providerId="LiveId" clId="{CE2D6786-44EB-4303-BE9F-34D90EBA1EF3}" dt="2021-12-18T21:03:38.478" v="651" actId="478"/>
          <ac:spMkLst>
            <pc:docMk/>
            <pc:sldMk cId="270256415" sldId="347"/>
            <ac:spMk id="9" creationId="{B0FD0E3A-D766-4F0A-AC0D-B8F8219F4D27}"/>
          </ac:spMkLst>
        </pc:spChg>
        <pc:spChg chg="add mod">
          <ac:chgData name="Josh Reiss" userId="a90d6cd88c30b6c6" providerId="LiveId" clId="{CE2D6786-44EB-4303-BE9F-34D90EBA1EF3}" dt="2022-02-21T09:11:12.940" v="712" actId="692"/>
          <ac:spMkLst>
            <pc:docMk/>
            <pc:sldMk cId="270256415" sldId="347"/>
            <ac:spMk id="10" creationId="{24C4788B-1D6D-4652-BAC6-0058D3062CE3}"/>
          </ac:spMkLst>
        </pc:spChg>
      </pc:sldChg>
      <pc:sldChg chg="modSp add del">
        <pc:chgData name="Josh Reiss" userId="a90d6cd88c30b6c6" providerId="LiveId" clId="{CE2D6786-44EB-4303-BE9F-34D90EBA1EF3}" dt="2022-02-21T09:41:37.586" v="1173" actId="2696"/>
        <pc:sldMkLst>
          <pc:docMk/>
          <pc:sldMk cId="2774977627" sldId="348"/>
        </pc:sldMkLst>
        <pc:spChg chg="mod">
          <ac:chgData name="Josh Reiss" userId="a90d6cd88c30b6c6" providerId="LiveId" clId="{CE2D6786-44EB-4303-BE9F-34D90EBA1EF3}" dt="2022-02-21T09:41:35.983" v="1172"/>
          <ac:spMkLst>
            <pc:docMk/>
            <pc:sldMk cId="2774977627" sldId="348"/>
            <ac:spMk id="2" creationId="{E9CB6FF5-ECFF-46DC-9829-433154EF046E}"/>
          </ac:spMkLst>
        </pc:spChg>
      </pc:sldChg>
    </pc:docChg>
  </pc:docChgLst>
  <pc:docChgLst>
    <pc:chgData name="Josh Reiss" userId="a90d6cd88c30b6c6" providerId="LiveId" clId="{C6C1D705-D654-4A2F-A1E6-B0556F0A8C65}"/>
    <pc:docChg chg="custSel addSld modSld">
      <pc:chgData name="Josh Reiss" userId="a90d6cd88c30b6c6" providerId="LiveId" clId="{C6C1D705-D654-4A2F-A1E6-B0556F0A8C65}" dt="2021-01-19T08:15:37.978" v="1" actId="27636"/>
      <pc:docMkLst>
        <pc:docMk/>
      </pc:docMkLst>
      <pc:sldChg chg="modSp add mod">
        <pc:chgData name="Josh Reiss" userId="a90d6cd88c30b6c6" providerId="LiveId" clId="{C6C1D705-D654-4A2F-A1E6-B0556F0A8C65}" dt="2021-01-19T08:15:37.978" v="1" actId="27636"/>
        <pc:sldMkLst>
          <pc:docMk/>
          <pc:sldMk cId="672736832" sldId="340"/>
        </pc:sldMkLst>
        <pc:spChg chg="mod">
          <ac:chgData name="Josh Reiss" userId="a90d6cd88c30b6c6" providerId="LiveId" clId="{C6C1D705-D654-4A2F-A1E6-B0556F0A8C65}" dt="2021-01-19T08:15:37.978" v="1" actId="27636"/>
          <ac:spMkLst>
            <pc:docMk/>
            <pc:sldMk cId="672736832" sldId="340"/>
            <ac:spMk id="2" creationId="{00000000-0000-0000-0000-000000000000}"/>
          </ac:spMkLst>
        </pc:spChg>
      </pc:sldChg>
    </pc:docChg>
  </pc:docChgLst>
  <pc:docChgLst>
    <pc:chgData name="Josh Reiss" userId="a90d6cd88c30b6c6" providerId="LiveId" clId="{DBD16F9C-04BC-46F4-8CB5-F49176DB148F}"/>
    <pc:docChg chg="undo custSel addSld modSld">
      <pc:chgData name="Josh Reiss" userId="a90d6cd88c30b6c6" providerId="LiveId" clId="{DBD16F9C-04BC-46F4-8CB5-F49176DB148F}" dt="2020-11-21T15:52:36.398" v="191" actId="20577"/>
      <pc:docMkLst>
        <pc:docMk/>
      </pc:docMkLst>
      <pc:sldChg chg="new">
        <pc:chgData name="Josh Reiss" userId="a90d6cd88c30b6c6" providerId="LiveId" clId="{DBD16F9C-04BC-46F4-8CB5-F49176DB148F}" dt="2020-11-21T07:03:15.072" v="0" actId="680"/>
        <pc:sldMkLst>
          <pc:docMk/>
          <pc:sldMk cId="1862733517" sldId="256"/>
        </pc:sldMkLst>
      </pc:sldChg>
      <pc:sldChg chg="addSp delSp modSp new mod">
        <pc:chgData name="Josh Reiss" userId="a90d6cd88c30b6c6" providerId="LiveId" clId="{DBD16F9C-04BC-46F4-8CB5-F49176DB148F}" dt="2020-11-21T15:52:14.479" v="181" actId="14100"/>
        <pc:sldMkLst>
          <pc:docMk/>
          <pc:sldMk cId="1582420652" sldId="257"/>
        </pc:sldMkLst>
        <pc:spChg chg="del">
          <ac:chgData name="Josh Reiss" userId="a90d6cd88c30b6c6" providerId="LiveId" clId="{DBD16F9C-04BC-46F4-8CB5-F49176DB148F}" dt="2020-11-21T07:03:27.820" v="2" actId="478"/>
          <ac:spMkLst>
            <pc:docMk/>
            <pc:sldMk cId="1582420652" sldId="257"/>
            <ac:spMk id="2" creationId="{B41262E7-A5D3-4832-8C1F-70AC0B5B51AD}"/>
          </ac:spMkLst>
        </pc:spChg>
        <pc:spChg chg="del">
          <ac:chgData name="Josh Reiss" userId="a90d6cd88c30b6c6" providerId="LiveId" clId="{DBD16F9C-04BC-46F4-8CB5-F49176DB148F}" dt="2020-11-21T07:03:27.820" v="2" actId="478"/>
          <ac:spMkLst>
            <pc:docMk/>
            <pc:sldMk cId="1582420652" sldId="257"/>
            <ac:spMk id="3" creationId="{1E043322-4A69-4595-9070-3D78AE3B6020}"/>
          </ac:spMkLst>
        </pc:spChg>
        <pc:spChg chg="add mod">
          <ac:chgData name="Josh Reiss" userId="a90d6cd88c30b6c6" providerId="LiveId" clId="{DBD16F9C-04BC-46F4-8CB5-F49176DB148F}" dt="2020-11-21T07:09:32.857" v="141" actId="1038"/>
          <ac:spMkLst>
            <pc:docMk/>
            <pc:sldMk cId="1582420652" sldId="257"/>
            <ac:spMk id="4" creationId="{7A79CF97-31B3-41C2-A64F-E99DD7B1F12C}"/>
          </ac:spMkLst>
        </pc:spChg>
        <pc:spChg chg="add mod">
          <ac:chgData name="Josh Reiss" userId="a90d6cd88c30b6c6" providerId="LiveId" clId="{DBD16F9C-04BC-46F4-8CB5-F49176DB148F}" dt="2020-11-21T07:09:50.750" v="159" actId="408"/>
          <ac:spMkLst>
            <pc:docMk/>
            <pc:sldMk cId="1582420652" sldId="257"/>
            <ac:spMk id="5" creationId="{9E48C44B-FE42-49A8-8A7D-C048A696651C}"/>
          </ac:spMkLst>
        </pc:spChg>
        <pc:spChg chg="add mod">
          <ac:chgData name="Josh Reiss" userId="a90d6cd88c30b6c6" providerId="LiveId" clId="{DBD16F9C-04BC-46F4-8CB5-F49176DB148F}" dt="2020-11-21T07:09:50.750" v="159" actId="408"/>
          <ac:spMkLst>
            <pc:docMk/>
            <pc:sldMk cId="1582420652" sldId="257"/>
            <ac:spMk id="6" creationId="{37489C1F-E2B3-4960-9F89-5F73DB9CEB44}"/>
          </ac:spMkLst>
        </pc:spChg>
        <pc:spChg chg="add mod">
          <ac:chgData name="Josh Reiss" userId="a90d6cd88c30b6c6" providerId="LiveId" clId="{DBD16F9C-04BC-46F4-8CB5-F49176DB148F}" dt="2020-11-21T07:09:59.538" v="160" actId="1076"/>
          <ac:spMkLst>
            <pc:docMk/>
            <pc:sldMk cId="1582420652" sldId="257"/>
            <ac:spMk id="7" creationId="{39A1FCAC-50DF-49C5-BE6D-56FE10FA2C47}"/>
          </ac:spMkLst>
        </pc:spChg>
        <pc:spChg chg="add mod">
          <ac:chgData name="Josh Reiss" userId="a90d6cd88c30b6c6" providerId="LiveId" clId="{DBD16F9C-04BC-46F4-8CB5-F49176DB148F}" dt="2020-11-21T07:09:28.586" v="133" actId="1037"/>
          <ac:spMkLst>
            <pc:docMk/>
            <pc:sldMk cId="1582420652" sldId="257"/>
            <ac:spMk id="8" creationId="{1B554ED9-52A5-4144-8605-BC09A875C4D7}"/>
          </ac:spMkLst>
        </pc:spChg>
        <pc:spChg chg="add del mod">
          <ac:chgData name="Josh Reiss" userId="a90d6cd88c30b6c6" providerId="LiveId" clId="{DBD16F9C-04BC-46F4-8CB5-F49176DB148F}" dt="2020-11-21T15:51:06.417" v="162"/>
          <ac:spMkLst>
            <pc:docMk/>
            <pc:sldMk cId="1582420652" sldId="257"/>
            <ac:spMk id="29" creationId="{3DB822DB-4F7F-4BD0-921F-42D446CB5160}"/>
          </ac:spMkLst>
        </pc:spChg>
        <pc:spChg chg="add del mod">
          <ac:chgData name="Josh Reiss" userId="a90d6cd88c30b6c6" providerId="LiveId" clId="{DBD16F9C-04BC-46F4-8CB5-F49176DB148F}" dt="2020-11-21T15:51:06.417" v="162"/>
          <ac:spMkLst>
            <pc:docMk/>
            <pc:sldMk cId="1582420652" sldId="257"/>
            <ac:spMk id="30" creationId="{319290E4-3904-41EF-82F8-369CDFD55016}"/>
          </ac:spMkLst>
        </pc:spChg>
        <pc:spChg chg="add del mod">
          <ac:chgData name="Josh Reiss" userId="a90d6cd88c30b6c6" providerId="LiveId" clId="{DBD16F9C-04BC-46F4-8CB5-F49176DB148F}" dt="2020-11-21T15:51:06.417" v="162"/>
          <ac:spMkLst>
            <pc:docMk/>
            <pc:sldMk cId="1582420652" sldId="257"/>
            <ac:spMk id="31" creationId="{75CD36A7-64BF-4B19-A6B2-348D53006088}"/>
          </ac:spMkLst>
        </pc:spChg>
        <pc:spChg chg="add del mod">
          <ac:chgData name="Josh Reiss" userId="a90d6cd88c30b6c6" providerId="LiveId" clId="{DBD16F9C-04BC-46F4-8CB5-F49176DB148F}" dt="2020-11-21T15:51:06.417" v="162"/>
          <ac:spMkLst>
            <pc:docMk/>
            <pc:sldMk cId="1582420652" sldId="257"/>
            <ac:spMk id="32" creationId="{EBA0E9A8-F377-4183-BE89-A27DCF485CAB}"/>
          </ac:spMkLst>
        </pc:spChg>
        <pc:spChg chg="add del mod">
          <ac:chgData name="Josh Reiss" userId="a90d6cd88c30b6c6" providerId="LiveId" clId="{DBD16F9C-04BC-46F4-8CB5-F49176DB148F}" dt="2020-11-21T15:51:06.417" v="162"/>
          <ac:spMkLst>
            <pc:docMk/>
            <pc:sldMk cId="1582420652" sldId="257"/>
            <ac:spMk id="33" creationId="{7DBC8140-FB70-49FE-97B0-6CDF313BD328}"/>
          </ac:spMkLst>
        </pc:spChg>
        <pc:spChg chg="add mod">
          <ac:chgData name="Josh Reiss" userId="a90d6cd88c30b6c6" providerId="LiveId" clId="{DBD16F9C-04BC-46F4-8CB5-F49176DB148F}" dt="2020-11-21T15:52:14.479" v="181" actId="14100"/>
          <ac:spMkLst>
            <pc:docMk/>
            <pc:sldMk cId="1582420652" sldId="257"/>
            <ac:spMk id="48" creationId="{56E8D1B5-5E61-4824-9A44-E5A4B4CB9496}"/>
          </ac:spMkLst>
        </pc:spChg>
        <pc:cxnChg chg="add mod">
          <ac:chgData name="Josh Reiss" userId="a90d6cd88c30b6c6" providerId="LiveId" clId="{DBD16F9C-04BC-46F4-8CB5-F49176DB148F}" dt="2020-11-21T07:09:50.750" v="159" actId="408"/>
          <ac:cxnSpMkLst>
            <pc:docMk/>
            <pc:sldMk cId="1582420652" sldId="257"/>
            <ac:cxnSpMk id="10" creationId="{0819F297-DA48-4270-B759-2DCA0A379870}"/>
          </ac:cxnSpMkLst>
        </pc:cxnChg>
        <pc:cxnChg chg="add mod">
          <ac:chgData name="Josh Reiss" userId="a90d6cd88c30b6c6" providerId="LiveId" clId="{DBD16F9C-04BC-46F4-8CB5-F49176DB148F}" dt="2020-11-21T07:09:50.750" v="159" actId="408"/>
          <ac:cxnSpMkLst>
            <pc:docMk/>
            <pc:sldMk cId="1582420652" sldId="257"/>
            <ac:cxnSpMk id="13" creationId="{8D33BF42-94E8-4C5F-A5CC-736C1274A073}"/>
          </ac:cxnSpMkLst>
        </pc:cxnChg>
        <pc:cxnChg chg="add mod">
          <ac:chgData name="Josh Reiss" userId="a90d6cd88c30b6c6" providerId="LiveId" clId="{DBD16F9C-04BC-46F4-8CB5-F49176DB148F}" dt="2020-11-21T07:09:50.750" v="159" actId="408"/>
          <ac:cxnSpMkLst>
            <pc:docMk/>
            <pc:sldMk cId="1582420652" sldId="257"/>
            <ac:cxnSpMk id="16" creationId="{E186FA5F-EF80-476C-9843-1931D13DF20E}"/>
          </ac:cxnSpMkLst>
        </pc:cxnChg>
        <pc:cxnChg chg="add mod">
          <ac:chgData name="Josh Reiss" userId="a90d6cd88c30b6c6" providerId="LiveId" clId="{DBD16F9C-04BC-46F4-8CB5-F49176DB148F}" dt="2020-11-21T07:09:59.538" v="160" actId="1076"/>
          <ac:cxnSpMkLst>
            <pc:docMk/>
            <pc:sldMk cId="1582420652" sldId="257"/>
            <ac:cxnSpMk id="20" creationId="{D6D1D574-F11C-46FD-82B0-91BECF09FD04}"/>
          </ac:cxnSpMkLst>
        </pc:cxnChg>
        <pc:cxnChg chg="add del">
          <ac:chgData name="Josh Reiss" userId="a90d6cd88c30b6c6" providerId="LiveId" clId="{DBD16F9C-04BC-46F4-8CB5-F49176DB148F}" dt="2020-11-21T07:07:47.579" v="76" actId="11529"/>
          <ac:cxnSpMkLst>
            <pc:docMk/>
            <pc:sldMk cId="1582420652" sldId="257"/>
            <ac:cxnSpMk id="22" creationId="{040B7137-4F3C-4455-8D68-728FCB17BCFE}"/>
          </ac:cxnSpMkLst>
        </pc:cxnChg>
        <pc:cxnChg chg="add mod">
          <ac:chgData name="Josh Reiss" userId="a90d6cd88c30b6c6" providerId="LiveId" clId="{DBD16F9C-04BC-46F4-8CB5-F49176DB148F}" dt="2020-11-21T07:09:59.538" v="160" actId="1076"/>
          <ac:cxnSpMkLst>
            <pc:docMk/>
            <pc:sldMk cId="1582420652" sldId="257"/>
            <ac:cxnSpMk id="24" creationId="{9449CA9C-2DCA-4F92-9EA8-1A64D41C51BC}"/>
          </ac:cxnSpMkLst>
        </pc:cxnChg>
        <pc:cxnChg chg="add del mod">
          <ac:chgData name="Josh Reiss" userId="a90d6cd88c30b6c6" providerId="LiveId" clId="{DBD16F9C-04BC-46F4-8CB5-F49176DB148F}" dt="2020-11-21T15:51:06.417" v="162"/>
          <ac:cxnSpMkLst>
            <pc:docMk/>
            <pc:sldMk cId="1582420652" sldId="257"/>
            <ac:cxnSpMk id="34" creationId="{19D4CDCC-6C9A-4648-89EB-D47F8E85F024}"/>
          </ac:cxnSpMkLst>
        </pc:cxnChg>
        <pc:cxnChg chg="add del mod">
          <ac:chgData name="Josh Reiss" userId="a90d6cd88c30b6c6" providerId="LiveId" clId="{DBD16F9C-04BC-46F4-8CB5-F49176DB148F}" dt="2020-11-21T15:51:06.417" v="162"/>
          <ac:cxnSpMkLst>
            <pc:docMk/>
            <pc:sldMk cId="1582420652" sldId="257"/>
            <ac:cxnSpMk id="35" creationId="{C15EF8A8-6E28-41E6-AD18-DE5D35619820}"/>
          </ac:cxnSpMkLst>
        </pc:cxnChg>
        <pc:cxnChg chg="add del mod">
          <ac:chgData name="Josh Reiss" userId="a90d6cd88c30b6c6" providerId="LiveId" clId="{DBD16F9C-04BC-46F4-8CB5-F49176DB148F}" dt="2020-11-21T15:51:06.417" v="162"/>
          <ac:cxnSpMkLst>
            <pc:docMk/>
            <pc:sldMk cId="1582420652" sldId="257"/>
            <ac:cxnSpMk id="36" creationId="{C043D45F-3282-41A9-994B-669012F74BF9}"/>
          </ac:cxnSpMkLst>
        </pc:cxnChg>
        <pc:cxnChg chg="add del mod">
          <ac:chgData name="Josh Reiss" userId="a90d6cd88c30b6c6" providerId="LiveId" clId="{DBD16F9C-04BC-46F4-8CB5-F49176DB148F}" dt="2020-11-21T15:51:06.417" v="162"/>
          <ac:cxnSpMkLst>
            <pc:docMk/>
            <pc:sldMk cId="1582420652" sldId="257"/>
            <ac:cxnSpMk id="37" creationId="{FC49D2E0-B2C2-4F0E-AA99-06EBAD4D8391}"/>
          </ac:cxnSpMkLst>
        </pc:cxnChg>
        <pc:cxnChg chg="add del mod">
          <ac:chgData name="Josh Reiss" userId="a90d6cd88c30b6c6" providerId="LiveId" clId="{DBD16F9C-04BC-46F4-8CB5-F49176DB148F}" dt="2020-11-21T15:51:06.417" v="162"/>
          <ac:cxnSpMkLst>
            <pc:docMk/>
            <pc:sldMk cId="1582420652" sldId="257"/>
            <ac:cxnSpMk id="38" creationId="{ABFC830B-7E34-485D-92DE-EDCBD66F22A4}"/>
          </ac:cxnSpMkLst>
        </pc:cxnChg>
        <pc:cxnChg chg="add mod">
          <ac:chgData name="Josh Reiss" userId="a90d6cd88c30b6c6" providerId="LiveId" clId="{DBD16F9C-04BC-46F4-8CB5-F49176DB148F}" dt="2020-11-21T15:51:25.442" v="166" actId="14100"/>
          <ac:cxnSpMkLst>
            <pc:docMk/>
            <pc:sldMk cId="1582420652" sldId="257"/>
            <ac:cxnSpMk id="39" creationId="{6489F3AD-214A-433C-ABE4-EBBC6F1D391F}"/>
          </ac:cxnSpMkLst>
        </pc:cxnChg>
        <pc:cxnChg chg="add mod">
          <ac:chgData name="Josh Reiss" userId="a90d6cd88c30b6c6" providerId="LiveId" clId="{DBD16F9C-04BC-46F4-8CB5-F49176DB148F}" dt="2020-11-21T15:51:48.079" v="171" actId="14100"/>
          <ac:cxnSpMkLst>
            <pc:docMk/>
            <pc:sldMk cId="1582420652" sldId="257"/>
            <ac:cxnSpMk id="42" creationId="{4E7F9A93-929F-46B7-B1DE-E1C2C912488F}"/>
          </ac:cxnSpMkLst>
        </pc:cxnChg>
      </pc:sldChg>
      <pc:sldChg chg="addSp modSp add mod">
        <pc:chgData name="Josh Reiss" userId="a90d6cd88c30b6c6" providerId="LiveId" clId="{DBD16F9C-04BC-46F4-8CB5-F49176DB148F}" dt="2020-11-21T15:52:36.398" v="191" actId="20577"/>
        <pc:sldMkLst>
          <pc:docMk/>
          <pc:sldMk cId="2022186972" sldId="258"/>
        </pc:sldMkLst>
        <pc:spChg chg="add mod">
          <ac:chgData name="Josh Reiss" userId="a90d6cd88c30b6c6" providerId="LiveId" clId="{DBD16F9C-04BC-46F4-8CB5-F49176DB148F}" dt="2020-11-21T15:52:36.398" v="191" actId="20577"/>
          <ac:spMkLst>
            <pc:docMk/>
            <pc:sldMk cId="2022186972" sldId="258"/>
            <ac:spMk id="15" creationId="{B0996855-84FF-4627-9637-129FDE5D3294}"/>
          </ac:spMkLst>
        </pc:spChg>
      </pc:sldChg>
    </pc:docChg>
  </pc:docChgLst>
  <pc:docChgLst>
    <pc:chgData name="Josh Reiss" userId="a90d6cd88c30b6c6" providerId="LiveId" clId="{1EB5B9CC-56AB-4736-AB05-E5472AF423D5}"/>
    <pc:docChg chg="undo redo custSel addSld modSld">
      <pc:chgData name="Josh Reiss" userId="a90d6cd88c30b6c6" providerId="LiveId" clId="{1EB5B9CC-56AB-4736-AB05-E5472AF423D5}" dt="2021-05-19T16:01:36.174" v="100" actId="1076"/>
      <pc:docMkLst>
        <pc:docMk/>
      </pc:docMkLst>
      <pc:sldChg chg="addSp delSp modSp mod">
        <pc:chgData name="Josh Reiss" userId="a90d6cd88c30b6c6" providerId="LiveId" clId="{1EB5B9CC-56AB-4736-AB05-E5472AF423D5}" dt="2021-05-19T16:01:36.174" v="100" actId="1076"/>
        <pc:sldMkLst>
          <pc:docMk/>
          <pc:sldMk cId="1582420652" sldId="257"/>
        </pc:sldMkLst>
        <pc:spChg chg="mod">
          <ac:chgData name="Josh Reiss" userId="a90d6cd88c30b6c6" providerId="LiveId" clId="{1EB5B9CC-56AB-4736-AB05-E5472AF423D5}" dt="2021-05-19T16:01:36.174" v="100" actId="1076"/>
          <ac:spMkLst>
            <pc:docMk/>
            <pc:sldMk cId="1582420652" sldId="257"/>
            <ac:spMk id="4" creationId="{7A79CF97-31B3-41C2-A64F-E99DD7B1F12C}"/>
          </ac:spMkLst>
        </pc:spChg>
        <pc:spChg chg="mod">
          <ac:chgData name="Josh Reiss" userId="a90d6cd88c30b6c6" providerId="LiveId" clId="{1EB5B9CC-56AB-4736-AB05-E5472AF423D5}" dt="2021-05-19T16:01:36.174" v="100" actId="1076"/>
          <ac:spMkLst>
            <pc:docMk/>
            <pc:sldMk cId="1582420652" sldId="257"/>
            <ac:spMk id="5" creationId="{9E48C44B-FE42-49A8-8A7D-C048A696651C}"/>
          </ac:spMkLst>
        </pc:spChg>
        <pc:spChg chg="mod">
          <ac:chgData name="Josh Reiss" userId="a90d6cd88c30b6c6" providerId="LiveId" clId="{1EB5B9CC-56AB-4736-AB05-E5472AF423D5}" dt="2021-05-19T16:01:36.174" v="100" actId="1076"/>
          <ac:spMkLst>
            <pc:docMk/>
            <pc:sldMk cId="1582420652" sldId="257"/>
            <ac:spMk id="6" creationId="{37489C1F-E2B3-4960-9F89-5F73DB9CEB44}"/>
          </ac:spMkLst>
        </pc:spChg>
        <pc:spChg chg="mod">
          <ac:chgData name="Josh Reiss" userId="a90d6cd88c30b6c6" providerId="LiveId" clId="{1EB5B9CC-56AB-4736-AB05-E5472AF423D5}" dt="2021-05-19T16:01:36.174" v="100" actId="1076"/>
          <ac:spMkLst>
            <pc:docMk/>
            <pc:sldMk cId="1582420652" sldId="257"/>
            <ac:spMk id="7" creationId="{39A1FCAC-50DF-49C5-BE6D-56FE10FA2C47}"/>
          </ac:spMkLst>
        </pc:spChg>
        <pc:spChg chg="mod">
          <ac:chgData name="Josh Reiss" userId="a90d6cd88c30b6c6" providerId="LiveId" clId="{1EB5B9CC-56AB-4736-AB05-E5472AF423D5}" dt="2021-05-19T16:01:36.174" v="100" actId="1076"/>
          <ac:spMkLst>
            <pc:docMk/>
            <pc:sldMk cId="1582420652" sldId="257"/>
            <ac:spMk id="8" creationId="{1B554ED9-52A5-4144-8605-BC09A875C4D7}"/>
          </ac:spMkLst>
        </pc:spChg>
        <pc:cxnChg chg="mod">
          <ac:chgData name="Josh Reiss" userId="a90d6cd88c30b6c6" providerId="LiveId" clId="{1EB5B9CC-56AB-4736-AB05-E5472AF423D5}" dt="2021-05-19T16:01:36.174" v="100" actId="1076"/>
          <ac:cxnSpMkLst>
            <pc:docMk/>
            <pc:sldMk cId="1582420652" sldId="257"/>
            <ac:cxnSpMk id="10" creationId="{0819F297-DA48-4270-B759-2DCA0A379870}"/>
          </ac:cxnSpMkLst>
        </pc:cxnChg>
        <pc:cxnChg chg="mod">
          <ac:chgData name="Josh Reiss" userId="a90d6cd88c30b6c6" providerId="LiveId" clId="{1EB5B9CC-56AB-4736-AB05-E5472AF423D5}" dt="2021-05-19T16:01:36.174" v="100" actId="1076"/>
          <ac:cxnSpMkLst>
            <pc:docMk/>
            <pc:sldMk cId="1582420652" sldId="257"/>
            <ac:cxnSpMk id="13" creationId="{8D33BF42-94E8-4C5F-A5CC-736C1274A073}"/>
          </ac:cxnSpMkLst>
        </pc:cxnChg>
        <pc:cxnChg chg="add del mod">
          <ac:chgData name="Josh Reiss" userId="a90d6cd88c30b6c6" providerId="LiveId" clId="{1EB5B9CC-56AB-4736-AB05-E5472AF423D5}" dt="2021-05-19T15:56:30.113" v="17"/>
          <ac:cxnSpMkLst>
            <pc:docMk/>
            <pc:sldMk cId="1582420652" sldId="257"/>
            <ac:cxnSpMk id="14" creationId="{2CFC53EE-9EDF-4450-A6F5-57AF314C7909}"/>
          </ac:cxnSpMkLst>
        </pc:cxnChg>
        <pc:cxnChg chg="mod">
          <ac:chgData name="Josh Reiss" userId="a90d6cd88c30b6c6" providerId="LiveId" clId="{1EB5B9CC-56AB-4736-AB05-E5472AF423D5}" dt="2021-05-19T16:01:36.174" v="100" actId="1076"/>
          <ac:cxnSpMkLst>
            <pc:docMk/>
            <pc:sldMk cId="1582420652" sldId="257"/>
            <ac:cxnSpMk id="16" creationId="{E186FA5F-EF80-476C-9843-1931D13DF20E}"/>
          </ac:cxnSpMkLst>
        </pc:cxnChg>
        <pc:cxnChg chg="add del mod">
          <ac:chgData name="Josh Reiss" userId="a90d6cd88c30b6c6" providerId="LiveId" clId="{1EB5B9CC-56AB-4736-AB05-E5472AF423D5}" dt="2021-05-19T16:01:36.174" v="100" actId="1076"/>
          <ac:cxnSpMkLst>
            <pc:docMk/>
            <pc:sldMk cId="1582420652" sldId="257"/>
            <ac:cxnSpMk id="20" creationId="{D6D1D574-F11C-46FD-82B0-91BECF09FD04}"/>
          </ac:cxnSpMkLst>
        </pc:cxnChg>
        <pc:cxnChg chg="mod">
          <ac:chgData name="Josh Reiss" userId="a90d6cd88c30b6c6" providerId="LiveId" clId="{1EB5B9CC-56AB-4736-AB05-E5472AF423D5}" dt="2021-05-19T16:01:36.174" v="100" actId="1076"/>
          <ac:cxnSpMkLst>
            <pc:docMk/>
            <pc:sldMk cId="1582420652" sldId="257"/>
            <ac:cxnSpMk id="24" creationId="{9449CA9C-2DCA-4F92-9EA8-1A64D41C51BC}"/>
          </ac:cxnSpMkLst>
        </pc:cxnChg>
      </pc:sldChg>
      <pc:sldChg chg="addSp modSp new mod">
        <pc:chgData name="Josh Reiss" userId="a90d6cd88c30b6c6" providerId="LiveId" clId="{1EB5B9CC-56AB-4736-AB05-E5472AF423D5}" dt="2021-05-19T15:08:35.903" v="2" actId="1076"/>
        <pc:sldMkLst>
          <pc:docMk/>
          <pc:sldMk cId="1804348384" sldId="341"/>
        </pc:sldMkLst>
        <pc:spChg chg="mod">
          <ac:chgData name="Josh Reiss" userId="a90d6cd88c30b6c6" providerId="LiveId" clId="{1EB5B9CC-56AB-4736-AB05-E5472AF423D5}" dt="2021-05-19T15:08:33.092" v="1"/>
          <ac:spMkLst>
            <pc:docMk/>
            <pc:sldMk cId="1804348384" sldId="341"/>
            <ac:spMk id="5" creationId="{16F078F2-D27D-4F8C-9548-B01FAFF7D43E}"/>
          </ac:spMkLst>
        </pc:spChg>
        <pc:spChg chg="mod">
          <ac:chgData name="Josh Reiss" userId="a90d6cd88c30b6c6" providerId="LiveId" clId="{1EB5B9CC-56AB-4736-AB05-E5472AF423D5}" dt="2021-05-19T15:08:33.092" v="1"/>
          <ac:spMkLst>
            <pc:docMk/>
            <pc:sldMk cId="1804348384" sldId="341"/>
            <ac:spMk id="6" creationId="{D290214C-0801-490F-BC4E-1A49DDC221B2}"/>
          </ac:spMkLst>
        </pc:spChg>
        <pc:spChg chg="mod">
          <ac:chgData name="Josh Reiss" userId="a90d6cd88c30b6c6" providerId="LiveId" clId="{1EB5B9CC-56AB-4736-AB05-E5472AF423D5}" dt="2021-05-19T15:08:33.092" v="1"/>
          <ac:spMkLst>
            <pc:docMk/>
            <pc:sldMk cId="1804348384" sldId="341"/>
            <ac:spMk id="9" creationId="{B2DC78A0-B885-4836-989E-967B53659AAF}"/>
          </ac:spMkLst>
        </pc:spChg>
        <pc:spChg chg="mod">
          <ac:chgData name="Josh Reiss" userId="a90d6cd88c30b6c6" providerId="LiveId" clId="{1EB5B9CC-56AB-4736-AB05-E5472AF423D5}" dt="2021-05-19T15:08:33.092" v="1"/>
          <ac:spMkLst>
            <pc:docMk/>
            <pc:sldMk cId="1804348384" sldId="341"/>
            <ac:spMk id="10" creationId="{BC2BD01C-FC3C-4C17-85A4-A9A5C42EF5CF}"/>
          </ac:spMkLst>
        </pc:spChg>
        <pc:spChg chg="mod">
          <ac:chgData name="Josh Reiss" userId="a90d6cd88c30b6c6" providerId="LiveId" clId="{1EB5B9CC-56AB-4736-AB05-E5472AF423D5}" dt="2021-05-19T15:08:33.092" v="1"/>
          <ac:spMkLst>
            <pc:docMk/>
            <pc:sldMk cId="1804348384" sldId="341"/>
            <ac:spMk id="12" creationId="{B1D3FC70-A535-4CEF-9F3F-84C697EEFACE}"/>
          </ac:spMkLst>
        </pc:spChg>
        <pc:spChg chg="mod">
          <ac:chgData name="Josh Reiss" userId="a90d6cd88c30b6c6" providerId="LiveId" clId="{1EB5B9CC-56AB-4736-AB05-E5472AF423D5}" dt="2021-05-19T15:08:33.092" v="1"/>
          <ac:spMkLst>
            <pc:docMk/>
            <pc:sldMk cId="1804348384" sldId="341"/>
            <ac:spMk id="17" creationId="{3258127E-3AFD-494F-A3EE-D2727C557C8F}"/>
          </ac:spMkLst>
        </pc:spChg>
        <pc:spChg chg="mod">
          <ac:chgData name="Josh Reiss" userId="a90d6cd88c30b6c6" providerId="LiveId" clId="{1EB5B9CC-56AB-4736-AB05-E5472AF423D5}" dt="2021-05-19T15:08:33.092" v="1"/>
          <ac:spMkLst>
            <pc:docMk/>
            <pc:sldMk cId="1804348384" sldId="341"/>
            <ac:spMk id="18" creationId="{51166597-D23E-4E0F-8819-9E0483D6435F}"/>
          </ac:spMkLst>
        </pc:spChg>
        <pc:spChg chg="mod">
          <ac:chgData name="Josh Reiss" userId="a90d6cd88c30b6c6" providerId="LiveId" clId="{1EB5B9CC-56AB-4736-AB05-E5472AF423D5}" dt="2021-05-19T15:08:33.092" v="1"/>
          <ac:spMkLst>
            <pc:docMk/>
            <pc:sldMk cId="1804348384" sldId="341"/>
            <ac:spMk id="24" creationId="{5E4E3980-E8BC-4F46-A932-6F15360CDC46}"/>
          </ac:spMkLst>
        </pc:spChg>
        <pc:spChg chg="mod">
          <ac:chgData name="Josh Reiss" userId="a90d6cd88c30b6c6" providerId="LiveId" clId="{1EB5B9CC-56AB-4736-AB05-E5472AF423D5}" dt="2021-05-19T15:08:33.092" v="1"/>
          <ac:spMkLst>
            <pc:docMk/>
            <pc:sldMk cId="1804348384" sldId="341"/>
            <ac:spMk id="25" creationId="{0CCA90BE-6412-4AB8-8180-B2902C53EDDE}"/>
          </ac:spMkLst>
        </pc:spChg>
        <pc:spChg chg="mod">
          <ac:chgData name="Josh Reiss" userId="a90d6cd88c30b6c6" providerId="LiveId" clId="{1EB5B9CC-56AB-4736-AB05-E5472AF423D5}" dt="2021-05-19T15:08:33.092" v="1"/>
          <ac:spMkLst>
            <pc:docMk/>
            <pc:sldMk cId="1804348384" sldId="341"/>
            <ac:spMk id="27" creationId="{7906B6B5-CCBD-4B0D-A5F8-79A46D8C4186}"/>
          </ac:spMkLst>
        </pc:spChg>
        <pc:spChg chg="mod">
          <ac:chgData name="Josh Reiss" userId="a90d6cd88c30b6c6" providerId="LiveId" clId="{1EB5B9CC-56AB-4736-AB05-E5472AF423D5}" dt="2021-05-19T15:08:33.092" v="1"/>
          <ac:spMkLst>
            <pc:docMk/>
            <pc:sldMk cId="1804348384" sldId="341"/>
            <ac:spMk id="28" creationId="{DCF07BE2-AFB7-47CD-9175-CA26CF0E4F43}"/>
          </ac:spMkLst>
        </pc:spChg>
        <pc:grpChg chg="add mod">
          <ac:chgData name="Josh Reiss" userId="a90d6cd88c30b6c6" providerId="LiveId" clId="{1EB5B9CC-56AB-4736-AB05-E5472AF423D5}" dt="2021-05-19T15:08:35.903" v="2" actId="1076"/>
          <ac:grpSpMkLst>
            <pc:docMk/>
            <pc:sldMk cId="1804348384" sldId="341"/>
            <ac:grpSpMk id="4" creationId="{022BD31F-26F6-416D-A543-E67ED74CA752}"/>
          </ac:grpSpMkLst>
        </pc:grpChg>
        <pc:grpChg chg="mod">
          <ac:chgData name="Josh Reiss" userId="a90d6cd88c30b6c6" providerId="LiveId" clId="{1EB5B9CC-56AB-4736-AB05-E5472AF423D5}" dt="2021-05-19T15:08:33.092" v="1"/>
          <ac:grpSpMkLst>
            <pc:docMk/>
            <pc:sldMk cId="1804348384" sldId="341"/>
            <ac:grpSpMk id="21" creationId="{70B2698F-6DB1-44B6-98C7-3334DC805D3E}"/>
          </ac:grpSpMkLst>
        </pc:grpChg>
        <pc:cxnChg chg="mod">
          <ac:chgData name="Josh Reiss" userId="a90d6cd88c30b6c6" providerId="LiveId" clId="{1EB5B9CC-56AB-4736-AB05-E5472AF423D5}" dt="2021-05-19T15:08:33.092" v="1"/>
          <ac:cxnSpMkLst>
            <pc:docMk/>
            <pc:sldMk cId="1804348384" sldId="341"/>
            <ac:cxnSpMk id="7" creationId="{CB9400F1-F4DF-45D9-B0B6-E81A141215B7}"/>
          </ac:cxnSpMkLst>
        </pc:cxnChg>
        <pc:cxnChg chg="mod">
          <ac:chgData name="Josh Reiss" userId="a90d6cd88c30b6c6" providerId="LiveId" clId="{1EB5B9CC-56AB-4736-AB05-E5472AF423D5}" dt="2021-05-19T15:08:33.092" v="1"/>
          <ac:cxnSpMkLst>
            <pc:docMk/>
            <pc:sldMk cId="1804348384" sldId="341"/>
            <ac:cxnSpMk id="8" creationId="{F94CA188-EEDB-4C4B-AA12-538F78CA4E68}"/>
          </ac:cxnSpMkLst>
        </pc:cxnChg>
        <pc:cxnChg chg="mod">
          <ac:chgData name="Josh Reiss" userId="a90d6cd88c30b6c6" providerId="LiveId" clId="{1EB5B9CC-56AB-4736-AB05-E5472AF423D5}" dt="2021-05-19T15:08:33.092" v="1"/>
          <ac:cxnSpMkLst>
            <pc:docMk/>
            <pc:sldMk cId="1804348384" sldId="341"/>
            <ac:cxnSpMk id="11" creationId="{D1940105-6FE2-43A5-8734-4A3C65B3A79C}"/>
          </ac:cxnSpMkLst>
        </pc:cxnChg>
        <pc:cxnChg chg="mod">
          <ac:chgData name="Josh Reiss" userId="a90d6cd88c30b6c6" providerId="LiveId" clId="{1EB5B9CC-56AB-4736-AB05-E5472AF423D5}" dt="2021-05-19T15:08:33.092" v="1"/>
          <ac:cxnSpMkLst>
            <pc:docMk/>
            <pc:sldMk cId="1804348384" sldId="341"/>
            <ac:cxnSpMk id="13" creationId="{19726DBA-E269-4512-A49F-CC91103EDB68}"/>
          </ac:cxnSpMkLst>
        </pc:cxnChg>
        <pc:cxnChg chg="mod">
          <ac:chgData name="Josh Reiss" userId="a90d6cd88c30b6c6" providerId="LiveId" clId="{1EB5B9CC-56AB-4736-AB05-E5472AF423D5}" dt="2021-05-19T15:08:33.092" v="1"/>
          <ac:cxnSpMkLst>
            <pc:docMk/>
            <pc:sldMk cId="1804348384" sldId="341"/>
            <ac:cxnSpMk id="14" creationId="{C0A2C704-D50E-4575-AB8B-2214E0039577}"/>
          </ac:cxnSpMkLst>
        </pc:cxnChg>
        <pc:cxnChg chg="mod">
          <ac:chgData name="Josh Reiss" userId="a90d6cd88c30b6c6" providerId="LiveId" clId="{1EB5B9CC-56AB-4736-AB05-E5472AF423D5}" dt="2021-05-19T15:08:33.092" v="1"/>
          <ac:cxnSpMkLst>
            <pc:docMk/>
            <pc:sldMk cId="1804348384" sldId="341"/>
            <ac:cxnSpMk id="15" creationId="{BCE14A01-35A3-464D-8094-82F17638CA74}"/>
          </ac:cxnSpMkLst>
        </pc:cxnChg>
        <pc:cxnChg chg="mod">
          <ac:chgData name="Josh Reiss" userId="a90d6cd88c30b6c6" providerId="LiveId" clId="{1EB5B9CC-56AB-4736-AB05-E5472AF423D5}" dt="2021-05-19T15:08:33.092" v="1"/>
          <ac:cxnSpMkLst>
            <pc:docMk/>
            <pc:sldMk cId="1804348384" sldId="341"/>
            <ac:cxnSpMk id="16" creationId="{F5B5276E-47EE-4862-8C9D-48098C4AFD89}"/>
          </ac:cxnSpMkLst>
        </pc:cxnChg>
        <pc:cxnChg chg="mod">
          <ac:chgData name="Josh Reiss" userId="a90d6cd88c30b6c6" providerId="LiveId" clId="{1EB5B9CC-56AB-4736-AB05-E5472AF423D5}" dt="2021-05-19T15:08:33.092" v="1"/>
          <ac:cxnSpMkLst>
            <pc:docMk/>
            <pc:sldMk cId="1804348384" sldId="341"/>
            <ac:cxnSpMk id="19" creationId="{17092813-3A0D-4663-B49B-EE68D14A3D85}"/>
          </ac:cxnSpMkLst>
        </pc:cxnChg>
        <pc:cxnChg chg="mod">
          <ac:chgData name="Josh Reiss" userId="a90d6cd88c30b6c6" providerId="LiveId" clId="{1EB5B9CC-56AB-4736-AB05-E5472AF423D5}" dt="2021-05-19T15:08:33.092" v="1"/>
          <ac:cxnSpMkLst>
            <pc:docMk/>
            <pc:sldMk cId="1804348384" sldId="341"/>
            <ac:cxnSpMk id="20" creationId="{7A80F184-9635-4793-BFF0-190D59D1A8EA}"/>
          </ac:cxnSpMkLst>
        </pc:cxnChg>
        <pc:cxnChg chg="mod">
          <ac:chgData name="Josh Reiss" userId="a90d6cd88c30b6c6" providerId="LiveId" clId="{1EB5B9CC-56AB-4736-AB05-E5472AF423D5}" dt="2021-05-19T15:08:33.092" v="1"/>
          <ac:cxnSpMkLst>
            <pc:docMk/>
            <pc:sldMk cId="1804348384" sldId="341"/>
            <ac:cxnSpMk id="22" creationId="{1390F1D6-FF98-4235-9280-54417690FE01}"/>
          </ac:cxnSpMkLst>
        </pc:cxnChg>
        <pc:cxnChg chg="mod">
          <ac:chgData name="Josh Reiss" userId="a90d6cd88c30b6c6" providerId="LiveId" clId="{1EB5B9CC-56AB-4736-AB05-E5472AF423D5}" dt="2021-05-19T15:08:33.092" v="1"/>
          <ac:cxnSpMkLst>
            <pc:docMk/>
            <pc:sldMk cId="1804348384" sldId="341"/>
            <ac:cxnSpMk id="23" creationId="{4146DDEC-17B2-486E-9BE8-20066BAE37D8}"/>
          </ac:cxnSpMkLst>
        </pc:cxnChg>
        <pc:cxnChg chg="mod">
          <ac:chgData name="Josh Reiss" userId="a90d6cd88c30b6c6" providerId="LiveId" clId="{1EB5B9CC-56AB-4736-AB05-E5472AF423D5}" dt="2021-05-19T15:08:33.092" v="1"/>
          <ac:cxnSpMkLst>
            <pc:docMk/>
            <pc:sldMk cId="1804348384" sldId="341"/>
            <ac:cxnSpMk id="26" creationId="{AE8B698A-021A-4B48-ABB5-7777480EF9B3}"/>
          </ac:cxnSpMkLst>
        </pc:cxn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a90d6cd88c30b6c6/Sound%20design/WAA%20Tutorial/Chapters/10%20Delay/Delay.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19050" cap="rnd">
              <a:solidFill>
                <a:srgbClr val="7030A0"/>
              </a:solidFill>
              <a:round/>
            </a:ln>
            <a:effectLst/>
          </c:spPr>
          <c:marker>
            <c:symbol val="none"/>
          </c:marker>
          <c:xVal>
            <c:numRef>
              <c:f>[Delay.xlsx]Sheet1!$B$1:$B$511</c:f>
              <c:numCache>
                <c:formatCode>General</c:formatCode>
                <c:ptCount val="511"/>
                <c:pt idx="0">
                  <c:v>10</c:v>
                </c:pt>
                <c:pt idx="1">
                  <c:v>20</c:v>
                </c:pt>
                <c:pt idx="2">
                  <c:v>40</c:v>
                </c:pt>
                <c:pt idx="3">
                  <c:v>60</c:v>
                </c:pt>
                <c:pt idx="4">
                  <c:v>80</c:v>
                </c:pt>
                <c:pt idx="5">
                  <c:v>100</c:v>
                </c:pt>
                <c:pt idx="6">
                  <c:v>120</c:v>
                </c:pt>
                <c:pt idx="7">
                  <c:v>140</c:v>
                </c:pt>
                <c:pt idx="8">
                  <c:v>160</c:v>
                </c:pt>
                <c:pt idx="9">
                  <c:v>180</c:v>
                </c:pt>
                <c:pt idx="10">
                  <c:v>200</c:v>
                </c:pt>
                <c:pt idx="11">
                  <c:v>220</c:v>
                </c:pt>
                <c:pt idx="12">
                  <c:v>240</c:v>
                </c:pt>
                <c:pt idx="13">
                  <c:v>260</c:v>
                </c:pt>
                <c:pt idx="14">
                  <c:v>280</c:v>
                </c:pt>
                <c:pt idx="15">
                  <c:v>300</c:v>
                </c:pt>
                <c:pt idx="16">
                  <c:v>320</c:v>
                </c:pt>
                <c:pt idx="17">
                  <c:v>340</c:v>
                </c:pt>
                <c:pt idx="18">
                  <c:v>360</c:v>
                </c:pt>
                <c:pt idx="19">
                  <c:v>380</c:v>
                </c:pt>
                <c:pt idx="20">
                  <c:v>400</c:v>
                </c:pt>
                <c:pt idx="21">
                  <c:v>420</c:v>
                </c:pt>
                <c:pt idx="22">
                  <c:v>440</c:v>
                </c:pt>
                <c:pt idx="23">
                  <c:v>460</c:v>
                </c:pt>
                <c:pt idx="24">
                  <c:v>480</c:v>
                </c:pt>
                <c:pt idx="25">
                  <c:v>500</c:v>
                </c:pt>
                <c:pt idx="26">
                  <c:v>520</c:v>
                </c:pt>
                <c:pt idx="27">
                  <c:v>540</c:v>
                </c:pt>
                <c:pt idx="28">
                  <c:v>560</c:v>
                </c:pt>
                <c:pt idx="29">
                  <c:v>580</c:v>
                </c:pt>
                <c:pt idx="30">
                  <c:v>600</c:v>
                </c:pt>
                <c:pt idx="31">
                  <c:v>620</c:v>
                </c:pt>
                <c:pt idx="32">
                  <c:v>640</c:v>
                </c:pt>
                <c:pt idx="33">
                  <c:v>660</c:v>
                </c:pt>
                <c:pt idx="34">
                  <c:v>680</c:v>
                </c:pt>
                <c:pt idx="35">
                  <c:v>700</c:v>
                </c:pt>
                <c:pt idx="36">
                  <c:v>720</c:v>
                </c:pt>
                <c:pt idx="37">
                  <c:v>740</c:v>
                </c:pt>
                <c:pt idx="38">
                  <c:v>760</c:v>
                </c:pt>
                <c:pt idx="39">
                  <c:v>780</c:v>
                </c:pt>
                <c:pt idx="40">
                  <c:v>800</c:v>
                </c:pt>
                <c:pt idx="41">
                  <c:v>820</c:v>
                </c:pt>
                <c:pt idx="42">
                  <c:v>840</c:v>
                </c:pt>
                <c:pt idx="43">
                  <c:v>860</c:v>
                </c:pt>
                <c:pt idx="44">
                  <c:v>880</c:v>
                </c:pt>
                <c:pt idx="45">
                  <c:v>900</c:v>
                </c:pt>
                <c:pt idx="46">
                  <c:v>920</c:v>
                </c:pt>
                <c:pt idx="47">
                  <c:v>940</c:v>
                </c:pt>
                <c:pt idx="48">
                  <c:v>960</c:v>
                </c:pt>
                <c:pt idx="49">
                  <c:v>980</c:v>
                </c:pt>
                <c:pt idx="50">
                  <c:v>1000</c:v>
                </c:pt>
                <c:pt idx="51">
                  <c:v>1020</c:v>
                </c:pt>
                <c:pt idx="52">
                  <c:v>1040</c:v>
                </c:pt>
                <c:pt idx="53">
                  <c:v>1060</c:v>
                </c:pt>
                <c:pt idx="54">
                  <c:v>1080</c:v>
                </c:pt>
                <c:pt idx="55">
                  <c:v>1100</c:v>
                </c:pt>
                <c:pt idx="56">
                  <c:v>1120</c:v>
                </c:pt>
                <c:pt idx="57">
                  <c:v>1140</c:v>
                </c:pt>
                <c:pt idx="58">
                  <c:v>1160</c:v>
                </c:pt>
                <c:pt idx="59">
                  <c:v>1180</c:v>
                </c:pt>
                <c:pt idx="60">
                  <c:v>1200</c:v>
                </c:pt>
                <c:pt idx="61">
                  <c:v>1220</c:v>
                </c:pt>
                <c:pt idx="62">
                  <c:v>1240</c:v>
                </c:pt>
                <c:pt idx="63">
                  <c:v>1260</c:v>
                </c:pt>
                <c:pt idx="64">
                  <c:v>1280</c:v>
                </c:pt>
                <c:pt idx="65">
                  <c:v>1300</c:v>
                </c:pt>
                <c:pt idx="66">
                  <c:v>1320</c:v>
                </c:pt>
                <c:pt idx="67">
                  <c:v>1340</c:v>
                </c:pt>
                <c:pt idx="68">
                  <c:v>1360</c:v>
                </c:pt>
                <c:pt idx="69">
                  <c:v>1380</c:v>
                </c:pt>
                <c:pt idx="70">
                  <c:v>1400</c:v>
                </c:pt>
                <c:pt idx="71">
                  <c:v>1420</c:v>
                </c:pt>
                <c:pt idx="72">
                  <c:v>1440</c:v>
                </c:pt>
                <c:pt idx="73">
                  <c:v>1460</c:v>
                </c:pt>
                <c:pt idx="74">
                  <c:v>1480</c:v>
                </c:pt>
                <c:pt idx="75">
                  <c:v>1500</c:v>
                </c:pt>
                <c:pt idx="76">
                  <c:v>1520</c:v>
                </c:pt>
                <c:pt idx="77">
                  <c:v>1540</c:v>
                </c:pt>
                <c:pt idx="78">
                  <c:v>1560</c:v>
                </c:pt>
                <c:pt idx="79">
                  <c:v>1580</c:v>
                </c:pt>
                <c:pt idx="80">
                  <c:v>1600</c:v>
                </c:pt>
                <c:pt idx="81">
                  <c:v>1620</c:v>
                </c:pt>
                <c:pt idx="82">
                  <c:v>1640</c:v>
                </c:pt>
                <c:pt idx="83">
                  <c:v>1660</c:v>
                </c:pt>
                <c:pt idx="84">
                  <c:v>1680</c:v>
                </c:pt>
                <c:pt idx="85">
                  <c:v>1700</c:v>
                </c:pt>
                <c:pt idx="86">
                  <c:v>1720</c:v>
                </c:pt>
                <c:pt idx="87">
                  <c:v>1740</c:v>
                </c:pt>
                <c:pt idx="88">
                  <c:v>1760</c:v>
                </c:pt>
                <c:pt idx="89">
                  <c:v>1780</c:v>
                </c:pt>
                <c:pt idx="90">
                  <c:v>1800</c:v>
                </c:pt>
                <c:pt idx="91">
                  <c:v>1820</c:v>
                </c:pt>
                <c:pt idx="92">
                  <c:v>1840</c:v>
                </c:pt>
                <c:pt idx="93">
                  <c:v>1860</c:v>
                </c:pt>
                <c:pt idx="94">
                  <c:v>1880</c:v>
                </c:pt>
                <c:pt idx="95">
                  <c:v>1900</c:v>
                </c:pt>
                <c:pt idx="96">
                  <c:v>1920</c:v>
                </c:pt>
                <c:pt idx="97">
                  <c:v>1940</c:v>
                </c:pt>
                <c:pt idx="98">
                  <c:v>1960</c:v>
                </c:pt>
                <c:pt idx="99">
                  <c:v>1980</c:v>
                </c:pt>
                <c:pt idx="100">
                  <c:v>2000</c:v>
                </c:pt>
                <c:pt idx="101">
                  <c:v>2020</c:v>
                </c:pt>
                <c:pt idx="102">
                  <c:v>2040</c:v>
                </c:pt>
                <c:pt idx="103">
                  <c:v>2060</c:v>
                </c:pt>
                <c:pt idx="104">
                  <c:v>2080</c:v>
                </c:pt>
                <c:pt idx="105">
                  <c:v>2100</c:v>
                </c:pt>
                <c:pt idx="106">
                  <c:v>2120</c:v>
                </c:pt>
                <c:pt idx="107">
                  <c:v>2140</c:v>
                </c:pt>
                <c:pt idx="108">
                  <c:v>2160</c:v>
                </c:pt>
                <c:pt idx="109">
                  <c:v>2180</c:v>
                </c:pt>
                <c:pt idx="110">
                  <c:v>2200</c:v>
                </c:pt>
                <c:pt idx="111">
                  <c:v>2220</c:v>
                </c:pt>
                <c:pt idx="112">
                  <c:v>2240</c:v>
                </c:pt>
                <c:pt idx="113">
                  <c:v>2260</c:v>
                </c:pt>
                <c:pt idx="114">
                  <c:v>2280</c:v>
                </c:pt>
                <c:pt idx="115">
                  <c:v>2300</c:v>
                </c:pt>
                <c:pt idx="116">
                  <c:v>2320</c:v>
                </c:pt>
                <c:pt idx="117">
                  <c:v>2340</c:v>
                </c:pt>
                <c:pt idx="118">
                  <c:v>2360</c:v>
                </c:pt>
                <c:pt idx="119">
                  <c:v>2380</c:v>
                </c:pt>
                <c:pt idx="120">
                  <c:v>2400</c:v>
                </c:pt>
                <c:pt idx="121">
                  <c:v>2420</c:v>
                </c:pt>
                <c:pt idx="122">
                  <c:v>2440</c:v>
                </c:pt>
                <c:pt idx="123">
                  <c:v>2460</c:v>
                </c:pt>
                <c:pt idx="124">
                  <c:v>2480</c:v>
                </c:pt>
                <c:pt idx="125">
                  <c:v>2500</c:v>
                </c:pt>
                <c:pt idx="126">
                  <c:v>2520</c:v>
                </c:pt>
                <c:pt idx="127">
                  <c:v>2540</c:v>
                </c:pt>
                <c:pt idx="128">
                  <c:v>2560</c:v>
                </c:pt>
                <c:pt idx="129">
                  <c:v>2580</c:v>
                </c:pt>
                <c:pt idx="130">
                  <c:v>2600</c:v>
                </c:pt>
                <c:pt idx="131">
                  <c:v>2620</c:v>
                </c:pt>
                <c:pt idx="132">
                  <c:v>2640</c:v>
                </c:pt>
                <c:pt idx="133">
                  <c:v>2660</c:v>
                </c:pt>
                <c:pt idx="134">
                  <c:v>2680</c:v>
                </c:pt>
                <c:pt idx="135">
                  <c:v>2700</c:v>
                </c:pt>
                <c:pt idx="136">
                  <c:v>2720</c:v>
                </c:pt>
                <c:pt idx="137">
                  <c:v>2740</c:v>
                </c:pt>
                <c:pt idx="138">
                  <c:v>2760</c:v>
                </c:pt>
                <c:pt idx="139">
                  <c:v>2780</c:v>
                </c:pt>
                <c:pt idx="140">
                  <c:v>2800</c:v>
                </c:pt>
                <c:pt idx="141">
                  <c:v>2820</c:v>
                </c:pt>
                <c:pt idx="142">
                  <c:v>2840</c:v>
                </c:pt>
                <c:pt idx="143">
                  <c:v>2860</c:v>
                </c:pt>
                <c:pt idx="144">
                  <c:v>2880</c:v>
                </c:pt>
                <c:pt idx="145">
                  <c:v>2900</c:v>
                </c:pt>
                <c:pt idx="146">
                  <c:v>2920</c:v>
                </c:pt>
                <c:pt idx="147">
                  <c:v>2940</c:v>
                </c:pt>
                <c:pt idx="148">
                  <c:v>2960</c:v>
                </c:pt>
                <c:pt idx="149">
                  <c:v>2980</c:v>
                </c:pt>
                <c:pt idx="150">
                  <c:v>3000</c:v>
                </c:pt>
                <c:pt idx="151">
                  <c:v>3020</c:v>
                </c:pt>
                <c:pt idx="152">
                  <c:v>3040</c:v>
                </c:pt>
                <c:pt idx="153">
                  <c:v>3060</c:v>
                </c:pt>
                <c:pt idx="154">
                  <c:v>3080</c:v>
                </c:pt>
                <c:pt idx="155">
                  <c:v>3100</c:v>
                </c:pt>
                <c:pt idx="156">
                  <c:v>3120</c:v>
                </c:pt>
                <c:pt idx="157">
                  <c:v>3140</c:v>
                </c:pt>
                <c:pt idx="158">
                  <c:v>3160</c:v>
                </c:pt>
                <c:pt idx="159">
                  <c:v>3180</c:v>
                </c:pt>
                <c:pt idx="160">
                  <c:v>3200</c:v>
                </c:pt>
                <c:pt idx="161">
                  <c:v>3220</c:v>
                </c:pt>
                <c:pt idx="162">
                  <c:v>3240</c:v>
                </c:pt>
                <c:pt idx="163">
                  <c:v>3260</c:v>
                </c:pt>
                <c:pt idx="164">
                  <c:v>3280</c:v>
                </c:pt>
                <c:pt idx="165">
                  <c:v>3300</c:v>
                </c:pt>
                <c:pt idx="166">
                  <c:v>3320</c:v>
                </c:pt>
                <c:pt idx="167">
                  <c:v>3340</c:v>
                </c:pt>
                <c:pt idx="168">
                  <c:v>3360</c:v>
                </c:pt>
                <c:pt idx="169">
                  <c:v>3380</c:v>
                </c:pt>
                <c:pt idx="170">
                  <c:v>3400</c:v>
                </c:pt>
                <c:pt idx="171">
                  <c:v>3420</c:v>
                </c:pt>
                <c:pt idx="172">
                  <c:v>3440</c:v>
                </c:pt>
                <c:pt idx="173">
                  <c:v>3460</c:v>
                </c:pt>
                <c:pt idx="174">
                  <c:v>3480</c:v>
                </c:pt>
                <c:pt idx="175">
                  <c:v>3500</c:v>
                </c:pt>
                <c:pt idx="176">
                  <c:v>3520</c:v>
                </c:pt>
                <c:pt idx="177">
                  <c:v>3540</c:v>
                </c:pt>
                <c:pt idx="178">
                  <c:v>3560</c:v>
                </c:pt>
                <c:pt idx="179">
                  <c:v>3580</c:v>
                </c:pt>
                <c:pt idx="180">
                  <c:v>3600</c:v>
                </c:pt>
                <c:pt idx="181">
                  <c:v>3620</c:v>
                </c:pt>
                <c:pt idx="182">
                  <c:v>3640</c:v>
                </c:pt>
                <c:pt idx="183">
                  <c:v>3660</c:v>
                </c:pt>
                <c:pt idx="184">
                  <c:v>3680</c:v>
                </c:pt>
                <c:pt idx="185">
                  <c:v>3700</c:v>
                </c:pt>
                <c:pt idx="186">
                  <c:v>3720</c:v>
                </c:pt>
                <c:pt idx="187">
                  <c:v>3740</c:v>
                </c:pt>
                <c:pt idx="188">
                  <c:v>3760</c:v>
                </c:pt>
                <c:pt idx="189">
                  <c:v>3780</c:v>
                </c:pt>
                <c:pt idx="190">
                  <c:v>3800</c:v>
                </c:pt>
                <c:pt idx="191">
                  <c:v>3820</c:v>
                </c:pt>
                <c:pt idx="192">
                  <c:v>3840</c:v>
                </c:pt>
                <c:pt idx="193">
                  <c:v>3860</c:v>
                </c:pt>
                <c:pt idx="194">
                  <c:v>3880</c:v>
                </c:pt>
                <c:pt idx="195">
                  <c:v>3900</c:v>
                </c:pt>
                <c:pt idx="196">
                  <c:v>3920</c:v>
                </c:pt>
                <c:pt idx="197">
                  <c:v>3940</c:v>
                </c:pt>
                <c:pt idx="198">
                  <c:v>3960</c:v>
                </c:pt>
                <c:pt idx="199">
                  <c:v>3980</c:v>
                </c:pt>
                <c:pt idx="200">
                  <c:v>4000</c:v>
                </c:pt>
                <c:pt idx="201">
                  <c:v>4020</c:v>
                </c:pt>
                <c:pt idx="202">
                  <c:v>4040</c:v>
                </c:pt>
                <c:pt idx="203">
                  <c:v>4060</c:v>
                </c:pt>
                <c:pt idx="204">
                  <c:v>4080</c:v>
                </c:pt>
                <c:pt idx="205">
                  <c:v>4100</c:v>
                </c:pt>
                <c:pt idx="206">
                  <c:v>4120</c:v>
                </c:pt>
                <c:pt idx="207">
                  <c:v>4140</c:v>
                </c:pt>
                <c:pt idx="208">
                  <c:v>4160</c:v>
                </c:pt>
                <c:pt idx="209">
                  <c:v>4180</c:v>
                </c:pt>
                <c:pt idx="210">
                  <c:v>4200</c:v>
                </c:pt>
                <c:pt idx="211">
                  <c:v>4220</c:v>
                </c:pt>
                <c:pt idx="212">
                  <c:v>4240</c:v>
                </c:pt>
                <c:pt idx="213">
                  <c:v>4260</c:v>
                </c:pt>
                <c:pt idx="214">
                  <c:v>4280</c:v>
                </c:pt>
                <c:pt idx="215">
                  <c:v>4300</c:v>
                </c:pt>
                <c:pt idx="216">
                  <c:v>4320</c:v>
                </c:pt>
                <c:pt idx="217">
                  <c:v>4340</c:v>
                </c:pt>
                <c:pt idx="218">
                  <c:v>4360</c:v>
                </c:pt>
                <c:pt idx="219">
                  <c:v>4380</c:v>
                </c:pt>
                <c:pt idx="220">
                  <c:v>4400</c:v>
                </c:pt>
                <c:pt idx="221">
                  <c:v>4420</c:v>
                </c:pt>
                <c:pt idx="222">
                  <c:v>4440</c:v>
                </c:pt>
                <c:pt idx="223">
                  <c:v>4460</c:v>
                </c:pt>
                <c:pt idx="224">
                  <c:v>4480</c:v>
                </c:pt>
                <c:pt idx="225">
                  <c:v>4500</c:v>
                </c:pt>
                <c:pt idx="226">
                  <c:v>4520</c:v>
                </c:pt>
                <c:pt idx="227">
                  <c:v>4540</c:v>
                </c:pt>
                <c:pt idx="228">
                  <c:v>4560</c:v>
                </c:pt>
                <c:pt idx="229">
                  <c:v>4580</c:v>
                </c:pt>
                <c:pt idx="230">
                  <c:v>4600</c:v>
                </c:pt>
                <c:pt idx="231">
                  <c:v>4620</c:v>
                </c:pt>
                <c:pt idx="232">
                  <c:v>4640</c:v>
                </c:pt>
                <c:pt idx="233">
                  <c:v>4660</c:v>
                </c:pt>
                <c:pt idx="234">
                  <c:v>4680</c:v>
                </c:pt>
                <c:pt idx="235">
                  <c:v>4700</c:v>
                </c:pt>
                <c:pt idx="236">
                  <c:v>4720</c:v>
                </c:pt>
                <c:pt idx="237">
                  <c:v>4740</c:v>
                </c:pt>
                <c:pt idx="238">
                  <c:v>4760</c:v>
                </c:pt>
                <c:pt idx="239">
                  <c:v>4780</c:v>
                </c:pt>
                <c:pt idx="240">
                  <c:v>4800</c:v>
                </c:pt>
                <c:pt idx="241">
                  <c:v>4820</c:v>
                </c:pt>
                <c:pt idx="242">
                  <c:v>4840</c:v>
                </c:pt>
                <c:pt idx="243">
                  <c:v>4860</c:v>
                </c:pt>
                <c:pt idx="244">
                  <c:v>4880</c:v>
                </c:pt>
                <c:pt idx="245">
                  <c:v>4900</c:v>
                </c:pt>
                <c:pt idx="246">
                  <c:v>4920</c:v>
                </c:pt>
                <c:pt idx="247">
                  <c:v>4940</c:v>
                </c:pt>
                <c:pt idx="248">
                  <c:v>4960</c:v>
                </c:pt>
                <c:pt idx="249">
                  <c:v>4980</c:v>
                </c:pt>
                <c:pt idx="250">
                  <c:v>5000</c:v>
                </c:pt>
                <c:pt idx="251">
                  <c:v>5020</c:v>
                </c:pt>
                <c:pt idx="252">
                  <c:v>5040</c:v>
                </c:pt>
                <c:pt idx="253">
                  <c:v>5060</c:v>
                </c:pt>
                <c:pt idx="254">
                  <c:v>5080</c:v>
                </c:pt>
                <c:pt idx="255">
                  <c:v>5100</c:v>
                </c:pt>
                <c:pt idx="256">
                  <c:v>5120</c:v>
                </c:pt>
                <c:pt idx="257">
                  <c:v>5140</c:v>
                </c:pt>
                <c:pt idx="258">
                  <c:v>5160</c:v>
                </c:pt>
                <c:pt idx="259">
                  <c:v>5180</c:v>
                </c:pt>
                <c:pt idx="260">
                  <c:v>5200</c:v>
                </c:pt>
                <c:pt idx="261">
                  <c:v>5220</c:v>
                </c:pt>
                <c:pt idx="262">
                  <c:v>5240</c:v>
                </c:pt>
                <c:pt idx="263">
                  <c:v>5260</c:v>
                </c:pt>
                <c:pt idx="264">
                  <c:v>5280</c:v>
                </c:pt>
                <c:pt idx="265">
                  <c:v>5300</c:v>
                </c:pt>
                <c:pt idx="266">
                  <c:v>5320</c:v>
                </c:pt>
                <c:pt idx="267">
                  <c:v>5340</c:v>
                </c:pt>
                <c:pt idx="268">
                  <c:v>5360</c:v>
                </c:pt>
                <c:pt idx="269">
                  <c:v>5380</c:v>
                </c:pt>
                <c:pt idx="270">
                  <c:v>5400</c:v>
                </c:pt>
                <c:pt idx="271">
                  <c:v>5420</c:v>
                </c:pt>
                <c:pt idx="272">
                  <c:v>5440</c:v>
                </c:pt>
                <c:pt idx="273">
                  <c:v>5460</c:v>
                </c:pt>
                <c:pt idx="274">
                  <c:v>5480</c:v>
                </c:pt>
                <c:pt idx="275">
                  <c:v>5500</c:v>
                </c:pt>
                <c:pt idx="276">
                  <c:v>5520</c:v>
                </c:pt>
                <c:pt idx="277">
                  <c:v>5540</c:v>
                </c:pt>
                <c:pt idx="278">
                  <c:v>5560</c:v>
                </c:pt>
                <c:pt idx="279">
                  <c:v>5580</c:v>
                </c:pt>
                <c:pt idx="280">
                  <c:v>5600</c:v>
                </c:pt>
                <c:pt idx="281">
                  <c:v>5620</c:v>
                </c:pt>
                <c:pt idx="282">
                  <c:v>5640</c:v>
                </c:pt>
                <c:pt idx="283">
                  <c:v>5660</c:v>
                </c:pt>
                <c:pt idx="284">
                  <c:v>5680</c:v>
                </c:pt>
                <c:pt idx="285">
                  <c:v>5700</c:v>
                </c:pt>
                <c:pt idx="286">
                  <c:v>5720</c:v>
                </c:pt>
                <c:pt idx="287">
                  <c:v>5740</c:v>
                </c:pt>
                <c:pt idx="288">
                  <c:v>5760</c:v>
                </c:pt>
                <c:pt idx="289">
                  <c:v>5780</c:v>
                </c:pt>
                <c:pt idx="290">
                  <c:v>5800</c:v>
                </c:pt>
                <c:pt idx="291">
                  <c:v>5820</c:v>
                </c:pt>
                <c:pt idx="292">
                  <c:v>5840</c:v>
                </c:pt>
                <c:pt idx="293">
                  <c:v>5860</c:v>
                </c:pt>
                <c:pt idx="294">
                  <c:v>5880</c:v>
                </c:pt>
                <c:pt idx="295">
                  <c:v>5900</c:v>
                </c:pt>
                <c:pt idx="296">
                  <c:v>5920</c:v>
                </c:pt>
                <c:pt idx="297">
                  <c:v>5940</c:v>
                </c:pt>
                <c:pt idx="298">
                  <c:v>5960</c:v>
                </c:pt>
                <c:pt idx="299">
                  <c:v>5980</c:v>
                </c:pt>
                <c:pt idx="300">
                  <c:v>6000</c:v>
                </c:pt>
                <c:pt idx="301">
                  <c:v>6020</c:v>
                </c:pt>
                <c:pt idx="302">
                  <c:v>6040</c:v>
                </c:pt>
                <c:pt idx="303">
                  <c:v>6060</c:v>
                </c:pt>
                <c:pt idx="304">
                  <c:v>6080</c:v>
                </c:pt>
                <c:pt idx="305">
                  <c:v>6100</c:v>
                </c:pt>
                <c:pt idx="306">
                  <c:v>6120</c:v>
                </c:pt>
                <c:pt idx="307">
                  <c:v>6140</c:v>
                </c:pt>
                <c:pt idx="308">
                  <c:v>6160</c:v>
                </c:pt>
                <c:pt idx="309">
                  <c:v>6180</c:v>
                </c:pt>
                <c:pt idx="310">
                  <c:v>6200</c:v>
                </c:pt>
                <c:pt idx="311">
                  <c:v>6220</c:v>
                </c:pt>
                <c:pt idx="312">
                  <c:v>6240</c:v>
                </c:pt>
                <c:pt idx="313">
                  <c:v>6260</c:v>
                </c:pt>
                <c:pt idx="314">
                  <c:v>6280</c:v>
                </c:pt>
                <c:pt idx="315">
                  <c:v>6300</c:v>
                </c:pt>
                <c:pt idx="316">
                  <c:v>6320</c:v>
                </c:pt>
                <c:pt idx="317">
                  <c:v>6340</c:v>
                </c:pt>
                <c:pt idx="318">
                  <c:v>6360</c:v>
                </c:pt>
                <c:pt idx="319">
                  <c:v>6380</c:v>
                </c:pt>
                <c:pt idx="320">
                  <c:v>6400</c:v>
                </c:pt>
                <c:pt idx="321">
                  <c:v>6420</c:v>
                </c:pt>
                <c:pt idx="322">
                  <c:v>6440</c:v>
                </c:pt>
                <c:pt idx="323">
                  <c:v>6460</c:v>
                </c:pt>
                <c:pt idx="324">
                  <c:v>6480</c:v>
                </c:pt>
                <c:pt idx="325">
                  <c:v>6500</c:v>
                </c:pt>
                <c:pt idx="326">
                  <c:v>6520</c:v>
                </c:pt>
                <c:pt idx="327">
                  <c:v>6540</c:v>
                </c:pt>
                <c:pt idx="328">
                  <c:v>6560</c:v>
                </c:pt>
                <c:pt idx="329">
                  <c:v>6580</c:v>
                </c:pt>
                <c:pt idx="330">
                  <c:v>6600</c:v>
                </c:pt>
                <c:pt idx="331">
                  <c:v>6620</c:v>
                </c:pt>
                <c:pt idx="332">
                  <c:v>6640</c:v>
                </c:pt>
                <c:pt idx="333">
                  <c:v>6660</c:v>
                </c:pt>
                <c:pt idx="334">
                  <c:v>6680</c:v>
                </c:pt>
                <c:pt idx="335">
                  <c:v>6700</c:v>
                </c:pt>
                <c:pt idx="336">
                  <c:v>6720</c:v>
                </c:pt>
                <c:pt idx="337">
                  <c:v>6740</c:v>
                </c:pt>
                <c:pt idx="338">
                  <c:v>6760</c:v>
                </c:pt>
                <c:pt idx="339">
                  <c:v>6780</c:v>
                </c:pt>
                <c:pt idx="340">
                  <c:v>6800</c:v>
                </c:pt>
                <c:pt idx="341">
                  <c:v>6820</c:v>
                </c:pt>
                <c:pt idx="342">
                  <c:v>6840</c:v>
                </c:pt>
                <c:pt idx="343">
                  <c:v>6860</c:v>
                </c:pt>
                <c:pt idx="344">
                  <c:v>6880</c:v>
                </c:pt>
                <c:pt idx="345">
                  <c:v>6900</c:v>
                </c:pt>
                <c:pt idx="346">
                  <c:v>6920</c:v>
                </c:pt>
                <c:pt idx="347">
                  <c:v>6940</c:v>
                </c:pt>
                <c:pt idx="348">
                  <c:v>6960</c:v>
                </c:pt>
                <c:pt idx="349">
                  <c:v>6980</c:v>
                </c:pt>
                <c:pt idx="350">
                  <c:v>7000</c:v>
                </c:pt>
                <c:pt idx="351">
                  <c:v>7020</c:v>
                </c:pt>
                <c:pt idx="352">
                  <c:v>7040</c:v>
                </c:pt>
                <c:pt idx="353">
                  <c:v>7060</c:v>
                </c:pt>
                <c:pt idx="354">
                  <c:v>7080</c:v>
                </c:pt>
                <c:pt idx="355">
                  <c:v>7100</c:v>
                </c:pt>
                <c:pt idx="356">
                  <c:v>7120</c:v>
                </c:pt>
                <c:pt idx="357">
                  <c:v>7140</c:v>
                </c:pt>
                <c:pt idx="358">
                  <c:v>7160</c:v>
                </c:pt>
                <c:pt idx="359">
                  <c:v>7180</c:v>
                </c:pt>
                <c:pt idx="360">
                  <c:v>7200</c:v>
                </c:pt>
                <c:pt idx="361">
                  <c:v>7220</c:v>
                </c:pt>
                <c:pt idx="362">
                  <c:v>7240</c:v>
                </c:pt>
                <c:pt idx="363">
                  <c:v>7260</c:v>
                </c:pt>
                <c:pt idx="364">
                  <c:v>7280</c:v>
                </c:pt>
                <c:pt idx="365">
                  <c:v>7300</c:v>
                </c:pt>
                <c:pt idx="366">
                  <c:v>7320</c:v>
                </c:pt>
                <c:pt idx="367">
                  <c:v>7340</c:v>
                </c:pt>
                <c:pt idx="368">
                  <c:v>7360</c:v>
                </c:pt>
                <c:pt idx="369">
                  <c:v>7380</c:v>
                </c:pt>
                <c:pt idx="370">
                  <c:v>7400</c:v>
                </c:pt>
                <c:pt idx="371">
                  <c:v>7420</c:v>
                </c:pt>
                <c:pt idx="372">
                  <c:v>7440</c:v>
                </c:pt>
                <c:pt idx="373">
                  <c:v>7460</c:v>
                </c:pt>
                <c:pt idx="374">
                  <c:v>7480</c:v>
                </c:pt>
                <c:pt idx="375">
                  <c:v>7500</c:v>
                </c:pt>
                <c:pt idx="376">
                  <c:v>7520</c:v>
                </c:pt>
                <c:pt idx="377">
                  <c:v>7540</c:v>
                </c:pt>
                <c:pt idx="378">
                  <c:v>7560</c:v>
                </c:pt>
                <c:pt idx="379">
                  <c:v>7580</c:v>
                </c:pt>
                <c:pt idx="380">
                  <c:v>7600</c:v>
                </c:pt>
                <c:pt idx="381">
                  <c:v>7620</c:v>
                </c:pt>
                <c:pt idx="382">
                  <c:v>7640</c:v>
                </c:pt>
                <c:pt idx="383">
                  <c:v>7660</c:v>
                </c:pt>
                <c:pt idx="384">
                  <c:v>7680</c:v>
                </c:pt>
                <c:pt idx="385">
                  <c:v>7700</c:v>
                </c:pt>
                <c:pt idx="386">
                  <c:v>7720</c:v>
                </c:pt>
                <c:pt idx="387">
                  <c:v>7740</c:v>
                </c:pt>
                <c:pt idx="388">
                  <c:v>7760</c:v>
                </c:pt>
                <c:pt idx="389">
                  <c:v>7780</c:v>
                </c:pt>
                <c:pt idx="390">
                  <c:v>7800</c:v>
                </c:pt>
                <c:pt idx="391">
                  <c:v>7820</c:v>
                </c:pt>
                <c:pt idx="392">
                  <c:v>7840</c:v>
                </c:pt>
                <c:pt idx="393">
                  <c:v>7860</c:v>
                </c:pt>
                <c:pt idx="394">
                  <c:v>7880</c:v>
                </c:pt>
                <c:pt idx="395">
                  <c:v>7900</c:v>
                </c:pt>
                <c:pt idx="396">
                  <c:v>7920</c:v>
                </c:pt>
                <c:pt idx="397">
                  <c:v>7940</c:v>
                </c:pt>
                <c:pt idx="398">
                  <c:v>7960</c:v>
                </c:pt>
                <c:pt idx="399">
                  <c:v>7980</c:v>
                </c:pt>
                <c:pt idx="400">
                  <c:v>8000</c:v>
                </c:pt>
                <c:pt idx="401">
                  <c:v>8020</c:v>
                </c:pt>
                <c:pt idx="402">
                  <c:v>8040</c:v>
                </c:pt>
                <c:pt idx="403">
                  <c:v>8060</c:v>
                </c:pt>
                <c:pt idx="404">
                  <c:v>8080</c:v>
                </c:pt>
                <c:pt idx="405">
                  <c:v>8100</c:v>
                </c:pt>
                <c:pt idx="406">
                  <c:v>8120</c:v>
                </c:pt>
                <c:pt idx="407">
                  <c:v>8140</c:v>
                </c:pt>
                <c:pt idx="408">
                  <c:v>8160</c:v>
                </c:pt>
                <c:pt idx="409">
                  <c:v>8180</c:v>
                </c:pt>
                <c:pt idx="410">
                  <c:v>8200</c:v>
                </c:pt>
                <c:pt idx="411">
                  <c:v>8220</c:v>
                </c:pt>
                <c:pt idx="412">
                  <c:v>8240</c:v>
                </c:pt>
                <c:pt idx="413">
                  <c:v>8260</c:v>
                </c:pt>
                <c:pt idx="414">
                  <c:v>8280</c:v>
                </c:pt>
                <c:pt idx="415">
                  <c:v>8300</c:v>
                </c:pt>
                <c:pt idx="416">
                  <c:v>8320</c:v>
                </c:pt>
                <c:pt idx="417">
                  <c:v>8340</c:v>
                </c:pt>
                <c:pt idx="418">
                  <c:v>8360</c:v>
                </c:pt>
                <c:pt idx="419">
                  <c:v>8380</c:v>
                </c:pt>
                <c:pt idx="420">
                  <c:v>8400</c:v>
                </c:pt>
                <c:pt idx="421">
                  <c:v>8420</c:v>
                </c:pt>
                <c:pt idx="422">
                  <c:v>8440</c:v>
                </c:pt>
                <c:pt idx="423">
                  <c:v>8460</c:v>
                </c:pt>
                <c:pt idx="424">
                  <c:v>8480</c:v>
                </c:pt>
                <c:pt idx="425">
                  <c:v>8500</c:v>
                </c:pt>
                <c:pt idx="426">
                  <c:v>8520</c:v>
                </c:pt>
                <c:pt idx="427">
                  <c:v>8540</c:v>
                </c:pt>
                <c:pt idx="428">
                  <c:v>8560</c:v>
                </c:pt>
                <c:pt idx="429">
                  <c:v>8580</c:v>
                </c:pt>
                <c:pt idx="430">
                  <c:v>8600</c:v>
                </c:pt>
                <c:pt idx="431">
                  <c:v>8620</c:v>
                </c:pt>
                <c:pt idx="432">
                  <c:v>8640</c:v>
                </c:pt>
                <c:pt idx="433">
                  <c:v>8660</c:v>
                </c:pt>
                <c:pt idx="434">
                  <c:v>8680</c:v>
                </c:pt>
                <c:pt idx="435">
                  <c:v>8700</c:v>
                </c:pt>
                <c:pt idx="436">
                  <c:v>8720</c:v>
                </c:pt>
                <c:pt idx="437">
                  <c:v>8740</c:v>
                </c:pt>
                <c:pt idx="438">
                  <c:v>8760</c:v>
                </c:pt>
                <c:pt idx="439">
                  <c:v>8780</c:v>
                </c:pt>
                <c:pt idx="440">
                  <c:v>8800</c:v>
                </c:pt>
                <c:pt idx="441">
                  <c:v>8820</c:v>
                </c:pt>
                <c:pt idx="442">
                  <c:v>8840</c:v>
                </c:pt>
                <c:pt idx="443">
                  <c:v>8860</c:v>
                </c:pt>
                <c:pt idx="444">
                  <c:v>8880</c:v>
                </c:pt>
                <c:pt idx="445">
                  <c:v>8900</c:v>
                </c:pt>
                <c:pt idx="446">
                  <c:v>8920</c:v>
                </c:pt>
                <c:pt idx="447">
                  <c:v>8940</c:v>
                </c:pt>
                <c:pt idx="448">
                  <c:v>8960</c:v>
                </c:pt>
                <c:pt idx="449">
                  <c:v>8980</c:v>
                </c:pt>
                <c:pt idx="450">
                  <c:v>9000</c:v>
                </c:pt>
                <c:pt idx="451">
                  <c:v>9020</c:v>
                </c:pt>
                <c:pt idx="452">
                  <c:v>9040</c:v>
                </c:pt>
                <c:pt idx="453">
                  <c:v>9060</c:v>
                </c:pt>
                <c:pt idx="454">
                  <c:v>9080</c:v>
                </c:pt>
                <c:pt idx="455">
                  <c:v>9100</c:v>
                </c:pt>
                <c:pt idx="456">
                  <c:v>9120</c:v>
                </c:pt>
                <c:pt idx="457">
                  <c:v>9140</c:v>
                </c:pt>
                <c:pt idx="458">
                  <c:v>9160</c:v>
                </c:pt>
                <c:pt idx="459">
                  <c:v>9180</c:v>
                </c:pt>
                <c:pt idx="460">
                  <c:v>9200</c:v>
                </c:pt>
                <c:pt idx="461">
                  <c:v>9220</c:v>
                </c:pt>
                <c:pt idx="462">
                  <c:v>9240</c:v>
                </c:pt>
                <c:pt idx="463">
                  <c:v>9260</c:v>
                </c:pt>
                <c:pt idx="464">
                  <c:v>9280</c:v>
                </c:pt>
                <c:pt idx="465">
                  <c:v>9300</c:v>
                </c:pt>
                <c:pt idx="466">
                  <c:v>9320</c:v>
                </c:pt>
                <c:pt idx="467">
                  <c:v>9340</c:v>
                </c:pt>
                <c:pt idx="468">
                  <c:v>9360</c:v>
                </c:pt>
                <c:pt idx="469">
                  <c:v>9380</c:v>
                </c:pt>
                <c:pt idx="470">
                  <c:v>9400</c:v>
                </c:pt>
                <c:pt idx="471">
                  <c:v>9420</c:v>
                </c:pt>
                <c:pt idx="472">
                  <c:v>9440</c:v>
                </c:pt>
                <c:pt idx="473">
                  <c:v>9460</c:v>
                </c:pt>
                <c:pt idx="474">
                  <c:v>9480</c:v>
                </c:pt>
                <c:pt idx="475">
                  <c:v>9500</c:v>
                </c:pt>
                <c:pt idx="476">
                  <c:v>9520</c:v>
                </c:pt>
                <c:pt idx="477">
                  <c:v>9540</c:v>
                </c:pt>
                <c:pt idx="478">
                  <c:v>9560</c:v>
                </c:pt>
                <c:pt idx="479">
                  <c:v>9580</c:v>
                </c:pt>
                <c:pt idx="480">
                  <c:v>9600</c:v>
                </c:pt>
                <c:pt idx="481">
                  <c:v>9620</c:v>
                </c:pt>
                <c:pt idx="482">
                  <c:v>9640</c:v>
                </c:pt>
                <c:pt idx="483">
                  <c:v>9660</c:v>
                </c:pt>
                <c:pt idx="484">
                  <c:v>9680</c:v>
                </c:pt>
                <c:pt idx="485">
                  <c:v>9700</c:v>
                </c:pt>
                <c:pt idx="486">
                  <c:v>9720</c:v>
                </c:pt>
                <c:pt idx="487">
                  <c:v>9740</c:v>
                </c:pt>
                <c:pt idx="488">
                  <c:v>9760</c:v>
                </c:pt>
                <c:pt idx="489">
                  <c:v>9780</c:v>
                </c:pt>
                <c:pt idx="490">
                  <c:v>9800</c:v>
                </c:pt>
                <c:pt idx="491">
                  <c:v>9820</c:v>
                </c:pt>
                <c:pt idx="492">
                  <c:v>9840</c:v>
                </c:pt>
                <c:pt idx="493">
                  <c:v>9860</c:v>
                </c:pt>
                <c:pt idx="494">
                  <c:v>9880</c:v>
                </c:pt>
                <c:pt idx="495">
                  <c:v>9900</c:v>
                </c:pt>
                <c:pt idx="496">
                  <c:v>9920</c:v>
                </c:pt>
                <c:pt idx="497">
                  <c:v>9940</c:v>
                </c:pt>
                <c:pt idx="498">
                  <c:v>9960</c:v>
                </c:pt>
                <c:pt idx="499">
                  <c:v>9980</c:v>
                </c:pt>
                <c:pt idx="500">
                  <c:v>10000</c:v>
                </c:pt>
              </c:numCache>
            </c:numRef>
          </c:xVal>
          <c:yVal>
            <c:numRef>
              <c:f>[Delay.xlsx]Sheet1!$F$1:$F$511</c:f>
              <c:numCache>
                <c:formatCode>General</c:formatCode>
                <c:ptCount val="511"/>
                <c:pt idx="0">
                  <c:v>6.0163128932935281</c:v>
                </c:pt>
                <c:pt idx="1">
                  <c:v>6.0034433613410387</c:v>
                </c:pt>
                <c:pt idx="2">
                  <c:v>5.9518376158037878</c:v>
                </c:pt>
                <c:pt idx="3">
                  <c:v>5.8653700593252829</c:v>
                </c:pt>
                <c:pt idx="4">
                  <c:v>5.7433382041349805</c:v>
                </c:pt>
                <c:pt idx="5">
                  <c:v>5.5847264241798813</c:v>
                </c:pt>
                <c:pt idx="6">
                  <c:v>5.3881710862478798</c:v>
                </c:pt>
                <c:pt idx="7">
                  <c:v>5.1519114457275332</c:v>
                </c:pt>
                <c:pt idx="8">
                  <c:v>4.8737223595170569</c:v>
                </c:pt>
                <c:pt idx="9">
                  <c:v>4.550822982668393</c:v>
                </c:pt>
                <c:pt idx="10">
                  <c:v>4.1797528049995751</c:v>
                </c:pt>
                <c:pt idx="11">
                  <c:v>3.7562020596383854</c:v>
                </c:pt>
                <c:pt idx="12">
                  <c:v>3.2747766735774526</c:v>
                </c:pt>
                <c:pt idx="13">
                  <c:v>2.7286666877635879</c:v>
                </c:pt>
                <c:pt idx="14">
                  <c:v>2.1091679996868984</c:v>
                </c:pt>
                <c:pt idx="15">
                  <c:v>1.4049736191803066</c:v>
                </c:pt>
                <c:pt idx="16">
                  <c:v>0.6010884630591401</c:v>
                </c:pt>
                <c:pt idx="17">
                  <c:v>-0.32289937684866205</c:v>
                </c:pt>
                <c:pt idx="18">
                  <c:v>-1.3957093860891487</c:v>
                </c:pt>
                <c:pt idx="19">
                  <c:v>-2.6595043984842941</c:v>
                </c:pt>
                <c:pt idx="20">
                  <c:v>-4.1797528049995725</c:v>
                </c:pt>
                <c:pt idx="21">
                  <c:v>-6.0662375809836435</c:v>
                </c:pt>
                <c:pt idx="22">
                  <c:v>-8.5248744578095792</c:v>
                </c:pt>
                <c:pt idx="23">
                  <c:v>-12.018075196787425</c:v>
                </c:pt>
                <c:pt idx="24">
                  <c:v>-18.021518558128435</c:v>
                </c:pt>
                <c:pt idx="25">
                  <c:v>-30</c:v>
                </c:pt>
                <c:pt idx="26">
                  <c:v>-18.021518558128498</c:v>
                </c:pt>
                <c:pt idx="27">
                  <c:v>-12.018075196787441</c:v>
                </c:pt>
                <c:pt idx="28">
                  <c:v>-8.5248744578095792</c:v>
                </c:pt>
                <c:pt idx="29">
                  <c:v>-6.066237580983648</c:v>
                </c:pt>
                <c:pt idx="30">
                  <c:v>-4.1797528049995787</c:v>
                </c:pt>
                <c:pt idx="31">
                  <c:v>-2.6595043984842932</c:v>
                </c:pt>
                <c:pt idx="32">
                  <c:v>-1.3957093860891452</c:v>
                </c:pt>
                <c:pt idx="33">
                  <c:v>-0.3228993768486681</c:v>
                </c:pt>
                <c:pt idx="34">
                  <c:v>0.60108846305913832</c:v>
                </c:pt>
                <c:pt idx="35">
                  <c:v>1.4049736191803053</c:v>
                </c:pt>
                <c:pt idx="36">
                  <c:v>2.1091679996868984</c:v>
                </c:pt>
                <c:pt idx="37">
                  <c:v>2.7286666877635835</c:v>
                </c:pt>
                <c:pt idx="38">
                  <c:v>3.2747766735774544</c:v>
                </c:pt>
                <c:pt idx="39">
                  <c:v>3.756202059638384</c:v>
                </c:pt>
                <c:pt idx="40">
                  <c:v>4.1797528049995734</c:v>
                </c:pt>
                <c:pt idx="41">
                  <c:v>4.550822982668393</c:v>
                </c:pt>
                <c:pt idx="42">
                  <c:v>4.8737223595170569</c:v>
                </c:pt>
                <c:pt idx="43">
                  <c:v>5.1519114457275315</c:v>
                </c:pt>
                <c:pt idx="44">
                  <c:v>5.3881710862478798</c:v>
                </c:pt>
                <c:pt idx="45">
                  <c:v>5.5847264241798813</c:v>
                </c:pt>
                <c:pt idx="46">
                  <c:v>5.7433382041349805</c:v>
                </c:pt>
                <c:pt idx="47">
                  <c:v>5.8653700593252829</c:v>
                </c:pt>
                <c:pt idx="48">
                  <c:v>5.9518376158037878</c:v>
                </c:pt>
                <c:pt idx="49">
                  <c:v>6.0034433613410387</c:v>
                </c:pt>
                <c:pt idx="50">
                  <c:v>6.0205999132796242</c:v>
                </c:pt>
                <c:pt idx="51">
                  <c:v>6.0034433613410387</c:v>
                </c:pt>
                <c:pt idx="52">
                  <c:v>5.9518376158037887</c:v>
                </c:pt>
                <c:pt idx="53">
                  <c:v>5.8653700593252829</c:v>
                </c:pt>
                <c:pt idx="54">
                  <c:v>5.7433382041349814</c:v>
                </c:pt>
                <c:pt idx="55">
                  <c:v>5.5847264241798813</c:v>
                </c:pt>
                <c:pt idx="56">
                  <c:v>5.3881710862478798</c:v>
                </c:pt>
                <c:pt idx="57">
                  <c:v>5.1519114457275332</c:v>
                </c:pt>
                <c:pt idx="58">
                  <c:v>4.8737223595170596</c:v>
                </c:pt>
                <c:pt idx="59">
                  <c:v>4.5508229826683921</c:v>
                </c:pt>
                <c:pt idx="60">
                  <c:v>4.1797528049995751</c:v>
                </c:pt>
                <c:pt idx="61">
                  <c:v>3.7562020596383854</c:v>
                </c:pt>
                <c:pt idx="62">
                  <c:v>3.2747766735774513</c:v>
                </c:pt>
                <c:pt idx="63">
                  <c:v>2.7286666877635861</c:v>
                </c:pt>
                <c:pt idx="64">
                  <c:v>2.1091679996868953</c:v>
                </c:pt>
                <c:pt idx="65">
                  <c:v>1.4049736191803084</c:v>
                </c:pt>
                <c:pt idx="66">
                  <c:v>0.60108846305914554</c:v>
                </c:pt>
                <c:pt idx="67">
                  <c:v>-0.32289937684866404</c:v>
                </c:pt>
                <c:pt idx="68">
                  <c:v>-1.3957093860891416</c:v>
                </c:pt>
                <c:pt idx="69">
                  <c:v>-2.6595043984842959</c:v>
                </c:pt>
                <c:pt idx="70">
                  <c:v>-4.1797528049995707</c:v>
                </c:pt>
                <c:pt idx="71">
                  <c:v>-6.0662375809836249</c:v>
                </c:pt>
                <c:pt idx="72">
                  <c:v>-8.5248744578095792</c:v>
                </c:pt>
                <c:pt idx="73">
                  <c:v>-12.018075196787471</c:v>
                </c:pt>
                <c:pt idx="74">
                  <c:v>-18.021518558128374</c:v>
                </c:pt>
                <c:pt idx="75">
                  <c:v>-30</c:v>
                </c:pt>
                <c:pt idx="76">
                  <c:v>-18.021518558128435</c:v>
                </c:pt>
                <c:pt idx="77">
                  <c:v>-12.018075196787425</c:v>
                </c:pt>
                <c:pt idx="78">
                  <c:v>-8.5248744578095916</c:v>
                </c:pt>
                <c:pt idx="79">
                  <c:v>-6.06623758098364</c:v>
                </c:pt>
                <c:pt idx="80">
                  <c:v>-4.1797528049995805</c:v>
                </c:pt>
                <c:pt idx="81">
                  <c:v>-2.6595043984843048</c:v>
                </c:pt>
                <c:pt idx="82">
                  <c:v>-1.3957093860891487</c:v>
                </c:pt>
                <c:pt idx="83">
                  <c:v>-0.32289937684866904</c:v>
                </c:pt>
                <c:pt idx="84">
                  <c:v>0.60108846305914188</c:v>
                </c:pt>
                <c:pt idx="85">
                  <c:v>1.4049736191803035</c:v>
                </c:pt>
                <c:pt idx="86">
                  <c:v>2.1091679996868926</c:v>
                </c:pt>
                <c:pt idx="87">
                  <c:v>2.7286666877635861</c:v>
                </c:pt>
                <c:pt idx="88">
                  <c:v>3.2747766735774562</c:v>
                </c:pt>
                <c:pt idx="89">
                  <c:v>3.7562020596383787</c:v>
                </c:pt>
                <c:pt idx="90">
                  <c:v>4.1797528049995734</c:v>
                </c:pt>
                <c:pt idx="91">
                  <c:v>4.5508229826683957</c:v>
                </c:pt>
                <c:pt idx="92">
                  <c:v>4.8737223595170569</c:v>
                </c:pt>
                <c:pt idx="93">
                  <c:v>5.1519114457275306</c:v>
                </c:pt>
                <c:pt idx="94">
                  <c:v>5.3881710862478798</c:v>
                </c:pt>
                <c:pt idx="95">
                  <c:v>5.5847264241798804</c:v>
                </c:pt>
                <c:pt idx="96">
                  <c:v>5.7433382041349788</c:v>
                </c:pt>
                <c:pt idx="97">
                  <c:v>5.8653700593252829</c:v>
                </c:pt>
                <c:pt idx="98">
                  <c:v>5.9518376158037878</c:v>
                </c:pt>
                <c:pt idx="99">
                  <c:v>6.0034433613410387</c:v>
                </c:pt>
                <c:pt idx="100">
                  <c:v>6.0205999132796242</c:v>
                </c:pt>
                <c:pt idx="101">
                  <c:v>6.0034433613410387</c:v>
                </c:pt>
                <c:pt idx="102">
                  <c:v>5.9518376158037878</c:v>
                </c:pt>
                <c:pt idx="103">
                  <c:v>5.8653700593252811</c:v>
                </c:pt>
                <c:pt idx="104">
                  <c:v>5.7433382041349814</c:v>
                </c:pt>
                <c:pt idx="105">
                  <c:v>5.5847264241798822</c:v>
                </c:pt>
                <c:pt idx="106">
                  <c:v>5.388171086247878</c:v>
                </c:pt>
                <c:pt idx="107">
                  <c:v>5.1519114457275332</c:v>
                </c:pt>
                <c:pt idx="108">
                  <c:v>4.8737223595170596</c:v>
                </c:pt>
                <c:pt idx="109">
                  <c:v>4.5508229826683921</c:v>
                </c:pt>
                <c:pt idx="110">
                  <c:v>4.179752804999576</c:v>
                </c:pt>
                <c:pt idx="111">
                  <c:v>3.7562020596383827</c:v>
                </c:pt>
                <c:pt idx="112">
                  <c:v>3.2747766735774526</c:v>
                </c:pt>
                <c:pt idx="113">
                  <c:v>2.7286666877635919</c:v>
                </c:pt>
                <c:pt idx="114">
                  <c:v>2.1091679996868971</c:v>
                </c:pt>
                <c:pt idx="115">
                  <c:v>1.4049736191803099</c:v>
                </c:pt>
                <c:pt idx="116">
                  <c:v>0.60108846305914732</c:v>
                </c:pt>
                <c:pt idx="117">
                  <c:v>-0.32289937684866205</c:v>
                </c:pt>
                <c:pt idx="118">
                  <c:v>-1.3957093860891565</c:v>
                </c:pt>
                <c:pt idx="119">
                  <c:v>-2.659504398484275</c:v>
                </c:pt>
                <c:pt idx="120">
                  <c:v>-4.1797528049995671</c:v>
                </c:pt>
                <c:pt idx="121">
                  <c:v>-6.0662375809836515</c:v>
                </c:pt>
                <c:pt idx="122">
                  <c:v>-8.5248744578095721</c:v>
                </c:pt>
                <c:pt idx="123">
                  <c:v>-12.018075196787395</c:v>
                </c:pt>
                <c:pt idx="124">
                  <c:v>-18.021518558128498</c:v>
                </c:pt>
                <c:pt idx="125">
                  <c:v>-30</c:v>
                </c:pt>
                <c:pt idx="126">
                  <c:v>-18.021518558128435</c:v>
                </c:pt>
                <c:pt idx="127">
                  <c:v>-12.018075196787441</c:v>
                </c:pt>
                <c:pt idx="128">
                  <c:v>-8.5248744578095579</c:v>
                </c:pt>
                <c:pt idx="129">
                  <c:v>-6.0662375809836435</c:v>
                </c:pt>
                <c:pt idx="130">
                  <c:v>-4.1797528049995831</c:v>
                </c:pt>
                <c:pt idx="131">
                  <c:v>-2.6595043984843074</c:v>
                </c:pt>
                <c:pt idx="132">
                  <c:v>-1.3957093860891667</c:v>
                </c:pt>
                <c:pt idx="133">
                  <c:v>-0.3228993768486581</c:v>
                </c:pt>
                <c:pt idx="134">
                  <c:v>0.6010884630591401</c:v>
                </c:pt>
                <c:pt idx="135">
                  <c:v>1.4049736191803233</c:v>
                </c:pt>
                <c:pt idx="136">
                  <c:v>2.1091679996868908</c:v>
                </c:pt>
                <c:pt idx="137">
                  <c:v>2.7286666877635781</c:v>
                </c:pt>
                <c:pt idx="138">
                  <c:v>3.2747766735774553</c:v>
                </c:pt>
                <c:pt idx="139">
                  <c:v>3.7562020596383854</c:v>
                </c:pt>
                <c:pt idx="140">
                  <c:v>4.1797528049995725</c:v>
                </c:pt>
                <c:pt idx="141">
                  <c:v>4.5508229826683984</c:v>
                </c:pt>
                <c:pt idx="142">
                  <c:v>4.8737223595170516</c:v>
                </c:pt>
                <c:pt idx="143">
                  <c:v>5.1519114457275341</c:v>
                </c:pt>
                <c:pt idx="144">
                  <c:v>5.3881710862478798</c:v>
                </c:pt>
                <c:pt idx="145">
                  <c:v>5.5847264241798804</c:v>
                </c:pt>
                <c:pt idx="146">
                  <c:v>5.7433382041349823</c:v>
                </c:pt>
                <c:pt idx="147">
                  <c:v>5.8653700593252847</c:v>
                </c:pt>
                <c:pt idx="148">
                  <c:v>5.9518376158037869</c:v>
                </c:pt>
                <c:pt idx="149">
                  <c:v>6.0034433613410387</c:v>
                </c:pt>
                <c:pt idx="150">
                  <c:v>6.0205999132796242</c:v>
                </c:pt>
                <c:pt idx="151">
                  <c:v>6.0034433613410387</c:v>
                </c:pt>
                <c:pt idx="152">
                  <c:v>5.9518376158037869</c:v>
                </c:pt>
                <c:pt idx="153">
                  <c:v>5.865370059325282</c:v>
                </c:pt>
                <c:pt idx="154">
                  <c:v>5.7433382041349805</c:v>
                </c:pt>
                <c:pt idx="155">
                  <c:v>5.5847264241798822</c:v>
                </c:pt>
                <c:pt idx="156">
                  <c:v>5.3881710862478815</c:v>
                </c:pt>
                <c:pt idx="157">
                  <c:v>5.1519114457275297</c:v>
                </c:pt>
                <c:pt idx="158">
                  <c:v>4.873722359517056</c:v>
                </c:pt>
                <c:pt idx="159">
                  <c:v>4.550822982668393</c:v>
                </c:pt>
                <c:pt idx="160">
                  <c:v>4.1797528049995778</c:v>
                </c:pt>
                <c:pt idx="161">
                  <c:v>3.7562020596383903</c:v>
                </c:pt>
                <c:pt idx="162">
                  <c:v>3.2747766735774619</c:v>
                </c:pt>
                <c:pt idx="163">
                  <c:v>2.7286666877635835</c:v>
                </c:pt>
                <c:pt idx="164">
                  <c:v>2.1091679996868984</c:v>
                </c:pt>
                <c:pt idx="165">
                  <c:v>1.4049736191802902</c:v>
                </c:pt>
                <c:pt idx="166">
                  <c:v>0.60108846305914909</c:v>
                </c:pt>
                <c:pt idx="167">
                  <c:v>-0.32289937684864706</c:v>
                </c:pt>
                <c:pt idx="168">
                  <c:v>-1.3957093860891532</c:v>
                </c:pt>
                <c:pt idx="169">
                  <c:v>-2.6595043984842901</c:v>
                </c:pt>
                <c:pt idx="170">
                  <c:v>-4.1797528049995627</c:v>
                </c:pt>
                <c:pt idx="171">
                  <c:v>-6.066237580983679</c:v>
                </c:pt>
                <c:pt idx="172">
                  <c:v>-8.5248744578095241</c:v>
                </c:pt>
                <c:pt idx="173">
                  <c:v>-12.018075196787457</c:v>
                </c:pt>
                <c:pt idx="174">
                  <c:v>-18.021518558128435</c:v>
                </c:pt>
                <c:pt idx="175">
                  <c:v>-30</c:v>
                </c:pt>
                <c:pt idx="176">
                  <c:v>-18.021518558128314</c:v>
                </c:pt>
                <c:pt idx="177">
                  <c:v>-12.018075196787395</c:v>
                </c:pt>
                <c:pt idx="178">
                  <c:v>-8.5248744578096414</c:v>
                </c:pt>
                <c:pt idx="179">
                  <c:v>-6.066237580983648</c:v>
                </c:pt>
                <c:pt idx="180">
                  <c:v>-4.1797528049995849</c:v>
                </c:pt>
                <c:pt idx="181">
                  <c:v>-2.6595043984843105</c:v>
                </c:pt>
                <c:pt idx="182">
                  <c:v>-1.3957093860891363</c:v>
                </c:pt>
                <c:pt idx="183">
                  <c:v>-0.3228993768486601</c:v>
                </c:pt>
                <c:pt idx="184">
                  <c:v>0.60108846305913832</c:v>
                </c:pt>
                <c:pt idx="185">
                  <c:v>1.4049736191803004</c:v>
                </c:pt>
                <c:pt idx="186">
                  <c:v>2.1091679996868895</c:v>
                </c:pt>
                <c:pt idx="187">
                  <c:v>2.7286666877635932</c:v>
                </c:pt>
                <c:pt idx="188">
                  <c:v>3.2747766735774544</c:v>
                </c:pt>
                <c:pt idx="189">
                  <c:v>3.756202059638384</c:v>
                </c:pt>
                <c:pt idx="190">
                  <c:v>4.1797528049995716</c:v>
                </c:pt>
                <c:pt idx="191">
                  <c:v>4.5508229826683886</c:v>
                </c:pt>
                <c:pt idx="192">
                  <c:v>4.8737223595170516</c:v>
                </c:pt>
                <c:pt idx="193">
                  <c:v>5.1519114457275341</c:v>
                </c:pt>
                <c:pt idx="194">
                  <c:v>5.388171086247878</c:v>
                </c:pt>
                <c:pt idx="195">
                  <c:v>5.5847264241798857</c:v>
                </c:pt>
                <c:pt idx="196">
                  <c:v>5.7433382041349788</c:v>
                </c:pt>
                <c:pt idx="197">
                  <c:v>5.8653700593252802</c:v>
                </c:pt>
                <c:pt idx="198">
                  <c:v>5.9518376158037878</c:v>
                </c:pt>
                <c:pt idx="199">
                  <c:v>6.0034433613410387</c:v>
                </c:pt>
                <c:pt idx="200">
                  <c:v>6.0205999132796242</c:v>
                </c:pt>
                <c:pt idx="201">
                  <c:v>6.0034433613410387</c:v>
                </c:pt>
                <c:pt idx="202">
                  <c:v>5.9518376158037887</c:v>
                </c:pt>
                <c:pt idx="203">
                  <c:v>5.8653700593252829</c:v>
                </c:pt>
                <c:pt idx="204">
                  <c:v>5.7433382041349814</c:v>
                </c:pt>
                <c:pt idx="205">
                  <c:v>5.5847264241798822</c:v>
                </c:pt>
                <c:pt idx="206">
                  <c:v>5.3881710862478762</c:v>
                </c:pt>
                <c:pt idx="207">
                  <c:v>5.1519114457275297</c:v>
                </c:pt>
                <c:pt idx="208">
                  <c:v>4.8737223595170649</c:v>
                </c:pt>
                <c:pt idx="209">
                  <c:v>4.5508229826683948</c:v>
                </c:pt>
                <c:pt idx="210">
                  <c:v>4.1797528049995778</c:v>
                </c:pt>
                <c:pt idx="211">
                  <c:v>3.7562020596383916</c:v>
                </c:pt>
                <c:pt idx="212">
                  <c:v>3.2747766735774486</c:v>
                </c:pt>
                <c:pt idx="213">
                  <c:v>2.7286666877635843</c:v>
                </c:pt>
                <c:pt idx="214">
                  <c:v>2.1091679996869002</c:v>
                </c:pt>
                <c:pt idx="215">
                  <c:v>1.4049736191803133</c:v>
                </c:pt>
                <c:pt idx="216">
                  <c:v>0.60108846305915087</c:v>
                </c:pt>
                <c:pt idx="217">
                  <c:v>-0.32289937684867309</c:v>
                </c:pt>
                <c:pt idx="218">
                  <c:v>-1.395709386089151</c:v>
                </c:pt>
                <c:pt idx="219">
                  <c:v>-2.6595043984842892</c:v>
                </c:pt>
                <c:pt idx="220">
                  <c:v>-4.17975280499956</c:v>
                </c:pt>
                <c:pt idx="221">
                  <c:v>-6.0662375809836124</c:v>
                </c:pt>
                <c:pt idx="222">
                  <c:v>-8.5248744578095987</c:v>
                </c:pt>
                <c:pt idx="223">
                  <c:v>-12.018075196787441</c:v>
                </c:pt>
                <c:pt idx="224">
                  <c:v>-18.021518558128435</c:v>
                </c:pt>
                <c:pt idx="225">
                  <c:v>-30</c:v>
                </c:pt>
                <c:pt idx="226">
                  <c:v>-18.021518558128619</c:v>
                </c:pt>
                <c:pt idx="227">
                  <c:v>-12.018075196787519</c:v>
                </c:pt>
                <c:pt idx="228">
                  <c:v>-8.5248744578095721</c:v>
                </c:pt>
                <c:pt idx="229">
                  <c:v>-6.0662375809836515</c:v>
                </c:pt>
                <c:pt idx="230">
                  <c:v>-4.1797528049995911</c:v>
                </c:pt>
                <c:pt idx="231">
                  <c:v>-2.6595043984842737</c:v>
                </c:pt>
                <c:pt idx="232">
                  <c:v>-1.3957093860891712</c:v>
                </c:pt>
                <c:pt idx="233">
                  <c:v>-0.32289937684866205</c:v>
                </c:pt>
                <c:pt idx="234">
                  <c:v>0.60108846305913644</c:v>
                </c:pt>
                <c:pt idx="235">
                  <c:v>1.4049736191803004</c:v>
                </c:pt>
                <c:pt idx="236">
                  <c:v>2.1091679996869077</c:v>
                </c:pt>
                <c:pt idx="237">
                  <c:v>2.7286666877635919</c:v>
                </c:pt>
                <c:pt idx="238">
                  <c:v>3.2747766735774393</c:v>
                </c:pt>
                <c:pt idx="239">
                  <c:v>3.7562020596383827</c:v>
                </c:pt>
                <c:pt idx="240">
                  <c:v>4.1797528049995716</c:v>
                </c:pt>
                <c:pt idx="241">
                  <c:v>4.5508229826683877</c:v>
                </c:pt>
                <c:pt idx="242">
                  <c:v>4.8737223595170596</c:v>
                </c:pt>
                <c:pt idx="243">
                  <c:v>5.1519114457275332</c:v>
                </c:pt>
                <c:pt idx="244">
                  <c:v>5.388171086247878</c:v>
                </c:pt>
                <c:pt idx="245">
                  <c:v>5.5847264241798786</c:v>
                </c:pt>
                <c:pt idx="246">
                  <c:v>5.7433382041349779</c:v>
                </c:pt>
                <c:pt idx="247">
                  <c:v>5.8653700593252847</c:v>
                </c:pt>
                <c:pt idx="248">
                  <c:v>5.9518376158037878</c:v>
                </c:pt>
                <c:pt idx="249">
                  <c:v>6.0034433613410387</c:v>
                </c:pt>
                <c:pt idx="250">
                  <c:v>6.0205999132796242</c:v>
                </c:pt>
                <c:pt idx="251">
                  <c:v>6.0034433613410387</c:v>
                </c:pt>
                <c:pt idx="252">
                  <c:v>5.9518376158037878</c:v>
                </c:pt>
                <c:pt idx="253">
                  <c:v>5.8653700593252829</c:v>
                </c:pt>
                <c:pt idx="254">
                  <c:v>5.7433382041349814</c:v>
                </c:pt>
                <c:pt idx="255">
                  <c:v>5.5847264241798777</c:v>
                </c:pt>
                <c:pt idx="256">
                  <c:v>5.3881710862478762</c:v>
                </c:pt>
                <c:pt idx="257">
                  <c:v>5.1519114457275306</c:v>
                </c:pt>
                <c:pt idx="258">
                  <c:v>4.8737223595170569</c:v>
                </c:pt>
                <c:pt idx="259">
                  <c:v>4.5508229826683948</c:v>
                </c:pt>
                <c:pt idx="260">
                  <c:v>4.1797528049995787</c:v>
                </c:pt>
                <c:pt idx="261">
                  <c:v>3.7562020596383929</c:v>
                </c:pt>
                <c:pt idx="262">
                  <c:v>3.2747766735774633</c:v>
                </c:pt>
                <c:pt idx="263">
                  <c:v>2.728666687763603</c:v>
                </c:pt>
                <c:pt idx="264">
                  <c:v>2.1091679996869197</c:v>
                </c:pt>
                <c:pt idx="265">
                  <c:v>1.4049736191802937</c:v>
                </c:pt>
                <c:pt idx="266">
                  <c:v>0.60108846305912933</c:v>
                </c:pt>
                <c:pt idx="267">
                  <c:v>-0.32289937684867009</c:v>
                </c:pt>
                <c:pt idx="268">
                  <c:v>-1.3957093860891487</c:v>
                </c:pt>
                <c:pt idx="269">
                  <c:v>-2.6595043984842852</c:v>
                </c:pt>
                <c:pt idx="270">
                  <c:v>-4.1797528049996497</c:v>
                </c:pt>
                <c:pt idx="271">
                  <c:v>-6.0662375809836089</c:v>
                </c:pt>
                <c:pt idx="272">
                  <c:v>-8.5248744578095099</c:v>
                </c:pt>
                <c:pt idx="273">
                  <c:v>-12.018075196787317</c:v>
                </c:pt>
                <c:pt idx="274">
                  <c:v>-18.021518558128189</c:v>
                </c:pt>
                <c:pt idx="275">
                  <c:v>-30</c:v>
                </c:pt>
                <c:pt idx="276">
                  <c:v>-18.021518558128374</c:v>
                </c:pt>
                <c:pt idx="277">
                  <c:v>-12.018075196787411</c:v>
                </c:pt>
                <c:pt idx="278">
                  <c:v>-8.5248744578095721</c:v>
                </c:pt>
                <c:pt idx="279">
                  <c:v>-6.0662375809836551</c:v>
                </c:pt>
                <c:pt idx="280">
                  <c:v>-4.1797528049995929</c:v>
                </c:pt>
                <c:pt idx="281">
                  <c:v>-2.6595043984842381</c:v>
                </c:pt>
                <c:pt idx="282">
                  <c:v>-1.3957093860891079</c:v>
                </c:pt>
                <c:pt idx="283">
                  <c:v>-0.32289937684869108</c:v>
                </c:pt>
                <c:pt idx="284">
                  <c:v>0.60108846305911134</c:v>
                </c:pt>
                <c:pt idx="285">
                  <c:v>1.4049736191802773</c:v>
                </c:pt>
                <c:pt idx="286">
                  <c:v>2.1091679996869046</c:v>
                </c:pt>
                <c:pt idx="287">
                  <c:v>2.7286666877635906</c:v>
                </c:pt>
                <c:pt idx="288">
                  <c:v>3.2747766735774526</c:v>
                </c:pt>
                <c:pt idx="289">
                  <c:v>3.7562020596383827</c:v>
                </c:pt>
                <c:pt idx="290">
                  <c:v>4.1797528049995698</c:v>
                </c:pt>
                <c:pt idx="291">
                  <c:v>4.5508229826683877</c:v>
                </c:pt>
                <c:pt idx="292">
                  <c:v>4.8737223595170667</c:v>
                </c:pt>
                <c:pt idx="293">
                  <c:v>5.1519114457275395</c:v>
                </c:pt>
                <c:pt idx="294">
                  <c:v>5.3881710862478833</c:v>
                </c:pt>
                <c:pt idx="295">
                  <c:v>5.5847264241798742</c:v>
                </c:pt>
                <c:pt idx="296">
                  <c:v>5.7433382041349734</c:v>
                </c:pt>
                <c:pt idx="297">
                  <c:v>5.8653700593252847</c:v>
                </c:pt>
                <c:pt idx="298">
                  <c:v>5.9518376158037878</c:v>
                </c:pt>
                <c:pt idx="299">
                  <c:v>6.0034433613410387</c:v>
                </c:pt>
                <c:pt idx="300">
                  <c:v>6.0205999132796242</c:v>
                </c:pt>
                <c:pt idx="301">
                  <c:v>6.0034433613410387</c:v>
                </c:pt>
                <c:pt idx="302">
                  <c:v>5.9518376158037896</c:v>
                </c:pt>
                <c:pt idx="303">
                  <c:v>5.8653700593252802</c:v>
                </c:pt>
                <c:pt idx="304">
                  <c:v>5.743338204134977</c:v>
                </c:pt>
                <c:pt idx="305">
                  <c:v>5.5847264241798777</c:v>
                </c:pt>
                <c:pt idx="306">
                  <c:v>5.3881710862478762</c:v>
                </c:pt>
                <c:pt idx="307">
                  <c:v>5.1519114457275457</c:v>
                </c:pt>
                <c:pt idx="308">
                  <c:v>4.8737223595170569</c:v>
                </c:pt>
                <c:pt idx="309">
                  <c:v>4.5508229826683957</c:v>
                </c:pt>
                <c:pt idx="310">
                  <c:v>4.1797528049995796</c:v>
                </c:pt>
                <c:pt idx="311">
                  <c:v>3.7562020596383929</c:v>
                </c:pt>
                <c:pt idx="312">
                  <c:v>3.2747766735774646</c:v>
                </c:pt>
                <c:pt idx="313">
                  <c:v>2.7286666877636048</c:v>
                </c:pt>
                <c:pt idx="314">
                  <c:v>2.1091679996868833</c:v>
                </c:pt>
                <c:pt idx="315">
                  <c:v>1.4049736191802953</c:v>
                </c:pt>
                <c:pt idx="316">
                  <c:v>0.60108846305913111</c:v>
                </c:pt>
                <c:pt idx="317">
                  <c:v>-0.3228993768486681</c:v>
                </c:pt>
                <c:pt idx="318">
                  <c:v>-1.3957093860891461</c:v>
                </c:pt>
                <c:pt idx="319">
                  <c:v>-2.6595043984842812</c:v>
                </c:pt>
                <c:pt idx="320">
                  <c:v>-4.179752804999552</c:v>
                </c:pt>
                <c:pt idx="321">
                  <c:v>-6.0662375809836044</c:v>
                </c:pt>
                <c:pt idx="322">
                  <c:v>-8.5248744578095099</c:v>
                </c:pt>
                <c:pt idx="323">
                  <c:v>-12.018075196787304</c:v>
                </c:pt>
                <c:pt idx="324">
                  <c:v>-18.021518558128189</c:v>
                </c:pt>
                <c:pt idx="325">
                  <c:v>-30</c:v>
                </c:pt>
                <c:pt idx="326">
                  <c:v>-18.021518558128374</c:v>
                </c:pt>
                <c:pt idx="327">
                  <c:v>-12.018075196787411</c:v>
                </c:pt>
                <c:pt idx="328">
                  <c:v>-8.5248744578095792</c:v>
                </c:pt>
                <c:pt idx="329">
                  <c:v>-6.0662375809836586</c:v>
                </c:pt>
                <c:pt idx="330">
                  <c:v>-4.1797528049995023</c:v>
                </c:pt>
                <c:pt idx="331">
                  <c:v>-2.6595043984843181</c:v>
                </c:pt>
                <c:pt idx="332">
                  <c:v>-1.3957093860891756</c:v>
                </c:pt>
                <c:pt idx="333">
                  <c:v>-0.32289937684869313</c:v>
                </c:pt>
                <c:pt idx="334">
                  <c:v>0.60108846305910946</c:v>
                </c:pt>
                <c:pt idx="335">
                  <c:v>1.4049736191803184</c:v>
                </c:pt>
                <c:pt idx="336">
                  <c:v>2.1091679996869046</c:v>
                </c:pt>
                <c:pt idx="337">
                  <c:v>2.7286666877635888</c:v>
                </c:pt>
                <c:pt idx="338">
                  <c:v>3.2747766735774513</c:v>
                </c:pt>
                <c:pt idx="339">
                  <c:v>3.7562020596383814</c:v>
                </c:pt>
                <c:pt idx="340">
                  <c:v>4.1797528049995698</c:v>
                </c:pt>
                <c:pt idx="341">
                  <c:v>4.5508229826684055</c:v>
                </c:pt>
                <c:pt idx="342">
                  <c:v>4.8737223595170667</c:v>
                </c:pt>
                <c:pt idx="343">
                  <c:v>5.1519114457275252</c:v>
                </c:pt>
                <c:pt idx="344">
                  <c:v>5.3881710862478718</c:v>
                </c:pt>
                <c:pt idx="345">
                  <c:v>5.5847264241798742</c:v>
                </c:pt>
                <c:pt idx="346">
                  <c:v>5.7433382041349814</c:v>
                </c:pt>
                <c:pt idx="347">
                  <c:v>5.8653700593252829</c:v>
                </c:pt>
                <c:pt idx="348">
                  <c:v>5.9518376158037878</c:v>
                </c:pt>
                <c:pt idx="349">
                  <c:v>6.0034433613410387</c:v>
                </c:pt>
                <c:pt idx="350">
                  <c:v>6.0205999132796242</c:v>
                </c:pt>
                <c:pt idx="351">
                  <c:v>6.0034433613410387</c:v>
                </c:pt>
                <c:pt idx="352">
                  <c:v>5.951837615803786</c:v>
                </c:pt>
                <c:pt idx="353">
                  <c:v>5.8653700593252802</c:v>
                </c:pt>
                <c:pt idx="354">
                  <c:v>5.7433382041349779</c:v>
                </c:pt>
                <c:pt idx="355">
                  <c:v>5.5847264241798893</c:v>
                </c:pt>
                <c:pt idx="356">
                  <c:v>5.3881710862478904</c:v>
                </c:pt>
                <c:pt idx="357">
                  <c:v>5.1519114457275315</c:v>
                </c:pt>
                <c:pt idx="358">
                  <c:v>4.8737223595170578</c:v>
                </c:pt>
                <c:pt idx="359">
                  <c:v>4.5508229826683957</c:v>
                </c:pt>
                <c:pt idx="360">
                  <c:v>4.1797528049995805</c:v>
                </c:pt>
                <c:pt idx="361">
                  <c:v>3.7562020596383938</c:v>
                </c:pt>
                <c:pt idx="362">
                  <c:v>3.2747766735774659</c:v>
                </c:pt>
                <c:pt idx="363">
                  <c:v>2.7286666877635724</c:v>
                </c:pt>
                <c:pt idx="364">
                  <c:v>2.1091679996868846</c:v>
                </c:pt>
                <c:pt idx="365">
                  <c:v>1.4049736191802953</c:v>
                </c:pt>
                <c:pt idx="366">
                  <c:v>0.60108846305913288</c:v>
                </c:pt>
                <c:pt idx="367">
                  <c:v>-0.32289937684860998</c:v>
                </c:pt>
                <c:pt idx="368">
                  <c:v>-1.3957093860891439</c:v>
                </c:pt>
                <c:pt idx="369">
                  <c:v>-2.6595043984842799</c:v>
                </c:pt>
                <c:pt idx="370">
                  <c:v>-4.1797528049995503</c:v>
                </c:pt>
                <c:pt idx="371">
                  <c:v>-6.0662375809836009</c:v>
                </c:pt>
                <c:pt idx="372">
                  <c:v>-8.5248744578095028</c:v>
                </c:pt>
                <c:pt idx="373">
                  <c:v>-12.018075196787304</c:v>
                </c:pt>
                <c:pt idx="374">
                  <c:v>-18.021518558128619</c:v>
                </c:pt>
                <c:pt idx="375">
                  <c:v>-30</c:v>
                </c:pt>
                <c:pt idx="376">
                  <c:v>-18.021518558128374</c:v>
                </c:pt>
                <c:pt idx="377">
                  <c:v>-12.018075196787425</c:v>
                </c:pt>
                <c:pt idx="378">
                  <c:v>-8.5248744578095863</c:v>
                </c:pt>
                <c:pt idx="379">
                  <c:v>-6.0662375809836631</c:v>
                </c:pt>
                <c:pt idx="380">
                  <c:v>-4.1797528049996</c:v>
                </c:pt>
                <c:pt idx="381">
                  <c:v>-2.6595043984843207</c:v>
                </c:pt>
                <c:pt idx="382">
                  <c:v>-1.3957093860891792</c:v>
                </c:pt>
                <c:pt idx="383">
                  <c:v>-0.32289937684869507</c:v>
                </c:pt>
                <c:pt idx="384">
                  <c:v>0.60108846305910768</c:v>
                </c:pt>
                <c:pt idx="385">
                  <c:v>1.4049736191803166</c:v>
                </c:pt>
                <c:pt idx="386">
                  <c:v>2.1091679996869033</c:v>
                </c:pt>
                <c:pt idx="387">
                  <c:v>2.7286666877635879</c:v>
                </c:pt>
                <c:pt idx="388">
                  <c:v>3.2747766735774504</c:v>
                </c:pt>
                <c:pt idx="389">
                  <c:v>3.7562020596383805</c:v>
                </c:pt>
                <c:pt idx="390">
                  <c:v>4.1797528049995902</c:v>
                </c:pt>
                <c:pt idx="391">
                  <c:v>4.5508229826683859</c:v>
                </c:pt>
                <c:pt idx="392">
                  <c:v>4.8737223595170489</c:v>
                </c:pt>
                <c:pt idx="393">
                  <c:v>5.1519114457275252</c:v>
                </c:pt>
                <c:pt idx="394">
                  <c:v>5.3881710862478718</c:v>
                </c:pt>
                <c:pt idx="395">
                  <c:v>5.584726424179884</c:v>
                </c:pt>
                <c:pt idx="396">
                  <c:v>5.7433382041349814</c:v>
                </c:pt>
                <c:pt idx="397">
                  <c:v>5.8653700593252829</c:v>
                </c:pt>
                <c:pt idx="398">
                  <c:v>5.9518376158037878</c:v>
                </c:pt>
                <c:pt idx="399">
                  <c:v>6.0034433613410387</c:v>
                </c:pt>
                <c:pt idx="400">
                  <c:v>6.0205999132796242</c:v>
                </c:pt>
                <c:pt idx="401">
                  <c:v>6.0034433613410387</c:v>
                </c:pt>
                <c:pt idx="402">
                  <c:v>5.951837615803786</c:v>
                </c:pt>
                <c:pt idx="403">
                  <c:v>5.8653700593252864</c:v>
                </c:pt>
                <c:pt idx="404">
                  <c:v>5.7433382041349859</c:v>
                </c:pt>
                <c:pt idx="405">
                  <c:v>5.5847264241798893</c:v>
                </c:pt>
                <c:pt idx="406">
                  <c:v>5.3881710862478771</c:v>
                </c:pt>
                <c:pt idx="407">
                  <c:v>5.1519114457275332</c:v>
                </c:pt>
                <c:pt idx="408">
                  <c:v>4.8737223595170578</c:v>
                </c:pt>
                <c:pt idx="409">
                  <c:v>4.5508229826683966</c:v>
                </c:pt>
                <c:pt idx="410">
                  <c:v>4.1797528049995805</c:v>
                </c:pt>
                <c:pt idx="411">
                  <c:v>3.7562020596383938</c:v>
                </c:pt>
                <c:pt idx="412">
                  <c:v>3.2747766735774371</c:v>
                </c:pt>
                <c:pt idx="413">
                  <c:v>2.7286666877635737</c:v>
                </c:pt>
                <c:pt idx="414">
                  <c:v>2.1091679996868864</c:v>
                </c:pt>
                <c:pt idx="415">
                  <c:v>1.4049736191803397</c:v>
                </c:pt>
                <c:pt idx="416">
                  <c:v>0.60108846305918329</c:v>
                </c:pt>
                <c:pt idx="417">
                  <c:v>-0.32289937684866404</c:v>
                </c:pt>
                <c:pt idx="418">
                  <c:v>-1.3957093860891416</c:v>
                </c:pt>
                <c:pt idx="419">
                  <c:v>-2.6595043984842759</c:v>
                </c:pt>
                <c:pt idx="420">
                  <c:v>-4.1797528049995476</c:v>
                </c:pt>
                <c:pt idx="421">
                  <c:v>-6.0662375809835964</c:v>
                </c:pt>
                <c:pt idx="422">
                  <c:v>-8.5248744578094975</c:v>
                </c:pt>
                <c:pt idx="423">
                  <c:v>-12.018075196787532</c:v>
                </c:pt>
                <c:pt idx="424">
                  <c:v>-18.021518558128619</c:v>
                </c:pt>
                <c:pt idx="425">
                  <c:v>-30</c:v>
                </c:pt>
                <c:pt idx="426">
                  <c:v>-18.021518558128435</c:v>
                </c:pt>
                <c:pt idx="427">
                  <c:v>-12.018075196787672</c:v>
                </c:pt>
                <c:pt idx="428">
                  <c:v>-8.5248744578095916</c:v>
                </c:pt>
                <c:pt idx="429">
                  <c:v>-6.0662375809836666</c:v>
                </c:pt>
                <c:pt idx="430">
                  <c:v>-4.1797528049996036</c:v>
                </c:pt>
                <c:pt idx="431">
                  <c:v>-2.659504398484323</c:v>
                </c:pt>
                <c:pt idx="432">
                  <c:v>-1.3957093860891803</c:v>
                </c:pt>
                <c:pt idx="433">
                  <c:v>-0.32289937684869707</c:v>
                </c:pt>
                <c:pt idx="434">
                  <c:v>0.60108846305915442</c:v>
                </c:pt>
                <c:pt idx="435">
                  <c:v>1.404973619180315</c:v>
                </c:pt>
                <c:pt idx="436">
                  <c:v>2.1091679996869015</c:v>
                </c:pt>
                <c:pt idx="437">
                  <c:v>2.7286666877635879</c:v>
                </c:pt>
                <c:pt idx="438">
                  <c:v>3.2747766735774486</c:v>
                </c:pt>
                <c:pt idx="439">
                  <c:v>3.7562020596383805</c:v>
                </c:pt>
                <c:pt idx="440">
                  <c:v>4.179752804999568</c:v>
                </c:pt>
                <c:pt idx="441">
                  <c:v>4.550822982668385</c:v>
                </c:pt>
                <c:pt idx="442">
                  <c:v>4.873722359517048</c:v>
                </c:pt>
                <c:pt idx="443">
                  <c:v>5.1519114457275244</c:v>
                </c:pt>
                <c:pt idx="444">
                  <c:v>5.3881710862478824</c:v>
                </c:pt>
                <c:pt idx="445">
                  <c:v>5.584726424179884</c:v>
                </c:pt>
                <c:pt idx="446">
                  <c:v>5.7433382041349814</c:v>
                </c:pt>
                <c:pt idx="447">
                  <c:v>5.8653700593252829</c:v>
                </c:pt>
                <c:pt idx="448">
                  <c:v>5.9518376158037878</c:v>
                </c:pt>
                <c:pt idx="449">
                  <c:v>6.0034433613410387</c:v>
                </c:pt>
                <c:pt idx="450">
                  <c:v>6.0205999132796242</c:v>
                </c:pt>
                <c:pt idx="451">
                  <c:v>6.0034433613410396</c:v>
                </c:pt>
                <c:pt idx="452">
                  <c:v>5.9518376158037896</c:v>
                </c:pt>
                <c:pt idx="453">
                  <c:v>5.8653700593252882</c:v>
                </c:pt>
                <c:pt idx="454">
                  <c:v>5.7433382041349859</c:v>
                </c:pt>
                <c:pt idx="455">
                  <c:v>5.5847264241798786</c:v>
                </c:pt>
                <c:pt idx="456">
                  <c:v>5.388171086247878</c:v>
                </c:pt>
                <c:pt idx="457">
                  <c:v>5.1519114457275332</c:v>
                </c:pt>
                <c:pt idx="458">
                  <c:v>4.8737223595170596</c:v>
                </c:pt>
                <c:pt idx="459">
                  <c:v>4.5508229826683975</c:v>
                </c:pt>
                <c:pt idx="460">
                  <c:v>4.1797528049995822</c:v>
                </c:pt>
                <c:pt idx="461">
                  <c:v>3.7562020596383707</c:v>
                </c:pt>
                <c:pt idx="462">
                  <c:v>3.274776673577438</c:v>
                </c:pt>
                <c:pt idx="463">
                  <c:v>2.7286666877636074</c:v>
                </c:pt>
                <c:pt idx="464">
                  <c:v>2.1091679996869241</c:v>
                </c:pt>
                <c:pt idx="465">
                  <c:v>1.4049736191803412</c:v>
                </c:pt>
                <c:pt idx="466">
                  <c:v>0.60108846305913644</c:v>
                </c:pt>
                <c:pt idx="467">
                  <c:v>-0.32289937684866205</c:v>
                </c:pt>
                <c:pt idx="468">
                  <c:v>-1.3957093860891407</c:v>
                </c:pt>
                <c:pt idx="469">
                  <c:v>-2.659504398484275</c:v>
                </c:pt>
                <c:pt idx="470">
                  <c:v>-4.179752804999544</c:v>
                </c:pt>
                <c:pt idx="471">
                  <c:v>-6.0662375809835929</c:v>
                </c:pt>
                <c:pt idx="472">
                  <c:v>-8.5248744578096538</c:v>
                </c:pt>
                <c:pt idx="473">
                  <c:v>-12.018075196787519</c:v>
                </c:pt>
                <c:pt idx="474">
                  <c:v>-18.021518558128619</c:v>
                </c:pt>
                <c:pt idx="475">
                  <c:v>-30</c:v>
                </c:pt>
                <c:pt idx="476">
                  <c:v>-18.021518558128925</c:v>
                </c:pt>
                <c:pt idx="477">
                  <c:v>-12.018075196787441</c:v>
                </c:pt>
                <c:pt idx="478">
                  <c:v>-8.5248744578095987</c:v>
                </c:pt>
                <c:pt idx="479">
                  <c:v>-6.0662375809836711</c:v>
                </c:pt>
                <c:pt idx="480">
                  <c:v>-4.1797528049996053</c:v>
                </c:pt>
                <c:pt idx="481">
                  <c:v>-2.6595043984843256</c:v>
                </c:pt>
                <c:pt idx="482">
                  <c:v>-1.3957093860891825</c:v>
                </c:pt>
                <c:pt idx="483">
                  <c:v>-0.322899376848643</c:v>
                </c:pt>
                <c:pt idx="484">
                  <c:v>0.60108846305915264</c:v>
                </c:pt>
                <c:pt idx="485">
                  <c:v>1.4049736191803133</c:v>
                </c:pt>
                <c:pt idx="486">
                  <c:v>2.1091679996869002</c:v>
                </c:pt>
                <c:pt idx="487">
                  <c:v>2.7286666877635524</c:v>
                </c:pt>
                <c:pt idx="488">
                  <c:v>3.2747766735774486</c:v>
                </c:pt>
                <c:pt idx="489">
                  <c:v>3.7562020596383787</c:v>
                </c:pt>
                <c:pt idx="490">
                  <c:v>4.179752804999568</c:v>
                </c:pt>
                <c:pt idx="491">
                  <c:v>4.5508229826683841</c:v>
                </c:pt>
                <c:pt idx="492">
                  <c:v>4.873722359517048</c:v>
                </c:pt>
                <c:pt idx="493">
                  <c:v>5.1519114457275368</c:v>
                </c:pt>
                <c:pt idx="494">
                  <c:v>5.3881710862478815</c:v>
                </c:pt>
                <c:pt idx="495">
                  <c:v>5.5847264241798831</c:v>
                </c:pt>
                <c:pt idx="496">
                  <c:v>5.7433382041349814</c:v>
                </c:pt>
                <c:pt idx="497">
                  <c:v>5.8653700593252829</c:v>
                </c:pt>
                <c:pt idx="498">
                  <c:v>5.9518376158037878</c:v>
                </c:pt>
                <c:pt idx="499">
                  <c:v>6.0034433613410387</c:v>
                </c:pt>
                <c:pt idx="500">
                  <c:v>6.0205999132796242</c:v>
                </c:pt>
              </c:numCache>
            </c:numRef>
          </c:yVal>
          <c:smooth val="0"/>
          <c:extLst>
            <c:ext xmlns:c16="http://schemas.microsoft.com/office/drawing/2014/chart" uri="{C3380CC4-5D6E-409C-BE32-E72D297353CC}">
              <c16:uniqueId val="{00000000-983D-4862-A823-80A0DAFBF4C4}"/>
            </c:ext>
          </c:extLst>
        </c:ser>
        <c:dLbls>
          <c:showLegendKey val="0"/>
          <c:showVal val="0"/>
          <c:showCatName val="0"/>
          <c:showSerName val="0"/>
          <c:showPercent val="0"/>
          <c:showBubbleSize val="0"/>
        </c:dLbls>
        <c:axId val="1613112432"/>
        <c:axId val="1613109936"/>
      </c:scatterChart>
      <c:valAx>
        <c:axId val="1613112432"/>
        <c:scaling>
          <c:logBase val="10"/>
          <c:orientation val="minMax"/>
          <c:min val="1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GB"/>
                  <a:t>Frequency (Hz)</a:t>
                </a:r>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613109936"/>
        <c:crossesAt val="-30"/>
        <c:crossBetween val="midCat"/>
      </c:valAx>
      <c:valAx>
        <c:axId val="1613109936"/>
        <c:scaling>
          <c:orientation val="minMax"/>
          <c:min val="-3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GB"/>
                  <a:t>Magnitude (dB)</a:t>
                </a:r>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613112432"/>
        <c:crosses val="autoZero"/>
        <c:crossBetween val="midCat"/>
      </c:valAx>
      <c:spPr>
        <a:noFill/>
        <a:ln>
          <a:noFill/>
        </a:ln>
        <a:effectLst/>
      </c:spPr>
    </c:plotArea>
    <c:plotVisOnly val="1"/>
    <c:dispBlanksAs val="gap"/>
    <c:showDLblsOverMax val="0"/>
  </c:chart>
  <c:spPr>
    <a:noFill/>
    <a:ln>
      <a:noFill/>
    </a:ln>
    <a:effectLst/>
  </c:spPr>
  <c:txPr>
    <a:bodyPr/>
    <a:lstStyle/>
    <a:p>
      <a:pPr>
        <a:defRPr sz="12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E06A3B-885D-47A2-BBBF-3C17C577BFA5}" type="datetimeFigureOut">
              <a:rPr lang="en-GB" smtClean="0"/>
              <a:t>22/02/2022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B1D951-C98B-42A2-8282-D55336F714E5}" type="slidenum">
              <a:rPr lang="en-GB" smtClean="0"/>
              <a:t>‹#›</a:t>
            </a:fld>
            <a:endParaRPr lang="en-GB"/>
          </a:p>
        </p:txBody>
      </p:sp>
    </p:spTree>
    <p:extLst>
      <p:ext uri="{BB962C8B-B14F-4D97-AF65-F5344CB8AC3E}">
        <p14:creationId xmlns:p14="http://schemas.microsoft.com/office/powerpoint/2010/main" val="368792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Karplus-Strong algorithm is an early form of physical modelling synthesis, invented by Alex Strong, first analysed by Kevin Karplus, and then extended by David Jaffe and Julius O. Smith. As described by David Jaffe, he was playing violin in a string quartet and, “</a:t>
            </a:r>
            <a:r>
              <a:rPr lang="en-GB" sz="1200" i="1" dirty="0">
                <a:solidFill>
                  <a:schemeClr val="accent1">
                    <a:lumMod val="50000"/>
                  </a:schemeClr>
                </a:solidFill>
              </a:rPr>
              <a:t>“violist was Alex Strong, who I didn't know. We just started talking and he was kind of a technical computer science-y kind of guy. I said something about how I was trying to synthesize guitars and he said, ‘Oh, you know, we just discovered this really great way of synthesizing guitars and I'd love to show it to you, but you have to sign a nondisclosure.’ And I said, ‘Okay, I'd love to do that.’”</a:t>
            </a:r>
          </a:p>
          <a:p>
            <a:endParaRPr lang="en-GB" dirty="0"/>
          </a:p>
        </p:txBody>
      </p:sp>
      <p:sp>
        <p:nvSpPr>
          <p:cNvPr id="4" name="Slide Number Placeholder 3"/>
          <p:cNvSpPr>
            <a:spLocks noGrp="1"/>
          </p:cNvSpPr>
          <p:nvPr>
            <p:ph type="sldNum" sz="quarter" idx="5"/>
          </p:nvPr>
        </p:nvSpPr>
        <p:spPr/>
        <p:txBody>
          <a:bodyPr/>
          <a:lstStyle/>
          <a:p>
            <a:fld id="{74695747-E170-462B-B0D1-04178B556A8B}" type="slidenum">
              <a:rPr lang="en-GB" smtClean="0"/>
              <a:t>8</a:t>
            </a:fld>
            <a:endParaRPr lang="en-GB"/>
          </a:p>
        </p:txBody>
      </p:sp>
    </p:spTree>
    <p:extLst>
      <p:ext uri="{BB962C8B-B14F-4D97-AF65-F5344CB8AC3E}">
        <p14:creationId xmlns:p14="http://schemas.microsoft.com/office/powerpoint/2010/main" val="3565301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CC369-C9E4-4520-BC56-88448E62B4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0852349-6B4C-488D-82E8-795C210AE6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D19B1E6-828F-4F3E-AC34-57F72B6367A8}"/>
              </a:ext>
            </a:extLst>
          </p:cNvPr>
          <p:cNvSpPr>
            <a:spLocks noGrp="1"/>
          </p:cNvSpPr>
          <p:nvPr>
            <p:ph type="dt" sz="half" idx="10"/>
          </p:nvPr>
        </p:nvSpPr>
        <p:spPr/>
        <p:txBody>
          <a:bodyPr/>
          <a:lstStyle/>
          <a:p>
            <a:fld id="{53F5E260-054C-4638-8D97-401FEF531A6C}" type="datetimeFigureOut">
              <a:rPr lang="en-GB" smtClean="0"/>
              <a:t>22/02/2022</a:t>
            </a:fld>
            <a:endParaRPr lang="en-GB"/>
          </a:p>
        </p:txBody>
      </p:sp>
      <p:sp>
        <p:nvSpPr>
          <p:cNvPr id="5" name="Footer Placeholder 4">
            <a:extLst>
              <a:ext uri="{FF2B5EF4-FFF2-40B4-BE49-F238E27FC236}">
                <a16:creationId xmlns:a16="http://schemas.microsoft.com/office/drawing/2014/main" id="{454FAB28-6324-4226-A36E-54458130933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3D829CE-6D1F-46B0-929E-FFFC0B562C90}"/>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11477402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2DFDE-2A02-4852-881F-3B5B41DDE68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9AD4ABC-C437-4947-A5F0-608FCA9F75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2B213E3-F19B-446E-B43F-AF1BB97EC33F}"/>
              </a:ext>
            </a:extLst>
          </p:cNvPr>
          <p:cNvSpPr>
            <a:spLocks noGrp="1"/>
          </p:cNvSpPr>
          <p:nvPr>
            <p:ph type="dt" sz="half" idx="10"/>
          </p:nvPr>
        </p:nvSpPr>
        <p:spPr/>
        <p:txBody>
          <a:bodyPr/>
          <a:lstStyle/>
          <a:p>
            <a:fld id="{53F5E260-054C-4638-8D97-401FEF531A6C}" type="datetimeFigureOut">
              <a:rPr lang="en-GB" smtClean="0"/>
              <a:t>22/02/2022</a:t>
            </a:fld>
            <a:endParaRPr lang="en-GB"/>
          </a:p>
        </p:txBody>
      </p:sp>
      <p:sp>
        <p:nvSpPr>
          <p:cNvPr id="5" name="Footer Placeholder 4">
            <a:extLst>
              <a:ext uri="{FF2B5EF4-FFF2-40B4-BE49-F238E27FC236}">
                <a16:creationId xmlns:a16="http://schemas.microsoft.com/office/drawing/2014/main" id="{3E841FB5-4915-4BF6-B0E6-73499246BD5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CBD1732-BC26-4B72-A252-98BBB34095A9}"/>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2964997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291FB-B9A3-482F-8FBC-4590E65500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E14089B-6073-428E-A790-EF055956BAB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82DA15-2BDD-4AF4-BA6D-750DB238E010}"/>
              </a:ext>
            </a:extLst>
          </p:cNvPr>
          <p:cNvSpPr>
            <a:spLocks noGrp="1"/>
          </p:cNvSpPr>
          <p:nvPr>
            <p:ph type="dt" sz="half" idx="10"/>
          </p:nvPr>
        </p:nvSpPr>
        <p:spPr/>
        <p:txBody>
          <a:bodyPr/>
          <a:lstStyle/>
          <a:p>
            <a:fld id="{53F5E260-054C-4638-8D97-401FEF531A6C}" type="datetimeFigureOut">
              <a:rPr lang="en-GB" smtClean="0"/>
              <a:t>22/02/2022</a:t>
            </a:fld>
            <a:endParaRPr lang="en-GB"/>
          </a:p>
        </p:txBody>
      </p:sp>
      <p:sp>
        <p:nvSpPr>
          <p:cNvPr id="5" name="Footer Placeholder 4">
            <a:extLst>
              <a:ext uri="{FF2B5EF4-FFF2-40B4-BE49-F238E27FC236}">
                <a16:creationId xmlns:a16="http://schemas.microsoft.com/office/drawing/2014/main" id="{B04A81FE-EDF7-4154-8325-45C59893EDD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729DB88-078A-4423-8BA7-AC77FD9C53DE}"/>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2063133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96536-3BDB-4174-A20F-9A761DB881A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9821475-88FC-4509-A05F-6A64ACCBD3E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27FB3A1-4FDC-40E2-8C37-87A43B0224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062AA93-86A6-4927-8504-56DDF629D4F9}"/>
              </a:ext>
            </a:extLst>
          </p:cNvPr>
          <p:cNvSpPr>
            <a:spLocks noGrp="1"/>
          </p:cNvSpPr>
          <p:nvPr>
            <p:ph type="dt" sz="half" idx="10"/>
          </p:nvPr>
        </p:nvSpPr>
        <p:spPr/>
        <p:txBody>
          <a:bodyPr/>
          <a:lstStyle/>
          <a:p>
            <a:fld id="{53F5E260-054C-4638-8D97-401FEF531A6C}" type="datetimeFigureOut">
              <a:rPr lang="en-GB" smtClean="0"/>
              <a:t>22/02/2022</a:t>
            </a:fld>
            <a:endParaRPr lang="en-GB"/>
          </a:p>
        </p:txBody>
      </p:sp>
      <p:sp>
        <p:nvSpPr>
          <p:cNvPr id="6" name="Footer Placeholder 5">
            <a:extLst>
              <a:ext uri="{FF2B5EF4-FFF2-40B4-BE49-F238E27FC236}">
                <a16:creationId xmlns:a16="http://schemas.microsoft.com/office/drawing/2014/main" id="{B53E3AB0-E3C1-494C-B1AD-4AA344D28E7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4179DE5-21EF-43F4-B000-17E526EF9E74}"/>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4025776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11886-43BB-4413-83B4-7807CFCE054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626F641-550F-4949-86DC-3D02373B3E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E150EE-DD86-478E-88BA-CF92008AAE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DE9D8D8-00E0-4C79-BD54-24BD0C44B5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2DE659-7815-43C6-BCCA-E1346ED898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3ADFD5B-CDBC-4952-ACFF-5D6F9882BBE1}"/>
              </a:ext>
            </a:extLst>
          </p:cNvPr>
          <p:cNvSpPr>
            <a:spLocks noGrp="1"/>
          </p:cNvSpPr>
          <p:nvPr>
            <p:ph type="dt" sz="half" idx="10"/>
          </p:nvPr>
        </p:nvSpPr>
        <p:spPr/>
        <p:txBody>
          <a:bodyPr/>
          <a:lstStyle/>
          <a:p>
            <a:fld id="{53F5E260-054C-4638-8D97-401FEF531A6C}" type="datetimeFigureOut">
              <a:rPr lang="en-GB" smtClean="0"/>
              <a:t>22/02/2022</a:t>
            </a:fld>
            <a:endParaRPr lang="en-GB"/>
          </a:p>
        </p:txBody>
      </p:sp>
      <p:sp>
        <p:nvSpPr>
          <p:cNvPr id="8" name="Footer Placeholder 7">
            <a:extLst>
              <a:ext uri="{FF2B5EF4-FFF2-40B4-BE49-F238E27FC236}">
                <a16:creationId xmlns:a16="http://schemas.microsoft.com/office/drawing/2014/main" id="{6AFFA037-5E9F-459A-B177-52BC910AF16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8149AF8-F012-4163-9FFB-EF0401CE8A2F}"/>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2951084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6C586-3A69-4708-9A07-B94A72CE306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EC69554-0D2D-4D06-967C-E0BEB2ADA711}"/>
              </a:ext>
            </a:extLst>
          </p:cNvPr>
          <p:cNvSpPr>
            <a:spLocks noGrp="1"/>
          </p:cNvSpPr>
          <p:nvPr>
            <p:ph type="dt" sz="half" idx="10"/>
          </p:nvPr>
        </p:nvSpPr>
        <p:spPr/>
        <p:txBody>
          <a:bodyPr/>
          <a:lstStyle/>
          <a:p>
            <a:fld id="{53F5E260-054C-4638-8D97-401FEF531A6C}" type="datetimeFigureOut">
              <a:rPr lang="en-GB" smtClean="0"/>
              <a:t>22/02/2022</a:t>
            </a:fld>
            <a:endParaRPr lang="en-GB"/>
          </a:p>
        </p:txBody>
      </p:sp>
      <p:sp>
        <p:nvSpPr>
          <p:cNvPr id="4" name="Footer Placeholder 3">
            <a:extLst>
              <a:ext uri="{FF2B5EF4-FFF2-40B4-BE49-F238E27FC236}">
                <a16:creationId xmlns:a16="http://schemas.microsoft.com/office/drawing/2014/main" id="{9FAE7B4F-5ED1-47AF-B238-A84B1472F59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1FFE4FC-8EDE-4F38-8451-7A5849375BC6}"/>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1160049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FFCA45-62D5-4233-B3F3-BD1CE2F6079F}"/>
              </a:ext>
            </a:extLst>
          </p:cNvPr>
          <p:cNvSpPr>
            <a:spLocks noGrp="1"/>
          </p:cNvSpPr>
          <p:nvPr>
            <p:ph type="dt" sz="half" idx="10"/>
          </p:nvPr>
        </p:nvSpPr>
        <p:spPr/>
        <p:txBody>
          <a:bodyPr/>
          <a:lstStyle/>
          <a:p>
            <a:fld id="{53F5E260-054C-4638-8D97-401FEF531A6C}" type="datetimeFigureOut">
              <a:rPr lang="en-GB" smtClean="0"/>
              <a:t>22/02/2022</a:t>
            </a:fld>
            <a:endParaRPr lang="en-GB"/>
          </a:p>
        </p:txBody>
      </p:sp>
      <p:sp>
        <p:nvSpPr>
          <p:cNvPr id="3" name="Footer Placeholder 2">
            <a:extLst>
              <a:ext uri="{FF2B5EF4-FFF2-40B4-BE49-F238E27FC236}">
                <a16:creationId xmlns:a16="http://schemas.microsoft.com/office/drawing/2014/main" id="{71C714D9-4002-4983-AF37-D4BE3FE0A4E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A987E2D-5C67-4F2B-A26C-B394E603A408}"/>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12962672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9777F-332D-4B5B-810B-5C63C95093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7658529-C27E-4191-97FD-36D59D9B4C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361BA99-EB73-49F7-995F-E290247044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66F865-E293-4805-A8D2-4E3D72046C82}"/>
              </a:ext>
            </a:extLst>
          </p:cNvPr>
          <p:cNvSpPr>
            <a:spLocks noGrp="1"/>
          </p:cNvSpPr>
          <p:nvPr>
            <p:ph type="dt" sz="half" idx="10"/>
          </p:nvPr>
        </p:nvSpPr>
        <p:spPr/>
        <p:txBody>
          <a:bodyPr/>
          <a:lstStyle/>
          <a:p>
            <a:fld id="{53F5E260-054C-4638-8D97-401FEF531A6C}" type="datetimeFigureOut">
              <a:rPr lang="en-GB" smtClean="0"/>
              <a:t>22/02/2022</a:t>
            </a:fld>
            <a:endParaRPr lang="en-GB"/>
          </a:p>
        </p:txBody>
      </p:sp>
      <p:sp>
        <p:nvSpPr>
          <p:cNvPr id="6" name="Footer Placeholder 5">
            <a:extLst>
              <a:ext uri="{FF2B5EF4-FFF2-40B4-BE49-F238E27FC236}">
                <a16:creationId xmlns:a16="http://schemas.microsoft.com/office/drawing/2014/main" id="{0C5C81E1-1728-4DBC-972B-4147F320A85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37701BE-A421-4C41-BBB7-4EC80ADEFE2A}"/>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1107787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15A17-30CD-4A84-B64E-6C24E1048F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2A52357-D1DE-44CC-8324-9C498B0481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1705E25-C97D-4CF1-83A7-2876F918A6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939255-7446-46FF-9DCD-64CB991436C6}"/>
              </a:ext>
            </a:extLst>
          </p:cNvPr>
          <p:cNvSpPr>
            <a:spLocks noGrp="1"/>
          </p:cNvSpPr>
          <p:nvPr>
            <p:ph type="dt" sz="half" idx="10"/>
          </p:nvPr>
        </p:nvSpPr>
        <p:spPr/>
        <p:txBody>
          <a:bodyPr/>
          <a:lstStyle/>
          <a:p>
            <a:fld id="{53F5E260-054C-4638-8D97-401FEF531A6C}" type="datetimeFigureOut">
              <a:rPr lang="en-GB" smtClean="0"/>
              <a:t>22/02/2022</a:t>
            </a:fld>
            <a:endParaRPr lang="en-GB"/>
          </a:p>
        </p:txBody>
      </p:sp>
      <p:sp>
        <p:nvSpPr>
          <p:cNvPr id="6" name="Footer Placeholder 5">
            <a:extLst>
              <a:ext uri="{FF2B5EF4-FFF2-40B4-BE49-F238E27FC236}">
                <a16:creationId xmlns:a16="http://schemas.microsoft.com/office/drawing/2014/main" id="{F687B610-3579-4CD1-82A3-C561709F554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C46EEBE-0B97-433E-AACA-6F0900AE3065}"/>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1875768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AD960-DAC6-4331-A0FF-B8ADB879C1C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82CCB03-89EB-4ED3-91D2-61C67491F6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32910A7-EC15-4493-8B9F-26AC65E65104}"/>
              </a:ext>
            </a:extLst>
          </p:cNvPr>
          <p:cNvSpPr>
            <a:spLocks noGrp="1"/>
          </p:cNvSpPr>
          <p:nvPr>
            <p:ph type="dt" sz="half" idx="10"/>
          </p:nvPr>
        </p:nvSpPr>
        <p:spPr/>
        <p:txBody>
          <a:bodyPr/>
          <a:lstStyle/>
          <a:p>
            <a:fld id="{53F5E260-054C-4638-8D97-401FEF531A6C}" type="datetimeFigureOut">
              <a:rPr lang="en-GB" smtClean="0"/>
              <a:t>22/02/2022</a:t>
            </a:fld>
            <a:endParaRPr lang="en-GB"/>
          </a:p>
        </p:txBody>
      </p:sp>
      <p:sp>
        <p:nvSpPr>
          <p:cNvPr id="5" name="Footer Placeholder 4">
            <a:extLst>
              <a:ext uri="{FF2B5EF4-FFF2-40B4-BE49-F238E27FC236}">
                <a16:creationId xmlns:a16="http://schemas.microsoft.com/office/drawing/2014/main" id="{FB8B288C-76E9-4876-BF75-1F9BABA3C4E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75A89EC-CC4D-4C45-9D50-42DB3704A629}"/>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2930177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359830-2398-40DA-B8C1-E466244D89A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F2CDA4E-A5D9-4BAC-A2ED-5CAFD94B9A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4161D00-4B32-4CA8-812E-295896987352}"/>
              </a:ext>
            </a:extLst>
          </p:cNvPr>
          <p:cNvSpPr>
            <a:spLocks noGrp="1"/>
          </p:cNvSpPr>
          <p:nvPr>
            <p:ph type="dt" sz="half" idx="10"/>
          </p:nvPr>
        </p:nvSpPr>
        <p:spPr/>
        <p:txBody>
          <a:bodyPr/>
          <a:lstStyle/>
          <a:p>
            <a:fld id="{53F5E260-054C-4638-8D97-401FEF531A6C}" type="datetimeFigureOut">
              <a:rPr lang="en-GB" smtClean="0"/>
              <a:t>22/02/2022</a:t>
            </a:fld>
            <a:endParaRPr lang="en-GB"/>
          </a:p>
        </p:txBody>
      </p:sp>
      <p:sp>
        <p:nvSpPr>
          <p:cNvPr id="5" name="Footer Placeholder 4">
            <a:extLst>
              <a:ext uri="{FF2B5EF4-FFF2-40B4-BE49-F238E27FC236}">
                <a16:creationId xmlns:a16="http://schemas.microsoft.com/office/drawing/2014/main" id="{63D94240-6B49-4341-8F2D-BE59D3D0207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A9A4876-50A8-4F44-A3C4-D5A4D1716073}"/>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4259740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08BE08-92CA-4E8E-AF4E-8DC96C9244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8CB88EA-5F1B-4B32-BE85-E410E04341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53C0FD3-C7BF-4C4E-B3F7-9AE57525F5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F5E260-054C-4638-8D97-401FEF531A6C}" type="datetimeFigureOut">
              <a:rPr lang="en-GB" smtClean="0"/>
              <a:t>22/02/2022</a:t>
            </a:fld>
            <a:endParaRPr lang="en-GB"/>
          </a:p>
        </p:txBody>
      </p:sp>
      <p:sp>
        <p:nvSpPr>
          <p:cNvPr id="5" name="Footer Placeholder 4">
            <a:extLst>
              <a:ext uri="{FF2B5EF4-FFF2-40B4-BE49-F238E27FC236}">
                <a16:creationId xmlns:a16="http://schemas.microsoft.com/office/drawing/2014/main" id="{648BBEC2-20CA-4DB5-9DB7-066F42C2AC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3EBDEF48-318D-40F6-87E5-5ED3EB0FB5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B25D99-84F7-4196-A481-95D96E6D1950}" type="slidenum">
              <a:rPr lang="en-GB" smtClean="0"/>
              <a:t>‹#›</a:t>
            </a:fld>
            <a:endParaRPr lang="en-GB"/>
          </a:p>
        </p:txBody>
      </p:sp>
    </p:spTree>
    <p:extLst>
      <p:ext uri="{BB962C8B-B14F-4D97-AF65-F5344CB8AC3E}">
        <p14:creationId xmlns:p14="http://schemas.microsoft.com/office/powerpoint/2010/main" val="34188890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88104-91A6-42D7-AC87-655D95E997E3}"/>
              </a:ext>
            </a:extLst>
          </p:cNvPr>
          <p:cNvSpPr>
            <a:spLocks noGrp="1"/>
          </p:cNvSpPr>
          <p:nvPr>
            <p:ph type="ctrTitle"/>
          </p:nvPr>
        </p:nvSpPr>
        <p:spPr/>
        <p:txBody>
          <a:bodyPr/>
          <a:lstStyle/>
          <a:p>
            <a:r>
              <a:rPr lang="en-GB" dirty="0"/>
              <a:t>Delay in the Web Audio API</a:t>
            </a:r>
          </a:p>
        </p:txBody>
      </p:sp>
      <p:sp>
        <p:nvSpPr>
          <p:cNvPr id="3" name="Subtitle 2">
            <a:extLst>
              <a:ext uri="{FF2B5EF4-FFF2-40B4-BE49-F238E27FC236}">
                <a16:creationId xmlns:a16="http://schemas.microsoft.com/office/drawing/2014/main" id="{2AB7AB1B-DA52-4461-AD47-BC417E4E75DB}"/>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688241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F879E-D24B-48F4-80BB-4E3C6F95B60D}"/>
              </a:ext>
            </a:extLst>
          </p:cNvPr>
          <p:cNvSpPr>
            <a:spLocks noGrp="1"/>
          </p:cNvSpPr>
          <p:nvPr>
            <p:ph type="title"/>
          </p:nvPr>
        </p:nvSpPr>
        <p:spPr>
          <a:xfrm>
            <a:off x="838200" y="66452"/>
            <a:ext cx="10515600" cy="1325563"/>
          </a:xfrm>
        </p:spPr>
        <p:txBody>
          <a:bodyPr/>
          <a:lstStyle/>
          <a:p>
            <a:r>
              <a:rPr lang="en-GB" dirty="0"/>
              <a:t>The </a:t>
            </a:r>
            <a:r>
              <a:rPr lang="en-GB" dirty="0" err="1"/>
              <a:t>DelayNode</a:t>
            </a:r>
            <a:endParaRPr lang="en-GB" dirty="0"/>
          </a:p>
        </p:txBody>
      </p:sp>
      <p:sp>
        <p:nvSpPr>
          <p:cNvPr id="3" name="Content Placeholder 2">
            <a:extLst>
              <a:ext uri="{FF2B5EF4-FFF2-40B4-BE49-F238E27FC236}">
                <a16:creationId xmlns:a16="http://schemas.microsoft.com/office/drawing/2014/main" id="{C82C490A-692F-4B28-BF4C-70860E4FABB8}"/>
              </a:ext>
            </a:extLst>
          </p:cNvPr>
          <p:cNvSpPr>
            <a:spLocks noGrp="1"/>
          </p:cNvSpPr>
          <p:nvPr>
            <p:ph idx="1"/>
          </p:nvPr>
        </p:nvSpPr>
        <p:spPr>
          <a:xfrm>
            <a:off x="613931" y="1315581"/>
            <a:ext cx="11273269" cy="5288419"/>
          </a:xfrm>
        </p:spPr>
        <p:txBody>
          <a:bodyPr>
            <a:normAutofit lnSpcReduction="10000"/>
          </a:bodyPr>
          <a:lstStyle/>
          <a:p>
            <a:pPr>
              <a:lnSpc>
                <a:spcPct val="100000"/>
              </a:lnSpc>
              <a:spcBef>
                <a:spcPts val="600"/>
              </a:spcBef>
            </a:pPr>
            <a:r>
              <a:rPr lang="en-GB" dirty="0"/>
              <a:t>Simply passes input audio to output, after some specified delay time</a:t>
            </a:r>
          </a:p>
          <a:p>
            <a:pPr>
              <a:lnSpc>
                <a:spcPct val="100000"/>
              </a:lnSpc>
              <a:spcBef>
                <a:spcPts val="600"/>
              </a:spcBef>
            </a:pPr>
            <a:r>
              <a:rPr lang="en-GB" dirty="0"/>
              <a:t>Example: delay node with 5ms delay</a:t>
            </a:r>
          </a:p>
          <a:p>
            <a:pPr marL="457200" lvl="1" indent="0">
              <a:lnSpc>
                <a:spcPct val="100000"/>
              </a:lnSpc>
              <a:spcBef>
                <a:spcPts val="600"/>
              </a:spcBef>
              <a:buNone/>
            </a:pPr>
            <a:r>
              <a:rPr lang="en-GB" sz="1800" dirty="0">
                <a:solidFill>
                  <a:srgbClr val="0F0F0F"/>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dirty="0" err="1">
                <a:solidFill>
                  <a:srgbClr val="0F0F0F"/>
                </a:solidFill>
                <a:effectLst/>
                <a:latin typeface="Consolas" panose="020B0609020204030204" pitchFamily="49" charset="0"/>
                <a:ea typeface="Times New Roman" panose="02020603050405020304" pitchFamily="18" charset="0"/>
                <a:cs typeface="Times New Roman" panose="02020603050405020304" pitchFamily="18" charset="0"/>
              </a:rPr>
              <a:t>myNode</a:t>
            </a:r>
            <a:r>
              <a:rPr lang="en-GB" sz="1800" dirty="0">
                <a:solidFill>
                  <a:srgbClr val="0F0F0F"/>
                </a:solidFill>
                <a:effectLst/>
                <a:latin typeface="Consolas" panose="020B0609020204030204" pitchFamily="49" charset="0"/>
                <a:ea typeface="Times New Roman" panose="02020603050405020304" pitchFamily="18" charset="0"/>
                <a:cs typeface="Times New Roman" panose="02020603050405020304" pitchFamily="18" charset="0"/>
              </a:rPr>
              <a:t> = new </a:t>
            </a:r>
            <a:r>
              <a:rPr lang="en-GB" sz="1800" dirty="0" err="1">
                <a:solidFill>
                  <a:srgbClr val="800080"/>
                </a:solidFill>
                <a:effectLst/>
                <a:latin typeface="Consolas" panose="020B0609020204030204" pitchFamily="49" charset="0"/>
                <a:ea typeface="Times New Roman" panose="02020603050405020304" pitchFamily="18" charset="0"/>
                <a:cs typeface="Times New Roman" panose="02020603050405020304" pitchFamily="18" charset="0"/>
              </a:rPr>
              <a:t>DelayNode</a:t>
            </a:r>
            <a:r>
              <a:rPr lang="en-GB" sz="1800" dirty="0">
                <a:solidFill>
                  <a:srgbClr val="0F0F0F"/>
                </a:solidFill>
                <a:effectLst/>
                <a:latin typeface="Consolas" panose="020B0609020204030204" pitchFamily="49" charset="0"/>
                <a:ea typeface="Times New Roman" panose="02020603050405020304" pitchFamily="18" charset="0"/>
                <a:cs typeface="Times New Roman" panose="02020603050405020304" pitchFamily="18" charset="0"/>
              </a:rPr>
              <a:t>(</a:t>
            </a:r>
            <a:r>
              <a:rPr lang="en-GB" sz="1800" b="1" dirty="0">
                <a:solidFill>
                  <a:srgbClr val="595959"/>
                </a:solidFill>
                <a:effectLst/>
                <a:latin typeface="Consolas" panose="020B0609020204030204" pitchFamily="49" charset="0"/>
                <a:ea typeface="Times New Roman" panose="02020603050405020304" pitchFamily="18" charset="0"/>
                <a:cs typeface="Times New Roman" panose="02020603050405020304" pitchFamily="18" charset="0"/>
              </a:rPr>
              <a:t>context</a:t>
            </a:r>
            <a:r>
              <a:rPr lang="en-GB" sz="1800" dirty="0">
                <a:solidFill>
                  <a:srgbClr val="0F0F0F"/>
                </a:solidFill>
                <a:effectLst/>
                <a:latin typeface="Consolas" panose="020B0609020204030204" pitchFamily="49" charset="0"/>
                <a:ea typeface="Times New Roman" panose="02020603050405020304" pitchFamily="18" charset="0"/>
                <a:cs typeface="Times New Roman" panose="02020603050405020304" pitchFamily="18" charset="0"/>
              </a:rPr>
              <a:t>,{delayTime:</a:t>
            </a:r>
            <a:r>
              <a:rPr lang="en-GB" sz="1800" b="1" dirty="0">
                <a:solidFill>
                  <a:srgbClr val="990099"/>
                </a:solidFill>
                <a:effectLst/>
                <a:latin typeface="Consolas" panose="020B0609020204030204" pitchFamily="49" charset="0"/>
                <a:ea typeface="Times New Roman" panose="02020603050405020304" pitchFamily="18" charset="0"/>
                <a:cs typeface="Times New Roman" panose="02020603050405020304" pitchFamily="18" charset="0"/>
              </a:rPr>
              <a:t>0.005</a:t>
            </a:r>
            <a:r>
              <a:rPr lang="en-GB" sz="1800" dirty="0">
                <a:solidFill>
                  <a:srgbClr val="0F0F0F"/>
                </a:solidFill>
                <a:effectLst/>
                <a:latin typeface="Consolas" panose="020B0609020204030204" pitchFamily="49" charset="0"/>
                <a:ea typeface="Times New Roman" panose="02020603050405020304" pitchFamily="18" charset="0"/>
                <a:cs typeface="Times New Roman" panose="02020603050405020304" pitchFamily="18" charset="0"/>
              </a:rPr>
              <a:t>})</a:t>
            </a:r>
          </a:p>
          <a:p>
            <a:pPr marL="457200" lvl="1" indent="0">
              <a:lnSpc>
                <a:spcPct val="100000"/>
              </a:lnSpc>
              <a:spcBef>
                <a:spcPts val="600"/>
              </a:spcBef>
              <a:buNone/>
            </a:pPr>
            <a:r>
              <a:rPr lang="en-GB" sz="1800" dirty="0"/>
              <a:t>Or</a:t>
            </a:r>
          </a:p>
          <a:p>
            <a:pPr marL="0" indent="0">
              <a:lnSpc>
                <a:spcPct val="100000"/>
              </a:lnSpc>
              <a:spcBef>
                <a:spcPts val="600"/>
              </a:spcBef>
              <a:buNone/>
            </a:pPr>
            <a:r>
              <a:rPr lang="en-GB" sz="1800" dirty="0">
                <a:solidFill>
                  <a:srgbClr val="0F0F0F"/>
                </a:solidFill>
                <a:effectLst/>
                <a:latin typeface="Consolas" panose="020B0609020204030204" pitchFamily="49" charset="0"/>
                <a:ea typeface="Times New Roman" panose="02020603050405020304" pitchFamily="18" charset="0"/>
                <a:cs typeface="Times New Roman" panose="02020603050405020304" pitchFamily="18" charset="0"/>
              </a:rPr>
              <a:t>	</a:t>
            </a:r>
            <a:r>
              <a:rPr lang="en-GB" sz="1800" dirty="0" err="1">
                <a:solidFill>
                  <a:srgbClr val="0F0F0F"/>
                </a:solidFill>
                <a:effectLst/>
                <a:latin typeface="Consolas" panose="020B0609020204030204" pitchFamily="49" charset="0"/>
                <a:ea typeface="Times New Roman" panose="02020603050405020304" pitchFamily="18" charset="0"/>
                <a:cs typeface="Times New Roman" panose="02020603050405020304" pitchFamily="18" charset="0"/>
              </a:rPr>
              <a:t>myNode</a:t>
            </a:r>
            <a:r>
              <a:rPr lang="en-GB" sz="1800" dirty="0">
                <a:solidFill>
                  <a:srgbClr val="0F0F0F"/>
                </a:solidFill>
                <a:effectLst/>
                <a:latin typeface="Consolas" panose="020B0609020204030204" pitchFamily="49" charset="0"/>
                <a:ea typeface="Times New Roman" panose="02020603050405020304" pitchFamily="18" charset="0"/>
                <a:cs typeface="Times New Roman" panose="02020603050405020304" pitchFamily="18" charset="0"/>
              </a:rPr>
              <a:t> = </a:t>
            </a:r>
            <a:r>
              <a:rPr lang="en-GB" sz="1800" dirty="0" err="1">
                <a:solidFill>
                  <a:srgbClr val="0F0F0F"/>
                </a:solidFill>
                <a:effectLst/>
                <a:latin typeface="Consolas" panose="020B0609020204030204" pitchFamily="49" charset="0"/>
                <a:ea typeface="Times New Roman" panose="02020603050405020304" pitchFamily="18" charset="0"/>
                <a:cs typeface="Times New Roman" panose="02020603050405020304" pitchFamily="18" charset="0"/>
              </a:rPr>
              <a:t>context.create</a:t>
            </a:r>
            <a:r>
              <a:rPr lang="en-GB" sz="1800" dirty="0" err="1">
                <a:solidFill>
                  <a:srgbClr val="800080"/>
                </a:solidFill>
                <a:effectLst/>
                <a:latin typeface="Consolas" panose="020B0609020204030204" pitchFamily="49" charset="0"/>
                <a:ea typeface="Times New Roman" panose="02020603050405020304" pitchFamily="18" charset="0"/>
                <a:cs typeface="Times New Roman" panose="02020603050405020304" pitchFamily="18" charset="0"/>
              </a:rPr>
              <a:t>Delay</a:t>
            </a:r>
            <a:r>
              <a:rPr lang="en-GB" sz="1800" dirty="0">
                <a:solidFill>
                  <a:srgbClr val="0F0F0F"/>
                </a:solidFill>
                <a:effectLst/>
                <a:latin typeface="Consolas" panose="020B0609020204030204" pitchFamily="49" charset="0"/>
                <a:ea typeface="Times New Roman" panose="02020603050405020304" pitchFamily="18" charset="0"/>
                <a:cs typeface="Times New Roman" panose="02020603050405020304" pitchFamily="18" charset="0"/>
              </a:rPr>
              <a:t>()</a:t>
            </a:r>
          </a:p>
          <a:p>
            <a:pPr marL="0" indent="0">
              <a:lnSpc>
                <a:spcPct val="100000"/>
              </a:lnSpc>
              <a:spcBef>
                <a:spcPts val="600"/>
              </a:spcBef>
              <a:buNone/>
            </a:pPr>
            <a:endParaRPr lang="en-GB" sz="600" dirty="0"/>
          </a:p>
          <a:p>
            <a:pPr lvl="1">
              <a:lnSpc>
                <a:spcPct val="100000"/>
              </a:lnSpc>
              <a:spcBef>
                <a:spcPts val="600"/>
              </a:spcBef>
            </a:pPr>
            <a:r>
              <a:rPr lang="en-GB" dirty="0" err="1"/>
              <a:t>delayTime</a:t>
            </a:r>
            <a:r>
              <a:rPr lang="en-GB" dirty="0"/>
              <a:t>: amount of delay in seconds</a:t>
            </a:r>
          </a:p>
          <a:p>
            <a:pPr lvl="1">
              <a:lnSpc>
                <a:spcPct val="100000"/>
              </a:lnSpc>
              <a:spcBef>
                <a:spcPts val="600"/>
              </a:spcBef>
            </a:pPr>
            <a:r>
              <a:rPr lang="en-GB" dirty="0" err="1"/>
              <a:t>maxDelayTime</a:t>
            </a:r>
            <a:r>
              <a:rPr lang="en-GB" dirty="0"/>
              <a:t>: maximum delay time (rarely needed)</a:t>
            </a:r>
          </a:p>
          <a:p>
            <a:pPr>
              <a:lnSpc>
                <a:spcPct val="100000"/>
              </a:lnSpc>
              <a:spcBef>
                <a:spcPts val="600"/>
              </a:spcBef>
            </a:pPr>
            <a:r>
              <a:rPr lang="en-GB" dirty="0"/>
              <a:t>Delay is simple but its uses are very powerful</a:t>
            </a:r>
          </a:p>
          <a:p>
            <a:pPr lvl="1">
              <a:lnSpc>
                <a:spcPct val="100000"/>
              </a:lnSpc>
              <a:spcBef>
                <a:spcPts val="600"/>
              </a:spcBef>
            </a:pPr>
            <a:r>
              <a:rPr lang="en-GB" dirty="0">
                <a:solidFill>
                  <a:srgbClr val="0F0F0F"/>
                </a:solidFill>
                <a:effectLst/>
                <a:ea typeface="Times New Roman" panose="02020603050405020304" pitchFamily="18" charset="0"/>
                <a:cs typeface="Times New Roman" panose="02020603050405020304" pitchFamily="18" charset="0"/>
              </a:rPr>
              <a:t>Comb filter</a:t>
            </a:r>
          </a:p>
          <a:p>
            <a:pPr lvl="1">
              <a:lnSpc>
                <a:spcPct val="100000"/>
              </a:lnSpc>
              <a:spcBef>
                <a:spcPts val="600"/>
              </a:spcBef>
            </a:pPr>
            <a:r>
              <a:rPr lang="en-GB" dirty="0">
                <a:solidFill>
                  <a:srgbClr val="0F0F0F"/>
                </a:solidFill>
                <a:ea typeface="Times New Roman" panose="02020603050405020304" pitchFamily="18" charset="0"/>
                <a:cs typeface="Times New Roman" panose="02020603050405020304" pitchFamily="18" charset="0"/>
              </a:rPr>
              <a:t>Feedback delay</a:t>
            </a:r>
          </a:p>
          <a:p>
            <a:pPr lvl="1">
              <a:lnSpc>
                <a:spcPct val="100000"/>
              </a:lnSpc>
              <a:spcBef>
                <a:spcPts val="600"/>
              </a:spcBef>
            </a:pPr>
            <a:r>
              <a:rPr lang="en-GB" dirty="0">
                <a:solidFill>
                  <a:srgbClr val="0F0F0F"/>
                </a:solidFill>
                <a:ea typeface="Times New Roman" panose="02020603050405020304" pitchFamily="18" charset="0"/>
                <a:cs typeface="Times New Roman" panose="02020603050405020304" pitchFamily="18" charset="0"/>
              </a:rPr>
              <a:t>Vibrato</a:t>
            </a:r>
          </a:p>
          <a:p>
            <a:pPr lvl="1">
              <a:lnSpc>
                <a:spcPct val="100000"/>
              </a:lnSpc>
              <a:spcBef>
                <a:spcPts val="600"/>
              </a:spcBef>
            </a:pPr>
            <a:r>
              <a:rPr lang="en-GB" dirty="0">
                <a:solidFill>
                  <a:srgbClr val="0F0F0F"/>
                </a:solidFill>
                <a:effectLst/>
                <a:ea typeface="Times New Roman" panose="02020603050405020304" pitchFamily="18" charset="0"/>
                <a:cs typeface="Times New Roman" panose="02020603050405020304" pitchFamily="18" charset="0"/>
              </a:rPr>
              <a:t>Karplus-Strong algorithm</a:t>
            </a:r>
          </a:p>
        </p:txBody>
      </p:sp>
    </p:spTree>
    <p:extLst>
      <p:ext uri="{BB962C8B-B14F-4D97-AF65-F5344CB8AC3E}">
        <p14:creationId xmlns:p14="http://schemas.microsoft.com/office/powerpoint/2010/main" val="1229554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E6D2E-F6CF-4211-9752-AE0D9003735F}"/>
              </a:ext>
            </a:extLst>
          </p:cNvPr>
          <p:cNvSpPr>
            <a:spLocks noGrp="1"/>
          </p:cNvSpPr>
          <p:nvPr>
            <p:ph type="title"/>
          </p:nvPr>
        </p:nvSpPr>
        <p:spPr/>
        <p:txBody>
          <a:bodyPr/>
          <a:lstStyle/>
          <a:p>
            <a:r>
              <a:rPr lang="en-GB" dirty="0"/>
              <a:t>Comb filter</a:t>
            </a:r>
          </a:p>
        </p:txBody>
      </p:sp>
      <p:sp>
        <p:nvSpPr>
          <p:cNvPr id="4" name="Rectangle 2">
            <a:extLst>
              <a:ext uri="{FF2B5EF4-FFF2-40B4-BE49-F238E27FC236}">
                <a16:creationId xmlns:a16="http://schemas.microsoft.com/office/drawing/2014/main" id="{1C746C78-9F86-4177-B1C8-3840F7EDEA4E}"/>
              </a:ext>
            </a:extLst>
          </p:cNvPr>
          <p:cNvSpPr>
            <a:spLocks noChangeArrowheads="1"/>
          </p:cNvSpPr>
          <p:nvPr/>
        </p:nvSpPr>
        <p:spPr bwMode="auto">
          <a:xfrm>
            <a:off x="2986734" y="127740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6" name="Rectangle 1">
            <a:extLst>
              <a:ext uri="{FF2B5EF4-FFF2-40B4-BE49-F238E27FC236}">
                <a16:creationId xmlns:a16="http://schemas.microsoft.com/office/drawing/2014/main" id="{F857FA62-ADF3-4740-9F37-5DC5808AD0DD}"/>
              </a:ext>
            </a:extLst>
          </p:cNvPr>
          <p:cNvSpPr>
            <a:spLocks noGrp="1" noChangeArrowheads="1"/>
          </p:cNvSpPr>
          <p:nvPr>
            <p:ph idx="1"/>
          </p:nvPr>
        </p:nvSpPr>
        <p:spPr bwMode="auto">
          <a:xfrm>
            <a:off x="105683" y="1961274"/>
            <a:ext cx="6832729" cy="3200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060700" algn="ctr"/>
                <a:tab pos="6121400" algn="r"/>
              </a:tabLst>
              <a:defRPr>
                <a:solidFill>
                  <a:schemeClr val="tx1"/>
                </a:solidFill>
                <a:latin typeface="Arial" panose="020B0604020202020204" pitchFamily="34" charset="0"/>
              </a:defRPr>
            </a:lvl1pPr>
            <a:lvl2pPr eaLnBrk="0" fontAlgn="base" hangingPunct="0">
              <a:spcBef>
                <a:spcPct val="0"/>
              </a:spcBef>
              <a:spcAft>
                <a:spcPct val="0"/>
              </a:spcAft>
              <a:tabLst>
                <a:tab pos="3060700" algn="ctr"/>
                <a:tab pos="6121400" algn="r"/>
              </a:tabLst>
              <a:defRPr>
                <a:solidFill>
                  <a:schemeClr val="tx1"/>
                </a:solidFill>
                <a:latin typeface="Arial" panose="020B0604020202020204" pitchFamily="34" charset="0"/>
              </a:defRPr>
            </a:lvl2pPr>
            <a:lvl3pPr eaLnBrk="0" fontAlgn="base" hangingPunct="0">
              <a:spcBef>
                <a:spcPct val="0"/>
              </a:spcBef>
              <a:spcAft>
                <a:spcPct val="0"/>
              </a:spcAft>
              <a:tabLst>
                <a:tab pos="3060700" algn="ctr"/>
                <a:tab pos="6121400" algn="r"/>
              </a:tabLst>
              <a:defRPr>
                <a:solidFill>
                  <a:schemeClr val="tx1"/>
                </a:solidFill>
                <a:latin typeface="Arial" panose="020B0604020202020204" pitchFamily="34" charset="0"/>
              </a:defRPr>
            </a:lvl3pPr>
            <a:lvl4pPr eaLnBrk="0" fontAlgn="base" hangingPunct="0">
              <a:spcBef>
                <a:spcPct val="0"/>
              </a:spcBef>
              <a:spcAft>
                <a:spcPct val="0"/>
              </a:spcAft>
              <a:tabLst>
                <a:tab pos="3060700" algn="ctr"/>
                <a:tab pos="6121400" algn="r"/>
              </a:tabLst>
              <a:defRPr>
                <a:solidFill>
                  <a:schemeClr val="tx1"/>
                </a:solidFill>
                <a:latin typeface="Arial" panose="020B0604020202020204" pitchFamily="34" charset="0"/>
              </a:defRPr>
            </a:lvl4pPr>
            <a:lvl5pPr eaLnBrk="0" fontAlgn="base" hangingPunct="0">
              <a:spcBef>
                <a:spcPct val="0"/>
              </a:spcBef>
              <a:spcAft>
                <a:spcPct val="0"/>
              </a:spcAft>
              <a:tabLst>
                <a:tab pos="3060700" algn="ctr"/>
                <a:tab pos="6121400" algn="r"/>
              </a:tabLst>
              <a:defRPr>
                <a:solidFill>
                  <a:schemeClr val="tx1"/>
                </a:solidFill>
                <a:latin typeface="Arial" panose="020B0604020202020204" pitchFamily="34" charset="0"/>
              </a:defRPr>
            </a:lvl5pPr>
            <a:lvl6pPr eaLnBrk="0" fontAlgn="base" hangingPunct="0">
              <a:spcBef>
                <a:spcPct val="0"/>
              </a:spcBef>
              <a:spcAft>
                <a:spcPct val="0"/>
              </a:spcAft>
              <a:tabLst>
                <a:tab pos="3060700" algn="ctr"/>
                <a:tab pos="6121400" algn="r"/>
              </a:tabLst>
              <a:defRPr>
                <a:solidFill>
                  <a:schemeClr val="tx1"/>
                </a:solidFill>
                <a:latin typeface="Arial" panose="020B0604020202020204" pitchFamily="34" charset="0"/>
              </a:defRPr>
            </a:lvl6pPr>
            <a:lvl7pPr eaLnBrk="0" fontAlgn="base" hangingPunct="0">
              <a:spcBef>
                <a:spcPct val="0"/>
              </a:spcBef>
              <a:spcAft>
                <a:spcPct val="0"/>
              </a:spcAft>
              <a:tabLst>
                <a:tab pos="3060700" algn="ctr"/>
                <a:tab pos="6121400" algn="r"/>
              </a:tabLst>
              <a:defRPr>
                <a:solidFill>
                  <a:schemeClr val="tx1"/>
                </a:solidFill>
                <a:latin typeface="Arial" panose="020B0604020202020204" pitchFamily="34" charset="0"/>
              </a:defRPr>
            </a:lvl7pPr>
            <a:lvl8pPr eaLnBrk="0" fontAlgn="base" hangingPunct="0">
              <a:spcBef>
                <a:spcPct val="0"/>
              </a:spcBef>
              <a:spcAft>
                <a:spcPct val="0"/>
              </a:spcAft>
              <a:tabLst>
                <a:tab pos="3060700" algn="ctr"/>
                <a:tab pos="6121400" algn="r"/>
              </a:tabLst>
              <a:defRPr>
                <a:solidFill>
                  <a:schemeClr val="tx1"/>
                </a:solidFill>
                <a:latin typeface="Arial" panose="020B0604020202020204" pitchFamily="34" charset="0"/>
              </a:defRPr>
            </a:lvl8pPr>
            <a:lvl9pPr eaLnBrk="0" fontAlgn="base" hangingPunct="0">
              <a:spcBef>
                <a:spcPct val="0"/>
              </a:spcBef>
              <a:spcAft>
                <a:spcPct val="0"/>
              </a:spcAft>
              <a:tabLst>
                <a:tab pos="3060700" algn="ctr"/>
                <a:tab pos="6121400" algn="r"/>
              </a:tabLst>
              <a:defRPr>
                <a:solidFill>
                  <a:schemeClr val="tx1"/>
                </a:solidFill>
                <a:latin typeface="Arial" panose="020B0604020202020204" pitchFamily="34" charset="0"/>
              </a:defRPr>
            </a:lvl9pPr>
          </a:lstStyle>
          <a:p>
            <a:pPr>
              <a:lnSpc>
                <a:spcPct val="100000"/>
              </a:lnSpc>
              <a:spcBef>
                <a:spcPts val="600"/>
              </a:spcBef>
            </a:pPr>
            <a:r>
              <a:rPr kumimoji="0" lang="en-US" altLang="en-US" sz="2000" b="0" i="0" u="none" strike="noStrike" cap="none" normalizeH="0" baseline="0" dirty="0">
                <a:ln>
                  <a:noFill/>
                </a:ln>
                <a:solidFill>
                  <a:schemeClr val="tx1"/>
                </a:solidFill>
                <a:effectLst/>
                <a:latin typeface="+mn-lt"/>
                <a:ea typeface="Times New Roman" panose="02020603050405020304" pitchFamily="18" charset="0"/>
              </a:rPr>
              <a:t>Just sums input signal with a delayed version of that input. </a:t>
            </a:r>
          </a:p>
          <a:p>
            <a:pPr>
              <a:lnSpc>
                <a:spcPct val="100000"/>
              </a:lnSpc>
              <a:spcBef>
                <a:spcPts val="600"/>
              </a:spcBef>
            </a:pPr>
            <a:r>
              <a:rPr lang="en-US" altLang="en-US" sz="2000" dirty="0">
                <a:solidFill>
                  <a:srgbClr val="000000"/>
                </a:solidFill>
                <a:latin typeface="+mn-lt"/>
                <a:ea typeface="ヒラギノ角ゴ Pro W3"/>
                <a:cs typeface="Times New Roman" panose="02020603050405020304" pitchFamily="18" charset="0"/>
              </a:rPr>
              <a:t>For input signal </a:t>
            </a:r>
            <a:r>
              <a:rPr lang="en-US" altLang="en-US" sz="2000" i="1" dirty="0">
                <a:solidFill>
                  <a:srgbClr val="000000"/>
                </a:solidFill>
                <a:latin typeface="Times New Roman" panose="02020603050405020304" pitchFamily="18" charset="0"/>
                <a:ea typeface="ヒラギノ角ゴ Pro W3"/>
                <a:cs typeface="Times New Roman" panose="02020603050405020304" pitchFamily="18" charset="0"/>
              </a:rPr>
              <a:t>x</a:t>
            </a:r>
            <a:r>
              <a:rPr lang="en-US" altLang="en-US" sz="2000" dirty="0">
                <a:solidFill>
                  <a:srgbClr val="000000"/>
                </a:solidFill>
                <a:latin typeface="Times New Roman" panose="02020603050405020304" pitchFamily="18" charset="0"/>
                <a:ea typeface="ヒラギノ角ゴ Pro W3"/>
                <a:cs typeface="Times New Roman" panose="02020603050405020304" pitchFamily="18" charset="0"/>
              </a:rPr>
              <a:t>[</a:t>
            </a:r>
            <a:r>
              <a:rPr lang="en-US" altLang="en-US" sz="2000" i="1" dirty="0">
                <a:solidFill>
                  <a:srgbClr val="000000"/>
                </a:solidFill>
                <a:latin typeface="Times New Roman" panose="02020603050405020304" pitchFamily="18" charset="0"/>
                <a:ea typeface="ヒラギノ角ゴ Pro W3"/>
                <a:cs typeface="Times New Roman" panose="02020603050405020304" pitchFamily="18" charset="0"/>
              </a:rPr>
              <a:t>n</a:t>
            </a:r>
            <a:r>
              <a:rPr lang="en-US" altLang="en-US" sz="2000" dirty="0">
                <a:solidFill>
                  <a:srgbClr val="000000"/>
                </a:solidFill>
                <a:latin typeface="Times New Roman" panose="02020603050405020304" pitchFamily="18" charset="0"/>
                <a:ea typeface="ヒラギノ角ゴ Pro W3"/>
                <a:cs typeface="Times New Roman" panose="02020603050405020304" pitchFamily="18" charset="0"/>
              </a:rPr>
              <a:t>] </a:t>
            </a:r>
            <a:r>
              <a:rPr lang="en-US" altLang="en-US" sz="2000" dirty="0">
                <a:solidFill>
                  <a:srgbClr val="000000"/>
                </a:solidFill>
                <a:latin typeface="+mn-lt"/>
                <a:ea typeface="ヒラギノ角ゴ Pro W3"/>
                <a:cs typeface="Times New Roman" panose="02020603050405020304" pitchFamily="18" charset="0"/>
              </a:rPr>
              <a:t>and delay of </a:t>
            </a:r>
            <a:r>
              <a:rPr lang="en-US" altLang="en-US" sz="2000" i="1" dirty="0">
                <a:solidFill>
                  <a:srgbClr val="000000"/>
                </a:solidFill>
                <a:latin typeface="Times New Roman" panose="02020603050405020304" pitchFamily="18" charset="0"/>
                <a:ea typeface="ヒラギノ角ゴ Pro W3"/>
                <a:cs typeface="Times New Roman" panose="02020603050405020304" pitchFamily="18" charset="0"/>
              </a:rPr>
              <a:t>D</a:t>
            </a:r>
            <a:r>
              <a:rPr lang="en-US" altLang="en-US" sz="2000" dirty="0">
                <a:solidFill>
                  <a:srgbClr val="000000"/>
                </a:solidFill>
                <a:latin typeface="+mn-lt"/>
                <a:ea typeface="ヒラギノ角ゴ Pro W3"/>
                <a:cs typeface="Times New Roman" panose="02020603050405020304" pitchFamily="18" charset="0"/>
              </a:rPr>
              <a:t>, output is just</a:t>
            </a:r>
            <a:endParaRPr lang="en-US" altLang="en-US" sz="2000" dirty="0">
              <a:latin typeface="+mn-lt"/>
              <a:ea typeface="Times New Roman" panose="02020603050405020304" pitchFamily="18" charset="0"/>
            </a:endParaRPr>
          </a:p>
          <a:p>
            <a:pPr>
              <a:lnSpc>
                <a:spcPct val="100000"/>
              </a:lnSpc>
              <a:spcBef>
                <a:spcPts val="600"/>
              </a:spcBef>
            </a:pPr>
            <a:r>
              <a:rPr lang="en-US" altLang="en-US" sz="2000" i="1" dirty="0">
                <a:solidFill>
                  <a:srgbClr val="000000"/>
                </a:solidFill>
                <a:latin typeface="Cambria Math" panose="02040503050406030204" pitchFamily="18" charset="0"/>
                <a:ea typeface="ヒラギノ角ゴ Pro W3"/>
                <a:cs typeface="Times New Roman" panose="02020603050405020304" pitchFamily="18" charset="0"/>
              </a:rPr>
              <a:t>y</a:t>
            </a:r>
            <a:r>
              <a:rPr lang="en-US" altLang="en-US" sz="2000" dirty="0">
                <a:solidFill>
                  <a:srgbClr val="000000"/>
                </a:solidFill>
                <a:latin typeface="Cambria Math" panose="02040503050406030204" pitchFamily="18" charset="0"/>
                <a:ea typeface="ヒラギノ角ゴ Pro W3"/>
                <a:cs typeface="Times New Roman" panose="02020603050405020304" pitchFamily="18" charset="0"/>
              </a:rPr>
              <a:t>[</a:t>
            </a:r>
            <a:r>
              <a:rPr lang="en-US" altLang="en-US" sz="2000" i="1" dirty="0">
                <a:solidFill>
                  <a:srgbClr val="000000"/>
                </a:solidFill>
                <a:latin typeface="Cambria Math" panose="02040503050406030204" pitchFamily="18" charset="0"/>
                <a:ea typeface="ヒラギノ角ゴ Pro W3"/>
                <a:cs typeface="Times New Roman" panose="02020603050405020304" pitchFamily="18" charset="0"/>
              </a:rPr>
              <a:t>n</a:t>
            </a:r>
            <a:r>
              <a:rPr lang="en-US" altLang="en-US" sz="2000" dirty="0">
                <a:solidFill>
                  <a:srgbClr val="000000"/>
                </a:solidFill>
                <a:latin typeface="Cambria Math" panose="02040503050406030204" pitchFamily="18" charset="0"/>
                <a:ea typeface="ヒラギノ角ゴ Pro W3"/>
                <a:cs typeface="Times New Roman" panose="02020603050405020304" pitchFamily="18" charset="0"/>
              </a:rPr>
              <a:t>]=</a:t>
            </a:r>
            <a:r>
              <a:rPr lang="en-US" altLang="en-US" sz="2000" i="1" dirty="0">
                <a:solidFill>
                  <a:srgbClr val="000000"/>
                </a:solidFill>
                <a:latin typeface="Cambria Math" panose="02040503050406030204" pitchFamily="18" charset="0"/>
                <a:ea typeface="ヒラギノ角ゴ Pro W3"/>
                <a:cs typeface="Times New Roman" panose="02020603050405020304" pitchFamily="18" charset="0"/>
              </a:rPr>
              <a:t>x</a:t>
            </a:r>
            <a:r>
              <a:rPr lang="en-US" altLang="en-US" sz="2000" dirty="0">
                <a:solidFill>
                  <a:srgbClr val="000000"/>
                </a:solidFill>
                <a:latin typeface="Cambria Math" panose="02040503050406030204" pitchFamily="18" charset="0"/>
                <a:ea typeface="ヒラギノ角ゴ Pro W3"/>
                <a:cs typeface="Times New Roman" panose="02020603050405020304" pitchFamily="18" charset="0"/>
              </a:rPr>
              <a:t>[</a:t>
            </a:r>
            <a:r>
              <a:rPr lang="en-US" altLang="en-US" sz="2000" i="1" dirty="0">
                <a:solidFill>
                  <a:srgbClr val="000000"/>
                </a:solidFill>
                <a:latin typeface="Cambria Math" panose="02040503050406030204" pitchFamily="18" charset="0"/>
                <a:ea typeface="ヒラギノ角ゴ Pro W3"/>
                <a:cs typeface="Times New Roman" panose="02020603050405020304" pitchFamily="18" charset="0"/>
              </a:rPr>
              <a:t>n</a:t>
            </a:r>
            <a:r>
              <a:rPr lang="en-US" altLang="en-US" sz="2000" dirty="0">
                <a:solidFill>
                  <a:srgbClr val="000000"/>
                </a:solidFill>
                <a:latin typeface="Cambria Math" panose="02040503050406030204" pitchFamily="18" charset="0"/>
                <a:ea typeface="ヒラギノ角ゴ Pro W3"/>
                <a:cs typeface="Times New Roman" panose="02020603050405020304" pitchFamily="18" charset="0"/>
              </a:rPr>
              <a:t>]+</a:t>
            </a:r>
            <a:r>
              <a:rPr lang="en-US" altLang="en-US" sz="2000" i="1" dirty="0">
                <a:solidFill>
                  <a:srgbClr val="000000"/>
                </a:solidFill>
                <a:latin typeface="Cambria Math" panose="02040503050406030204" pitchFamily="18" charset="0"/>
                <a:ea typeface="ヒラギノ角ゴ Pro W3"/>
                <a:cs typeface="Times New Roman" panose="02020603050405020304" pitchFamily="18" charset="0"/>
              </a:rPr>
              <a:t>x</a:t>
            </a:r>
            <a:r>
              <a:rPr lang="en-US" altLang="en-US" sz="2000" dirty="0">
                <a:solidFill>
                  <a:srgbClr val="000000"/>
                </a:solidFill>
                <a:latin typeface="Cambria Math" panose="02040503050406030204" pitchFamily="18" charset="0"/>
                <a:ea typeface="ヒラギノ角ゴ Pro W3"/>
                <a:cs typeface="Times New Roman" panose="02020603050405020304" pitchFamily="18" charset="0"/>
              </a:rPr>
              <a:t>[</a:t>
            </a:r>
            <a:r>
              <a:rPr lang="en-US" altLang="en-US" sz="2000" i="1" dirty="0">
                <a:solidFill>
                  <a:srgbClr val="000000"/>
                </a:solidFill>
                <a:latin typeface="Cambria Math" panose="02040503050406030204" pitchFamily="18" charset="0"/>
                <a:ea typeface="ヒラギノ角ゴ Pro W3"/>
                <a:cs typeface="Times New Roman" panose="02020603050405020304" pitchFamily="18" charset="0"/>
              </a:rPr>
              <a:t>n-D</a:t>
            </a:r>
            <a:r>
              <a:rPr lang="en-US" altLang="en-US" sz="2000" dirty="0">
                <a:solidFill>
                  <a:srgbClr val="000000"/>
                </a:solidFill>
                <a:latin typeface="Cambria Math" panose="02040503050406030204" pitchFamily="18" charset="0"/>
                <a:ea typeface="ヒラギノ角ゴ Pro W3"/>
                <a:cs typeface="Times New Roman" panose="02020603050405020304" pitchFamily="18" charset="0"/>
              </a:rPr>
              <a:t>]</a:t>
            </a:r>
            <a:endParaRPr lang="en-US" altLang="en-US" sz="2000" dirty="0">
              <a:solidFill>
                <a:srgbClr val="000000"/>
              </a:solidFill>
              <a:latin typeface="Times New Roman" panose="02020603050405020304" pitchFamily="18" charset="0"/>
              <a:ea typeface="ヒラギノ角ゴ Pro W3"/>
              <a:cs typeface="Times New Roman" panose="02020603050405020304" pitchFamily="18" charset="0"/>
            </a:endParaRPr>
          </a:p>
          <a:p>
            <a:pPr>
              <a:lnSpc>
                <a:spcPct val="100000"/>
              </a:lnSpc>
              <a:spcBef>
                <a:spcPts val="600"/>
              </a:spcBef>
            </a:pPr>
            <a:r>
              <a:rPr lang="en-US" altLang="en-US" sz="2000" dirty="0">
                <a:ea typeface="Times New Roman" panose="02020603050405020304" pitchFamily="18" charset="0"/>
              </a:rPr>
              <a:t>Magnitude response is </a:t>
            </a:r>
            <a:r>
              <a:rPr kumimoji="0" lang="en-US" alt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0 at </a:t>
            </a:r>
            <a:r>
              <a:rPr kumimoji="0" lang="en-US" altLang="en-US" sz="20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rPr>
              <a:t>f</a:t>
            </a:r>
            <a:r>
              <a:rPr kumimoji="0" lang="en-US" altLang="en-US" sz="2000" b="0"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rPr>
              <a:t>=1/(2</a:t>
            </a:r>
            <a:r>
              <a:rPr lang="en-US" altLang="en-US" sz="2000" i="1" dirty="0">
                <a:latin typeface="Cambria Math" panose="02040503050406030204" pitchFamily="18" charset="0"/>
                <a:ea typeface="Times New Roman" panose="02020603050405020304" pitchFamily="18" charset="0"/>
              </a:rPr>
              <a:t>D)</a:t>
            </a:r>
            <a:r>
              <a:rPr kumimoji="0" lang="en-US" altLang="en-US" sz="20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rPr>
              <a:t>, </a:t>
            </a:r>
            <a:r>
              <a:rPr kumimoji="0" lang="en-US" altLang="en-US" sz="2000" b="0"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rPr>
              <a:t>3 /(2</a:t>
            </a:r>
            <a:r>
              <a:rPr lang="en-US" altLang="en-US" sz="2000" i="1" dirty="0">
                <a:latin typeface="Cambria Math" panose="02040503050406030204" pitchFamily="18" charset="0"/>
                <a:ea typeface="Times New Roman" panose="02020603050405020304" pitchFamily="18" charset="0"/>
              </a:rPr>
              <a:t>D</a:t>
            </a:r>
            <a:r>
              <a:rPr lang="en-US" altLang="en-US" sz="2000" dirty="0">
                <a:latin typeface="Cambria Math" panose="02040503050406030204" pitchFamily="18" charset="0"/>
                <a:ea typeface="Times New Roman" panose="02020603050405020304" pitchFamily="18" charset="0"/>
              </a:rPr>
              <a:t>)</a:t>
            </a:r>
            <a:r>
              <a:rPr kumimoji="0" lang="en-US" altLang="en-US" sz="2000" b="0"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rPr>
              <a:t>, 5 /(2</a:t>
            </a:r>
            <a:r>
              <a:rPr lang="en-US" altLang="en-US" sz="2000" i="1" dirty="0">
                <a:latin typeface="Cambria Math" panose="02040503050406030204" pitchFamily="18" charset="0"/>
                <a:ea typeface="Times New Roman" panose="02020603050405020304" pitchFamily="18" charset="0"/>
              </a:rPr>
              <a:t>D</a:t>
            </a:r>
            <a:r>
              <a:rPr lang="en-US" altLang="en-US" sz="2000" dirty="0">
                <a:latin typeface="Cambria Math" panose="02040503050406030204" pitchFamily="18" charset="0"/>
                <a:ea typeface="Times New Roman" panose="02020603050405020304" pitchFamily="18" charset="0"/>
              </a:rPr>
              <a:t>),…</a:t>
            </a:r>
            <a:r>
              <a:rPr kumimoji="0" lang="en-US" altLang="en-US" sz="2000" b="0" i="1" u="none" strike="noStrike" cap="none" normalizeH="0" baseline="0" dirty="0">
                <a:ln>
                  <a:noFill/>
                </a:ln>
                <a:solidFill>
                  <a:schemeClr val="tx1"/>
                </a:solidFill>
                <a:effectLst/>
                <a:latin typeface="Cambria Math" panose="02040503050406030204" pitchFamily="18" charset="0"/>
                <a:ea typeface="Times New Roman" panose="02020603050405020304" pitchFamily="18" charset="0"/>
              </a:rPr>
              <a:t> </a:t>
            </a:r>
          </a:p>
          <a:p>
            <a:pPr lvl="1">
              <a:lnSpc>
                <a:spcPct val="100000"/>
              </a:lnSpc>
              <a:spcBef>
                <a:spcPts val="600"/>
              </a:spcBef>
            </a:pPr>
            <a:r>
              <a:rPr lang="en-US" altLang="en-US" sz="1600" dirty="0">
                <a:ea typeface="Times New Roman" panose="02020603050405020304" pitchFamily="18" charset="0"/>
              </a:rPr>
              <a:t>for </a:t>
            </a:r>
            <a:r>
              <a:rPr lang="en-US" altLang="en-US" sz="1600" i="1" dirty="0">
                <a:ea typeface="Times New Roman" panose="02020603050405020304" pitchFamily="18" charset="0"/>
              </a:rPr>
              <a:t>D</a:t>
            </a:r>
            <a:r>
              <a:rPr lang="en-US" altLang="en-US" sz="1600" dirty="0">
                <a:ea typeface="Times New Roman" panose="02020603050405020304" pitchFamily="18" charset="0"/>
              </a:rPr>
              <a:t> = 1 millisecond</a:t>
            </a:r>
            <a:endPar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lvl="1">
              <a:lnSpc>
                <a:spcPct val="100000"/>
              </a:lnSpc>
              <a:spcBef>
                <a:spcPts val="600"/>
              </a:spcBef>
            </a:pPr>
            <a:r>
              <a:rPr kumimoji="0" lang="en-US" altLang="en-US" sz="16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notches in the response occur at 500 Hz, 1500 Hz, 2500 Hz, …</a:t>
            </a:r>
          </a:p>
          <a:p>
            <a:pPr>
              <a:lnSpc>
                <a:spcPct val="100000"/>
              </a:lnSpc>
              <a:spcBef>
                <a:spcPts val="600"/>
              </a:spcBef>
            </a:pPr>
            <a:r>
              <a:rPr kumimoji="0" lang="en-US" alt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known as </a:t>
            </a:r>
            <a:r>
              <a:rPr kumimoji="0" lang="en-US" altLang="en-US" sz="20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comb</a:t>
            </a:r>
            <a:r>
              <a:rPr kumimoji="0" lang="en-US" alt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t>
            </a:r>
            <a:r>
              <a:rPr kumimoji="0" lang="en-US" altLang="en-US" sz="2000" b="0" i="1"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filter</a:t>
            </a:r>
            <a:r>
              <a:rPr kumimoji="0" lang="en-US" altLang="en-US" sz="20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since when plotted with linear frequency, notches resemble the teeth of a comb as used for your hair</a:t>
            </a:r>
            <a:r>
              <a:rPr kumimoji="0" lang="en-GB" altLang="en-US" sz="2000" b="0" i="0" u="none" strike="noStrike" cap="none" normalizeH="0" baseline="0" dirty="0">
                <a:ln>
                  <a:noFill/>
                </a:ln>
                <a:solidFill>
                  <a:schemeClr val="tx1"/>
                </a:solidFill>
                <a:effectLst/>
                <a:latin typeface="Arial" panose="020B0604020202020204" pitchFamily="34" charset="0"/>
              </a:rPr>
              <a:t> </a:t>
            </a:r>
          </a:p>
        </p:txBody>
      </p:sp>
      <p:graphicFrame>
        <p:nvGraphicFramePr>
          <p:cNvPr id="7" name="Chart 6">
            <a:extLst>
              <a:ext uri="{FF2B5EF4-FFF2-40B4-BE49-F238E27FC236}">
                <a16:creationId xmlns:a16="http://schemas.microsoft.com/office/drawing/2014/main" id="{C4A349D1-77F3-4594-A3EC-81452D88F128}"/>
              </a:ext>
            </a:extLst>
          </p:cNvPr>
          <p:cNvGraphicFramePr>
            <a:graphicFrameLocks noChangeAspect="1"/>
          </p:cNvGraphicFramePr>
          <p:nvPr>
            <p:extLst>
              <p:ext uri="{D42A27DB-BD31-4B8C-83A1-F6EECF244321}">
                <p14:modId xmlns:p14="http://schemas.microsoft.com/office/powerpoint/2010/main" val="2756166357"/>
              </p:ext>
            </p:extLst>
          </p:nvPr>
        </p:nvGraphicFramePr>
        <p:xfrm>
          <a:off x="6705601" y="1461675"/>
          <a:ext cx="5486399" cy="321390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56313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E6D2E-F6CF-4211-9752-AE0D9003735F}"/>
              </a:ext>
            </a:extLst>
          </p:cNvPr>
          <p:cNvSpPr>
            <a:spLocks noGrp="1"/>
          </p:cNvSpPr>
          <p:nvPr>
            <p:ph type="title"/>
          </p:nvPr>
        </p:nvSpPr>
        <p:spPr>
          <a:xfrm>
            <a:off x="143894" y="215713"/>
            <a:ext cx="10515600" cy="1325563"/>
          </a:xfrm>
        </p:spPr>
        <p:txBody>
          <a:bodyPr/>
          <a:lstStyle/>
          <a:p>
            <a:r>
              <a:rPr lang="en-GB" dirty="0"/>
              <a:t>Comb filter code</a:t>
            </a:r>
          </a:p>
        </p:txBody>
      </p:sp>
      <p:sp>
        <p:nvSpPr>
          <p:cNvPr id="4" name="Rectangle 2">
            <a:extLst>
              <a:ext uri="{FF2B5EF4-FFF2-40B4-BE49-F238E27FC236}">
                <a16:creationId xmlns:a16="http://schemas.microsoft.com/office/drawing/2014/main" id="{1C746C78-9F86-4177-B1C8-3840F7EDEA4E}"/>
              </a:ext>
            </a:extLst>
          </p:cNvPr>
          <p:cNvSpPr>
            <a:spLocks noChangeArrowheads="1"/>
          </p:cNvSpPr>
          <p:nvPr/>
        </p:nvSpPr>
        <p:spPr bwMode="auto">
          <a:xfrm>
            <a:off x="2986734" y="127740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Text Box 1">
            <a:extLst>
              <a:ext uri="{FF2B5EF4-FFF2-40B4-BE49-F238E27FC236}">
                <a16:creationId xmlns:a16="http://schemas.microsoft.com/office/drawing/2014/main" id="{FA22E265-C0CE-4E3A-81F3-D73D3E6363B2}"/>
              </a:ext>
            </a:extLst>
          </p:cNvPr>
          <p:cNvSpPr txBox="1">
            <a:spLocks noChangeArrowheads="1"/>
          </p:cNvSpPr>
          <p:nvPr/>
        </p:nvSpPr>
        <p:spPr bwMode="auto">
          <a:xfrm>
            <a:off x="3679370" y="1201275"/>
            <a:ext cx="8368735" cy="5264840"/>
          </a:xfrm>
          <a:prstGeom prst="rect">
            <a:avLst/>
          </a:prstGeom>
          <a:solidFill>
            <a:schemeClr val="tx1"/>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r>
              <a:rPr lang="en-GB" sz="2000" dirty="0">
                <a:solidFill>
                  <a:srgbClr val="F92672"/>
                </a:solidFill>
                <a:highlight>
                  <a:srgbClr val="000000"/>
                </a:highlight>
                <a:latin typeface="Monaco"/>
              </a:rPr>
              <a:t>&lt;button</a:t>
            </a:r>
            <a:r>
              <a:rPr lang="en-GB" sz="2000" dirty="0">
                <a:solidFill>
                  <a:srgbClr val="F8F8F2"/>
                </a:solidFill>
                <a:highlight>
                  <a:srgbClr val="000000"/>
                </a:highlight>
                <a:latin typeface="Monaco"/>
              </a:rPr>
              <a:t> </a:t>
            </a:r>
            <a:r>
              <a:rPr lang="en-GB" sz="2000" dirty="0">
                <a:solidFill>
                  <a:srgbClr val="A6E22E"/>
                </a:solidFill>
                <a:highlight>
                  <a:srgbClr val="000000"/>
                </a:highlight>
                <a:latin typeface="Monaco"/>
              </a:rPr>
              <a:t>onclick=</a:t>
            </a:r>
            <a:r>
              <a:rPr lang="en-GB" sz="2000" dirty="0">
                <a:solidFill>
                  <a:srgbClr val="E6DB74"/>
                </a:solidFill>
                <a:highlight>
                  <a:srgbClr val="000000"/>
                </a:highlight>
                <a:latin typeface="Monaco"/>
              </a:rPr>
              <a:t>'</a:t>
            </a:r>
            <a:r>
              <a:rPr lang="en-GB" sz="2000" dirty="0" err="1">
                <a:solidFill>
                  <a:srgbClr val="E6DB74"/>
                </a:solidFill>
                <a:highlight>
                  <a:srgbClr val="000000"/>
                </a:highlight>
                <a:latin typeface="Monaco"/>
              </a:rPr>
              <a:t>context.resume</a:t>
            </a:r>
            <a:r>
              <a:rPr lang="en-GB" sz="2000" dirty="0">
                <a:solidFill>
                  <a:srgbClr val="E6DB74"/>
                </a:solidFill>
                <a:highlight>
                  <a:srgbClr val="000000"/>
                </a:highlight>
                <a:latin typeface="Monaco"/>
              </a:rPr>
              <a:t>()'</a:t>
            </a:r>
            <a:r>
              <a:rPr lang="en-GB" sz="2000" dirty="0">
                <a:solidFill>
                  <a:srgbClr val="F92672"/>
                </a:solidFill>
                <a:highlight>
                  <a:srgbClr val="000000"/>
                </a:highlight>
                <a:latin typeface="Monaco"/>
              </a:rPr>
              <a:t>&gt;</a:t>
            </a:r>
            <a:r>
              <a:rPr lang="en-GB" sz="2000" dirty="0">
                <a:solidFill>
                  <a:srgbClr val="F8F8F2"/>
                </a:solidFill>
                <a:highlight>
                  <a:srgbClr val="000000"/>
                </a:highlight>
                <a:latin typeface="Monaco"/>
              </a:rPr>
              <a:t>Play</a:t>
            </a:r>
            <a:r>
              <a:rPr lang="en-GB" sz="2000" dirty="0">
                <a:solidFill>
                  <a:srgbClr val="F92672"/>
                </a:solidFill>
                <a:highlight>
                  <a:srgbClr val="000000"/>
                </a:highlight>
                <a:latin typeface="Monaco"/>
              </a:rPr>
              <a:t>&lt;/button&gt;</a:t>
            </a:r>
            <a:endParaRPr lang="en-GB" sz="2000" dirty="0">
              <a:solidFill>
                <a:srgbClr val="F8F8F2"/>
              </a:solidFill>
              <a:highlight>
                <a:srgbClr val="000000"/>
              </a:highlight>
              <a:latin typeface="Monaco"/>
            </a:endParaRPr>
          </a:p>
          <a:p>
            <a:r>
              <a:rPr lang="en-GB" sz="2000" dirty="0">
                <a:solidFill>
                  <a:srgbClr val="F92672"/>
                </a:solidFill>
                <a:highlight>
                  <a:srgbClr val="000000"/>
                </a:highlight>
                <a:latin typeface="Monaco"/>
              </a:rPr>
              <a:t>&lt;p&gt;</a:t>
            </a:r>
            <a:r>
              <a:rPr lang="en-GB" sz="2000" dirty="0">
                <a:solidFill>
                  <a:srgbClr val="F8F8F2"/>
                </a:solidFill>
                <a:highlight>
                  <a:srgbClr val="000000"/>
                </a:highlight>
                <a:latin typeface="Monaco"/>
              </a:rPr>
              <a:t>Frequency</a:t>
            </a:r>
            <a:r>
              <a:rPr lang="en-GB" sz="2000" dirty="0">
                <a:solidFill>
                  <a:srgbClr val="F92672"/>
                </a:solidFill>
                <a:highlight>
                  <a:srgbClr val="000000"/>
                </a:highlight>
                <a:latin typeface="Monaco"/>
              </a:rPr>
              <a:t>&lt;/p&gt;</a:t>
            </a:r>
            <a:endParaRPr lang="en-GB" sz="2000" dirty="0">
              <a:solidFill>
                <a:srgbClr val="F8F8F2"/>
              </a:solidFill>
              <a:highlight>
                <a:srgbClr val="000000"/>
              </a:highlight>
              <a:latin typeface="Monaco"/>
            </a:endParaRPr>
          </a:p>
          <a:p>
            <a:r>
              <a:rPr lang="en-GB" sz="2000" dirty="0">
                <a:solidFill>
                  <a:srgbClr val="F92672"/>
                </a:solidFill>
                <a:highlight>
                  <a:srgbClr val="000000"/>
                </a:highlight>
                <a:latin typeface="Monaco"/>
              </a:rPr>
              <a:t>&lt;input</a:t>
            </a:r>
            <a:r>
              <a:rPr lang="en-GB" sz="2000" dirty="0">
                <a:solidFill>
                  <a:srgbClr val="F8F8F2"/>
                </a:solidFill>
                <a:highlight>
                  <a:srgbClr val="000000"/>
                </a:highlight>
                <a:latin typeface="Monaco"/>
              </a:rPr>
              <a:t> </a:t>
            </a:r>
            <a:r>
              <a:rPr lang="en-GB" sz="2000" dirty="0">
                <a:solidFill>
                  <a:srgbClr val="A6E22E"/>
                </a:solidFill>
                <a:highlight>
                  <a:srgbClr val="000000"/>
                </a:highlight>
                <a:latin typeface="Monaco"/>
              </a:rPr>
              <a:t>type=</a:t>
            </a:r>
            <a:r>
              <a:rPr lang="en-GB" sz="2000" dirty="0">
                <a:solidFill>
                  <a:srgbClr val="E6DB74"/>
                </a:solidFill>
                <a:highlight>
                  <a:srgbClr val="000000"/>
                </a:highlight>
                <a:latin typeface="Monaco"/>
              </a:rPr>
              <a:t>'number'</a:t>
            </a:r>
            <a:r>
              <a:rPr lang="en-GB" sz="2000" dirty="0">
                <a:solidFill>
                  <a:srgbClr val="F8F8F2"/>
                </a:solidFill>
                <a:highlight>
                  <a:srgbClr val="000000"/>
                </a:highlight>
                <a:latin typeface="Monaco"/>
              </a:rPr>
              <a:t> </a:t>
            </a:r>
            <a:r>
              <a:rPr lang="en-GB" sz="2000" dirty="0">
                <a:solidFill>
                  <a:srgbClr val="A6E22E"/>
                </a:solidFill>
                <a:highlight>
                  <a:srgbClr val="000000"/>
                </a:highlight>
                <a:latin typeface="Monaco"/>
              </a:rPr>
              <a:t>id=</a:t>
            </a:r>
            <a:r>
              <a:rPr lang="en-GB" sz="2000" dirty="0">
                <a:solidFill>
                  <a:srgbClr val="E6DB74"/>
                </a:solidFill>
                <a:highlight>
                  <a:srgbClr val="000000"/>
                </a:highlight>
                <a:latin typeface="Monaco"/>
              </a:rPr>
              <a:t>'Frequency'</a:t>
            </a:r>
            <a:r>
              <a:rPr lang="en-GB" sz="2000" dirty="0">
                <a:solidFill>
                  <a:srgbClr val="F8F8F2"/>
                </a:solidFill>
                <a:highlight>
                  <a:srgbClr val="000000"/>
                </a:highlight>
                <a:latin typeface="Monaco"/>
              </a:rPr>
              <a:t> </a:t>
            </a:r>
            <a:r>
              <a:rPr lang="en-GB" sz="2000" dirty="0">
                <a:solidFill>
                  <a:srgbClr val="A6E22E"/>
                </a:solidFill>
                <a:highlight>
                  <a:srgbClr val="000000"/>
                </a:highlight>
                <a:latin typeface="Monaco"/>
              </a:rPr>
              <a:t>min=</a:t>
            </a:r>
            <a:r>
              <a:rPr lang="en-GB" sz="2000" dirty="0">
                <a:solidFill>
                  <a:srgbClr val="E6DB74"/>
                </a:solidFill>
                <a:highlight>
                  <a:srgbClr val="000000"/>
                </a:highlight>
                <a:latin typeface="Monaco"/>
              </a:rPr>
              <a:t>50</a:t>
            </a:r>
            <a:r>
              <a:rPr lang="en-GB" sz="2000" dirty="0">
                <a:solidFill>
                  <a:srgbClr val="F8F8F2"/>
                </a:solidFill>
                <a:highlight>
                  <a:srgbClr val="000000"/>
                </a:highlight>
                <a:latin typeface="Monaco"/>
              </a:rPr>
              <a:t> </a:t>
            </a:r>
            <a:r>
              <a:rPr lang="en-GB" sz="2000" dirty="0">
                <a:solidFill>
                  <a:srgbClr val="A6E22E"/>
                </a:solidFill>
                <a:highlight>
                  <a:srgbClr val="000000"/>
                </a:highlight>
                <a:latin typeface="Monaco"/>
              </a:rPr>
              <a:t>max=</a:t>
            </a:r>
            <a:r>
              <a:rPr lang="en-GB" sz="2000" dirty="0">
                <a:solidFill>
                  <a:srgbClr val="E6DB74"/>
                </a:solidFill>
                <a:highlight>
                  <a:srgbClr val="000000"/>
                </a:highlight>
                <a:latin typeface="Monaco"/>
              </a:rPr>
              <a:t>4000</a:t>
            </a:r>
            <a:r>
              <a:rPr lang="en-GB" sz="2000" dirty="0">
                <a:solidFill>
                  <a:srgbClr val="F8F8F2"/>
                </a:solidFill>
                <a:highlight>
                  <a:srgbClr val="000000"/>
                </a:highlight>
                <a:latin typeface="Monaco"/>
              </a:rPr>
              <a:t> </a:t>
            </a:r>
            <a:r>
              <a:rPr lang="en-GB" sz="2000" dirty="0">
                <a:solidFill>
                  <a:srgbClr val="A6E22E"/>
                </a:solidFill>
                <a:highlight>
                  <a:srgbClr val="000000"/>
                </a:highlight>
                <a:latin typeface="Monaco"/>
              </a:rPr>
              <a:t>value=</a:t>
            </a:r>
            <a:r>
              <a:rPr lang="en-GB" sz="2000" dirty="0">
                <a:solidFill>
                  <a:srgbClr val="E6DB74"/>
                </a:solidFill>
                <a:highlight>
                  <a:srgbClr val="000000"/>
                </a:highlight>
                <a:latin typeface="Monaco"/>
              </a:rPr>
              <a:t>440</a:t>
            </a:r>
            <a:r>
              <a:rPr lang="en-GB" sz="2000" dirty="0">
                <a:solidFill>
                  <a:srgbClr val="F8F8F2"/>
                </a:solidFill>
                <a:highlight>
                  <a:srgbClr val="000000"/>
                </a:highlight>
                <a:latin typeface="Monaco"/>
              </a:rPr>
              <a:t> </a:t>
            </a:r>
            <a:r>
              <a:rPr lang="en-GB" sz="2000" dirty="0">
                <a:solidFill>
                  <a:srgbClr val="A6E22E"/>
                </a:solidFill>
                <a:highlight>
                  <a:srgbClr val="000000"/>
                </a:highlight>
                <a:latin typeface="Monaco"/>
              </a:rPr>
              <a:t>step=</a:t>
            </a:r>
            <a:r>
              <a:rPr lang="en-GB" sz="2000" dirty="0">
                <a:solidFill>
                  <a:srgbClr val="E6DB74"/>
                </a:solidFill>
                <a:highlight>
                  <a:srgbClr val="000000"/>
                </a:highlight>
                <a:latin typeface="Monaco"/>
              </a:rPr>
              <a:t>'any'</a:t>
            </a:r>
            <a:r>
              <a:rPr lang="en-GB" sz="2000" dirty="0">
                <a:solidFill>
                  <a:srgbClr val="F92672"/>
                </a:solidFill>
                <a:highlight>
                  <a:srgbClr val="000000"/>
                </a:highlight>
                <a:latin typeface="Monaco"/>
              </a:rPr>
              <a:t>&gt;</a:t>
            </a:r>
            <a:endParaRPr lang="en-GB" sz="2000" dirty="0">
              <a:solidFill>
                <a:srgbClr val="F8F8F2"/>
              </a:solidFill>
              <a:highlight>
                <a:srgbClr val="000000"/>
              </a:highlight>
              <a:latin typeface="Monaco"/>
            </a:endParaRPr>
          </a:p>
          <a:p>
            <a:r>
              <a:rPr lang="en-GB" sz="2000" dirty="0">
                <a:solidFill>
                  <a:srgbClr val="F92672"/>
                </a:solidFill>
                <a:highlight>
                  <a:srgbClr val="000000"/>
                </a:highlight>
                <a:latin typeface="Monaco"/>
              </a:rPr>
              <a:t>&lt;p&gt;</a:t>
            </a:r>
            <a:r>
              <a:rPr lang="en-GB" sz="2000" dirty="0">
                <a:solidFill>
                  <a:srgbClr val="F8F8F2"/>
                </a:solidFill>
                <a:highlight>
                  <a:srgbClr val="000000"/>
                </a:highlight>
                <a:latin typeface="Monaco"/>
              </a:rPr>
              <a:t>Delay</a:t>
            </a:r>
            <a:r>
              <a:rPr lang="en-GB" sz="2000" dirty="0">
                <a:solidFill>
                  <a:srgbClr val="F92672"/>
                </a:solidFill>
                <a:highlight>
                  <a:srgbClr val="000000"/>
                </a:highlight>
                <a:latin typeface="Monaco"/>
              </a:rPr>
              <a:t>&lt;/p&gt;</a:t>
            </a:r>
            <a:endParaRPr lang="en-GB" sz="2000" dirty="0">
              <a:solidFill>
                <a:srgbClr val="F8F8F2"/>
              </a:solidFill>
              <a:highlight>
                <a:srgbClr val="000000"/>
              </a:highlight>
              <a:latin typeface="Monaco"/>
            </a:endParaRPr>
          </a:p>
          <a:p>
            <a:r>
              <a:rPr lang="en-GB" sz="2000" dirty="0">
                <a:solidFill>
                  <a:srgbClr val="F92672"/>
                </a:solidFill>
                <a:highlight>
                  <a:srgbClr val="000000"/>
                </a:highlight>
                <a:latin typeface="Monaco"/>
              </a:rPr>
              <a:t>&lt;input</a:t>
            </a:r>
            <a:r>
              <a:rPr lang="en-GB" sz="2000" dirty="0">
                <a:solidFill>
                  <a:srgbClr val="F8F8F2"/>
                </a:solidFill>
                <a:highlight>
                  <a:srgbClr val="000000"/>
                </a:highlight>
                <a:latin typeface="Monaco"/>
              </a:rPr>
              <a:t> </a:t>
            </a:r>
            <a:r>
              <a:rPr lang="en-GB" sz="2000" dirty="0">
                <a:solidFill>
                  <a:srgbClr val="A6E22E"/>
                </a:solidFill>
                <a:highlight>
                  <a:srgbClr val="000000"/>
                </a:highlight>
                <a:latin typeface="Monaco"/>
              </a:rPr>
              <a:t>type=</a:t>
            </a:r>
            <a:r>
              <a:rPr lang="en-GB" sz="2000" dirty="0">
                <a:solidFill>
                  <a:srgbClr val="E6DB74"/>
                </a:solidFill>
                <a:highlight>
                  <a:srgbClr val="000000"/>
                </a:highlight>
                <a:latin typeface="Monaco"/>
              </a:rPr>
              <a:t>'number'</a:t>
            </a:r>
            <a:r>
              <a:rPr lang="en-GB" sz="2000" dirty="0">
                <a:solidFill>
                  <a:srgbClr val="F8F8F2"/>
                </a:solidFill>
                <a:highlight>
                  <a:srgbClr val="000000"/>
                </a:highlight>
                <a:latin typeface="Monaco"/>
              </a:rPr>
              <a:t> </a:t>
            </a:r>
            <a:r>
              <a:rPr lang="en-GB" sz="2000" dirty="0">
                <a:solidFill>
                  <a:srgbClr val="A6E22E"/>
                </a:solidFill>
                <a:highlight>
                  <a:srgbClr val="000000"/>
                </a:highlight>
                <a:latin typeface="Monaco"/>
              </a:rPr>
              <a:t>id=</a:t>
            </a:r>
            <a:r>
              <a:rPr lang="en-GB" sz="2000" dirty="0">
                <a:solidFill>
                  <a:srgbClr val="E6DB74"/>
                </a:solidFill>
                <a:highlight>
                  <a:srgbClr val="000000"/>
                </a:highlight>
                <a:latin typeface="Monaco"/>
              </a:rPr>
              <a:t>'Delay'</a:t>
            </a:r>
            <a:r>
              <a:rPr lang="en-GB" sz="2000" dirty="0">
                <a:solidFill>
                  <a:srgbClr val="F8F8F2"/>
                </a:solidFill>
                <a:highlight>
                  <a:srgbClr val="000000"/>
                </a:highlight>
                <a:latin typeface="Monaco"/>
              </a:rPr>
              <a:t> </a:t>
            </a:r>
            <a:r>
              <a:rPr lang="en-GB" sz="2000" dirty="0">
                <a:solidFill>
                  <a:srgbClr val="A6E22E"/>
                </a:solidFill>
                <a:highlight>
                  <a:srgbClr val="000000"/>
                </a:highlight>
                <a:latin typeface="Monaco"/>
              </a:rPr>
              <a:t>min=</a:t>
            </a:r>
            <a:r>
              <a:rPr lang="en-GB" sz="2000" dirty="0">
                <a:solidFill>
                  <a:srgbClr val="E6DB74"/>
                </a:solidFill>
                <a:highlight>
                  <a:srgbClr val="000000"/>
                </a:highlight>
                <a:latin typeface="Monaco"/>
              </a:rPr>
              <a:t>0.001</a:t>
            </a:r>
            <a:r>
              <a:rPr lang="en-GB" sz="2000" dirty="0">
                <a:solidFill>
                  <a:srgbClr val="F8F8F2"/>
                </a:solidFill>
                <a:highlight>
                  <a:srgbClr val="000000"/>
                </a:highlight>
                <a:latin typeface="Monaco"/>
              </a:rPr>
              <a:t> </a:t>
            </a:r>
            <a:r>
              <a:rPr lang="en-GB" sz="2000" dirty="0">
                <a:solidFill>
                  <a:srgbClr val="A6E22E"/>
                </a:solidFill>
                <a:highlight>
                  <a:srgbClr val="000000"/>
                </a:highlight>
                <a:latin typeface="Monaco"/>
              </a:rPr>
              <a:t>max=</a:t>
            </a:r>
            <a:r>
              <a:rPr lang="en-GB" sz="2000" dirty="0">
                <a:solidFill>
                  <a:srgbClr val="E6DB74"/>
                </a:solidFill>
                <a:highlight>
                  <a:srgbClr val="000000"/>
                </a:highlight>
                <a:latin typeface="Monaco"/>
              </a:rPr>
              <a:t>0.01</a:t>
            </a:r>
            <a:r>
              <a:rPr lang="en-GB" sz="2000" dirty="0">
                <a:solidFill>
                  <a:srgbClr val="F8F8F2"/>
                </a:solidFill>
                <a:highlight>
                  <a:srgbClr val="000000"/>
                </a:highlight>
                <a:latin typeface="Monaco"/>
              </a:rPr>
              <a:t> </a:t>
            </a:r>
            <a:r>
              <a:rPr lang="en-GB" sz="2000" dirty="0">
                <a:solidFill>
                  <a:srgbClr val="A6E22E"/>
                </a:solidFill>
                <a:highlight>
                  <a:srgbClr val="000000"/>
                </a:highlight>
                <a:latin typeface="Monaco"/>
              </a:rPr>
              <a:t>value=</a:t>
            </a:r>
            <a:r>
              <a:rPr lang="en-GB" sz="2000" dirty="0">
                <a:solidFill>
                  <a:srgbClr val="E6DB74"/>
                </a:solidFill>
                <a:highlight>
                  <a:srgbClr val="000000"/>
                </a:highlight>
                <a:latin typeface="Monaco"/>
              </a:rPr>
              <a:t>0.005</a:t>
            </a:r>
            <a:r>
              <a:rPr lang="en-GB" sz="2000" dirty="0">
                <a:solidFill>
                  <a:srgbClr val="F8F8F2"/>
                </a:solidFill>
                <a:highlight>
                  <a:srgbClr val="000000"/>
                </a:highlight>
                <a:latin typeface="Monaco"/>
              </a:rPr>
              <a:t> </a:t>
            </a:r>
            <a:r>
              <a:rPr lang="en-GB" sz="2000" dirty="0">
                <a:solidFill>
                  <a:srgbClr val="A6E22E"/>
                </a:solidFill>
                <a:highlight>
                  <a:srgbClr val="000000"/>
                </a:highlight>
                <a:latin typeface="Monaco"/>
              </a:rPr>
              <a:t>step=</a:t>
            </a:r>
            <a:r>
              <a:rPr lang="en-GB" sz="2000" dirty="0">
                <a:solidFill>
                  <a:srgbClr val="E6DB74"/>
                </a:solidFill>
                <a:highlight>
                  <a:srgbClr val="000000"/>
                </a:highlight>
                <a:latin typeface="Monaco"/>
              </a:rPr>
              <a:t>0.001</a:t>
            </a:r>
            <a:r>
              <a:rPr lang="en-GB" sz="2000" dirty="0">
                <a:solidFill>
                  <a:srgbClr val="F92672"/>
                </a:solidFill>
                <a:highlight>
                  <a:srgbClr val="000000"/>
                </a:highlight>
                <a:latin typeface="Monaco"/>
              </a:rPr>
              <a:t>&gt;</a:t>
            </a:r>
            <a:endParaRPr lang="en-GB" sz="2000" dirty="0">
              <a:solidFill>
                <a:srgbClr val="F8F8F2"/>
              </a:solidFill>
              <a:highlight>
                <a:srgbClr val="000000"/>
              </a:highlight>
              <a:latin typeface="Monaco"/>
            </a:endParaRPr>
          </a:p>
          <a:p>
            <a:r>
              <a:rPr lang="en-GB" sz="2000" dirty="0">
                <a:solidFill>
                  <a:srgbClr val="F92672"/>
                </a:solidFill>
                <a:highlight>
                  <a:srgbClr val="000000"/>
                </a:highlight>
                <a:latin typeface="Monaco"/>
              </a:rPr>
              <a:t>&lt;script&gt;</a:t>
            </a:r>
            <a:endParaRPr lang="en-GB" sz="2000" dirty="0">
              <a:solidFill>
                <a:srgbClr val="F8F8F2"/>
              </a:solidFill>
              <a:highlight>
                <a:srgbClr val="000000"/>
              </a:highlight>
              <a:latin typeface="Monaco"/>
            </a:endParaRPr>
          </a:p>
          <a:p>
            <a:r>
              <a:rPr lang="en-GB" sz="2000" dirty="0">
                <a:solidFill>
                  <a:srgbClr val="F8F8F2"/>
                </a:solidFill>
                <a:highlight>
                  <a:srgbClr val="000000"/>
                </a:highlight>
                <a:latin typeface="Monaco"/>
              </a:rPr>
              <a:t>  </a:t>
            </a:r>
            <a:r>
              <a:rPr lang="en-GB" sz="2000" dirty="0">
                <a:solidFill>
                  <a:srgbClr val="66D9EF"/>
                </a:solidFill>
                <a:highlight>
                  <a:srgbClr val="000000"/>
                </a:highlight>
                <a:latin typeface="Monaco"/>
              </a:rPr>
              <a:t>var</a:t>
            </a:r>
            <a:r>
              <a:rPr lang="en-GB" sz="2000" dirty="0">
                <a:solidFill>
                  <a:srgbClr val="F8F8F2"/>
                </a:solidFill>
                <a:highlight>
                  <a:srgbClr val="000000"/>
                </a:highlight>
                <a:latin typeface="Monaco"/>
              </a:rPr>
              <a:t> </a:t>
            </a:r>
            <a:r>
              <a:rPr lang="en-GB" sz="2000" dirty="0">
                <a:solidFill>
                  <a:srgbClr val="A6E22E"/>
                </a:solidFill>
                <a:highlight>
                  <a:srgbClr val="000000"/>
                </a:highlight>
                <a:latin typeface="Monaco"/>
              </a:rPr>
              <a:t>context</a:t>
            </a:r>
            <a:r>
              <a:rPr lang="en-GB" sz="2000" dirty="0">
                <a:solidFill>
                  <a:srgbClr val="F8F8F2"/>
                </a:solidFill>
                <a:highlight>
                  <a:srgbClr val="000000"/>
                </a:highlight>
                <a:latin typeface="Monaco"/>
              </a:rPr>
              <a:t> </a:t>
            </a:r>
            <a:r>
              <a:rPr lang="en-GB" sz="2000" dirty="0">
                <a:solidFill>
                  <a:srgbClr val="F92672"/>
                </a:solidFill>
                <a:highlight>
                  <a:srgbClr val="000000"/>
                </a:highlight>
                <a:latin typeface="Monaco"/>
              </a:rPr>
              <a:t>=</a:t>
            </a:r>
            <a:r>
              <a:rPr lang="en-GB" sz="2000" dirty="0">
                <a:solidFill>
                  <a:srgbClr val="F8F8F2"/>
                </a:solidFill>
                <a:highlight>
                  <a:srgbClr val="000000"/>
                </a:highlight>
                <a:latin typeface="Monaco"/>
              </a:rPr>
              <a:t> </a:t>
            </a:r>
            <a:r>
              <a:rPr lang="en-GB" sz="2000" dirty="0">
                <a:solidFill>
                  <a:srgbClr val="66D9EF"/>
                </a:solidFill>
                <a:highlight>
                  <a:srgbClr val="000000"/>
                </a:highlight>
                <a:latin typeface="Monaco"/>
              </a:rPr>
              <a:t>new</a:t>
            </a:r>
            <a:r>
              <a:rPr lang="en-GB" sz="2000" dirty="0">
                <a:solidFill>
                  <a:srgbClr val="F8F8F2"/>
                </a:solidFill>
                <a:highlight>
                  <a:srgbClr val="000000"/>
                </a:highlight>
                <a:latin typeface="Monaco"/>
              </a:rPr>
              <a:t> </a:t>
            </a:r>
            <a:r>
              <a:rPr lang="en-GB" sz="2000" dirty="0" err="1">
                <a:solidFill>
                  <a:srgbClr val="A6E22E"/>
                </a:solidFill>
                <a:highlight>
                  <a:srgbClr val="000000"/>
                </a:highlight>
                <a:latin typeface="Monaco"/>
              </a:rPr>
              <a:t>AudioContext</a:t>
            </a:r>
            <a:r>
              <a:rPr lang="en-GB" sz="2000" dirty="0">
                <a:solidFill>
                  <a:srgbClr val="F8F8F2"/>
                </a:solidFill>
                <a:highlight>
                  <a:srgbClr val="000000"/>
                </a:highlight>
                <a:latin typeface="Monaco"/>
              </a:rPr>
              <a:t>()</a:t>
            </a:r>
          </a:p>
          <a:p>
            <a:pPr>
              <a:spcBef>
                <a:spcPts val="300"/>
              </a:spcBef>
              <a:spcAft>
                <a:spcPts val="300"/>
              </a:spcAft>
            </a:pPr>
            <a:r>
              <a:rPr lang="en-GB" sz="2000" dirty="0">
                <a:solidFill>
                  <a:srgbClr val="F8F8F2"/>
                </a:solidFill>
                <a:highlight>
                  <a:srgbClr val="000000"/>
                </a:highlight>
                <a:latin typeface="Monaco"/>
              </a:rPr>
              <a:t>  </a:t>
            </a:r>
            <a:r>
              <a:rPr lang="en-GB" sz="2000" dirty="0">
                <a:solidFill>
                  <a:srgbClr val="66D9EF"/>
                </a:solidFill>
                <a:highlight>
                  <a:srgbClr val="000000"/>
                </a:highlight>
                <a:latin typeface="Monaco"/>
              </a:rPr>
              <a:t>let</a:t>
            </a:r>
            <a:r>
              <a:rPr lang="en-GB" sz="2000" dirty="0">
                <a:solidFill>
                  <a:srgbClr val="F8F8F2"/>
                </a:solidFill>
                <a:highlight>
                  <a:srgbClr val="000000"/>
                </a:highlight>
                <a:latin typeface="Monaco"/>
              </a:rPr>
              <a:t> </a:t>
            </a:r>
            <a:r>
              <a:rPr lang="en-GB" sz="2000" dirty="0">
                <a:solidFill>
                  <a:srgbClr val="A6E22E"/>
                </a:solidFill>
                <a:highlight>
                  <a:srgbClr val="000000"/>
                </a:highlight>
                <a:latin typeface="Monaco"/>
              </a:rPr>
              <a:t>tone</a:t>
            </a:r>
            <a:r>
              <a:rPr lang="en-GB" sz="2000" dirty="0">
                <a:solidFill>
                  <a:srgbClr val="F8F8F2"/>
                </a:solidFill>
                <a:highlight>
                  <a:srgbClr val="000000"/>
                </a:highlight>
                <a:latin typeface="Monaco"/>
              </a:rPr>
              <a:t> </a:t>
            </a:r>
            <a:r>
              <a:rPr lang="en-GB" sz="2000" dirty="0">
                <a:solidFill>
                  <a:srgbClr val="F92672"/>
                </a:solidFill>
                <a:highlight>
                  <a:srgbClr val="000000"/>
                </a:highlight>
                <a:latin typeface="Monaco"/>
              </a:rPr>
              <a:t>=</a:t>
            </a:r>
            <a:r>
              <a:rPr lang="en-GB" sz="2000" dirty="0">
                <a:solidFill>
                  <a:srgbClr val="F8F8F2"/>
                </a:solidFill>
                <a:highlight>
                  <a:srgbClr val="000000"/>
                </a:highlight>
                <a:latin typeface="Monaco"/>
              </a:rPr>
              <a:t> </a:t>
            </a:r>
            <a:r>
              <a:rPr lang="en-GB" sz="2000" dirty="0">
                <a:solidFill>
                  <a:srgbClr val="66D9EF"/>
                </a:solidFill>
                <a:highlight>
                  <a:srgbClr val="000000"/>
                </a:highlight>
                <a:latin typeface="Monaco"/>
              </a:rPr>
              <a:t>new</a:t>
            </a:r>
            <a:r>
              <a:rPr lang="en-GB" sz="2000" dirty="0">
                <a:solidFill>
                  <a:srgbClr val="F8F8F2"/>
                </a:solidFill>
                <a:highlight>
                  <a:srgbClr val="000000"/>
                </a:highlight>
                <a:latin typeface="Monaco"/>
              </a:rPr>
              <a:t> </a:t>
            </a:r>
            <a:r>
              <a:rPr lang="en-GB" sz="2000" dirty="0" err="1">
                <a:solidFill>
                  <a:srgbClr val="A6E22E"/>
                </a:solidFill>
                <a:highlight>
                  <a:srgbClr val="000000"/>
                </a:highlight>
                <a:latin typeface="Monaco"/>
              </a:rPr>
              <a:t>OscillatorNode</a:t>
            </a:r>
            <a:r>
              <a:rPr lang="en-GB" sz="2000" dirty="0">
                <a:solidFill>
                  <a:srgbClr val="F8F8F2"/>
                </a:solidFill>
                <a:highlight>
                  <a:srgbClr val="000000"/>
                </a:highlight>
                <a:latin typeface="Monaco"/>
              </a:rPr>
              <a:t>(</a:t>
            </a:r>
            <a:r>
              <a:rPr lang="en-GB" sz="2000" dirty="0">
                <a:solidFill>
                  <a:srgbClr val="A6E22E"/>
                </a:solidFill>
                <a:highlight>
                  <a:srgbClr val="000000"/>
                </a:highlight>
                <a:latin typeface="Monaco"/>
              </a:rPr>
              <a:t>context</a:t>
            </a:r>
            <a:r>
              <a:rPr lang="en-GB" sz="2000" dirty="0">
                <a:solidFill>
                  <a:srgbClr val="F8F8F2"/>
                </a:solidFill>
                <a:highlight>
                  <a:srgbClr val="000000"/>
                </a:highlight>
                <a:latin typeface="Monaco"/>
              </a:rPr>
              <a:t>,{</a:t>
            </a:r>
            <a:r>
              <a:rPr lang="en-GB" sz="2000" dirty="0">
                <a:solidFill>
                  <a:srgbClr val="A6E22E"/>
                </a:solidFill>
                <a:highlight>
                  <a:srgbClr val="000000"/>
                </a:highlight>
                <a:latin typeface="Monaco"/>
              </a:rPr>
              <a:t>frequency</a:t>
            </a:r>
            <a:r>
              <a:rPr lang="en-GB" sz="2000" dirty="0">
                <a:solidFill>
                  <a:srgbClr val="F92672"/>
                </a:solidFill>
                <a:highlight>
                  <a:srgbClr val="000000"/>
                </a:highlight>
                <a:latin typeface="Monaco"/>
              </a:rPr>
              <a:t>:</a:t>
            </a:r>
            <a:r>
              <a:rPr lang="en-GB" sz="2000" dirty="0">
                <a:solidFill>
                  <a:srgbClr val="AE81FF"/>
                </a:solidFill>
                <a:highlight>
                  <a:srgbClr val="000000"/>
                </a:highlight>
                <a:latin typeface="Monaco"/>
              </a:rPr>
              <a:t>440</a:t>
            </a:r>
            <a:r>
              <a:rPr lang="en-GB" sz="2000" dirty="0">
                <a:solidFill>
                  <a:srgbClr val="F8F8F2"/>
                </a:solidFill>
                <a:highlight>
                  <a:srgbClr val="000000"/>
                </a:highlight>
                <a:latin typeface="Monaco"/>
              </a:rPr>
              <a:t>})</a:t>
            </a:r>
          </a:p>
          <a:p>
            <a:pPr>
              <a:spcAft>
                <a:spcPts val="200"/>
              </a:spcAft>
            </a:pPr>
            <a:r>
              <a:rPr lang="en-GB" sz="2000" dirty="0">
                <a:solidFill>
                  <a:srgbClr val="F8F8F2"/>
                </a:solidFill>
                <a:highlight>
                  <a:srgbClr val="000000"/>
                </a:highlight>
                <a:latin typeface="Monaco"/>
              </a:rPr>
              <a:t>  </a:t>
            </a:r>
            <a:r>
              <a:rPr lang="en-GB" sz="2000" dirty="0">
                <a:solidFill>
                  <a:srgbClr val="66D9EF"/>
                </a:solidFill>
                <a:highlight>
                  <a:srgbClr val="000000"/>
                </a:highlight>
                <a:latin typeface="Monaco"/>
              </a:rPr>
              <a:t>let</a:t>
            </a:r>
            <a:r>
              <a:rPr lang="en-GB" sz="2000" dirty="0">
                <a:solidFill>
                  <a:srgbClr val="F8F8F2"/>
                </a:solidFill>
                <a:highlight>
                  <a:srgbClr val="000000"/>
                </a:highlight>
                <a:latin typeface="Monaco"/>
              </a:rPr>
              <a:t> </a:t>
            </a:r>
            <a:r>
              <a:rPr lang="en-GB" sz="2000" dirty="0">
                <a:solidFill>
                  <a:srgbClr val="A6E22E"/>
                </a:solidFill>
                <a:highlight>
                  <a:srgbClr val="000000"/>
                </a:highlight>
                <a:latin typeface="Monaco"/>
              </a:rPr>
              <a:t>delay</a:t>
            </a:r>
            <a:r>
              <a:rPr lang="en-GB" sz="2000" dirty="0">
                <a:solidFill>
                  <a:srgbClr val="F92672"/>
                </a:solidFill>
                <a:highlight>
                  <a:srgbClr val="000000"/>
                </a:highlight>
                <a:latin typeface="Monaco"/>
              </a:rPr>
              <a:t>=</a:t>
            </a:r>
            <a:r>
              <a:rPr lang="en-GB" sz="2000" dirty="0">
                <a:solidFill>
                  <a:srgbClr val="F8F8F2"/>
                </a:solidFill>
                <a:highlight>
                  <a:srgbClr val="000000"/>
                </a:highlight>
                <a:latin typeface="Monaco"/>
              </a:rPr>
              <a:t> </a:t>
            </a:r>
            <a:r>
              <a:rPr lang="en-GB" sz="2000" dirty="0">
                <a:solidFill>
                  <a:srgbClr val="66D9EF"/>
                </a:solidFill>
                <a:highlight>
                  <a:srgbClr val="000000"/>
                </a:highlight>
                <a:latin typeface="Monaco"/>
              </a:rPr>
              <a:t>new</a:t>
            </a:r>
            <a:r>
              <a:rPr lang="en-GB" sz="2000" dirty="0">
                <a:solidFill>
                  <a:srgbClr val="F8F8F2"/>
                </a:solidFill>
                <a:highlight>
                  <a:srgbClr val="000000"/>
                </a:highlight>
                <a:latin typeface="Monaco"/>
              </a:rPr>
              <a:t> </a:t>
            </a:r>
            <a:r>
              <a:rPr lang="en-GB" sz="2000" dirty="0" err="1">
                <a:solidFill>
                  <a:srgbClr val="A6E22E"/>
                </a:solidFill>
                <a:highlight>
                  <a:srgbClr val="000000"/>
                </a:highlight>
                <a:latin typeface="Monaco"/>
              </a:rPr>
              <a:t>DelayNode</a:t>
            </a:r>
            <a:r>
              <a:rPr lang="en-GB" sz="2000" dirty="0">
                <a:solidFill>
                  <a:srgbClr val="F8F8F2"/>
                </a:solidFill>
                <a:highlight>
                  <a:srgbClr val="000000"/>
                </a:highlight>
                <a:latin typeface="Monaco"/>
              </a:rPr>
              <a:t>(</a:t>
            </a:r>
            <a:r>
              <a:rPr lang="en-GB" sz="2000" dirty="0">
                <a:solidFill>
                  <a:srgbClr val="A6E22E"/>
                </a:solidFill>
                <a:highlight>
                  <a:srgbClr val="000000"/>
                </a:highlight>
                <a:latin typeface="Monaco"/>
              </a:rPr>
              <a:t>context</a:t>
            </a:r>
            <a:r>
              <a:rPr lang="en-GB" sz="2000" dirty="0">
                <a:solidFill>
                  <a:srgbClr val="F8F8F2"/>
                </a:solidFill>
                <a:highlight>
                  <a:srgbClr val="000000"/>
                </a:highlight>
                <a:latin typeface="Monaco"/>
              </a:rPr>
              <a:t>,{</a:t>
            </a:r>
            <a:r>
              <a:rPr lang="en-GB" sz="2000" dirty="0">
                <a:solidFill>
                  <a:srgbClr val="A6E22E"/>
                </a:solidFill>
                <a:highlight>
                  <a:srgbClr val="000000"/>
                </a:highlight>
                <a:latin typeface="Monaco"/>
              </a:rPr>
              <a:t>delayTime</a:t>
            </a:r>
            <a:r>
              <a:rPr lang="en-GB" sz="2000" dirty="0">
                <a:solidFill>
                  <a:srgbClr val="F92672"/>
                </a:solidFill>
                <a:highlight>
                  <a:srgbClr val="000000"/>
                </a:highlight>
                <a:latin typeface="Monaco"/>
              </a:rPr>
              <a:t>:</a:t>
            </a:r>
            <a:r>
              <a:rPr lang="en-GB" sz="2000" dirty="0">
                <a:solidFill>
                  <a:srgbClr val="AE81FF"/>
                </a:solidFill>
                <a:highlight>
                  <a:srgbClr val="000000"/>
                </a:highlight>
                <a:latin typeface="Monaco"/>
              </a:rPr>
              <a:t>0.005</a:t>
            </a:r>
            <a:r>
              <a:rPr lang="en-GB" sz="2000" dirty="0">
                <a:solidFill>
                  <a:srgbClr val="F8F8F2"/>
                </a:solidFill>
                <a:highlight>
                  <a:srgbClr val="000000"/>
                </a:highlight>
                <a:latin typeface="Monaco"/>
              </a:rPr>
              <a:t>})</a:t>
            </a:r>
          </a:p>
          <a:p>
            <a:r>
              <a:rPr lang="en-GB" sz="2000" dirty="0">
                <a:solidFill>
                  <a:srgbClr val="F8F8F2"/>
                </a:solidFill>
                <a:highlight>
                  <a:srgbClr val="000000"/>
                </a:highlight>
                <a:latin typeface="Monaco"/>
              </a:rPr>
              <a:t>  </a:t>
            </a:r>
            <a:r>
              <a:rPr lang="en-GB" sz="2000" dirty="0" err="1">
                <a:solidFill>
                  <a:srgbClr val="A6E22E"/>
                </a:solidFill>
                <a:highlight>
                  <a:srgbClr val="000000"/>
                </a:highlight>
                <a:latin typeface="Monaco"/>
              </a:rPr>
              <a:t>tone</a:t>
            </a:r>
            <a:r>
              <a:rPr lang="en-GB" sz="2000" dirty="0" err="1">
                <a:solidFill>
                  <a:srgbClr val="F8F8F2"/>
                </a:solidFill>
                <a:highlight>
                  <a:srgbClr val="000000"/>
                </a:highlight>
                <a:latin typeface="Monaco"/>
              </a:rPr>
              <a:t>.</a:t>
            </a:r>
            <a:r>
              <a:rPr lang="en-GB" sz="2000" dirty="0" err="1">
                <a:solidFill>
                  <a:srgbClr val="A6E22E"/>
                </a:solidFill>
                <a:highlight>
                  <a:srgbClr val="000000"/>
                </a:highlight>
                <a:latin typeface="Monaco"/>
              </a:rPr>
              <a:t>start</a:t>
            </a:r>
            <a:r>
              <a:rPr lang="en-GB" sz="2000" dirty="0">
                <a:solidFill>
                  <a:srgbClr val="F8F8F2"/>
                </a:solidFill>
                <a:highlight>
                  <a:srgbClr val="000000"/>
                </a:highlight>
                <a:latin typeface="Monaco"/>
              </a:rPr>
              <a:t>()</a:t>
            </a:r>
          </a:p>
          <a:p>
            <a:r>
              <a:rPr lang="en-GB" sz="2000" dirty="0">
                <a:solidFill>
                  <a:srgbClr val="F8F8F2"/>
                </a:solidFill>
                <a:highlight>
                  <a:srgbClr val="000000"/>
                </a:highlight>
                <a:latin typeface="Monaco"/>
              </a:rPr>
              <a:t>  </a:t>
            </a:r>
            <a:r>
              <a:rPr lang="en-GB" sz="2000" dirty="0" err="1">
                <a:solidFill>
                  <a:srgbClr val="A6E22E"/>
                </a:solidFill>
                <a:highlight>
                  <a:srgbClr val="000000"/>
                </a:highlight>
                <a:latin typeface="Monaco"/>
              </a:rPr>
              <a:t>tone</a:t>
            </a:r>
            <a:r>
              <a:rPr lang="en-GB" sz="2000" dirty="0" err="1">
                <a:solidFill>
                  <a:srgbClr val="F8F8F2"/>
                </a:solidFill>
                <a:highlight>
                  <a:srgbClr val="000000"/>
                </a:highlight>
                <a:latin typeface="Monaco"/>
              </a:rPr>
              <a:t>.</a:t>
            </a:r>
            <a:r>
              <a:rPr lang="en-GB" sz="2000" dirty="0" err="1">
                <a:solidFill>
                  <a:srgbClr val="A6E22E"/>
                </a:solidFill>
                <a:highlight>
                  <a:srgbClr val="000000"/>
                </a:highlight>
                <a:latin typeface="Monaco"/>
              </a:rPr>
              <a:t>connect</a:t>
            </a:r>
            <a:r>
              <a:rPr lang="en-GB" sz="2000" dirty="0">
                <a:solidFill>
                  <a:srgbClr val="F8F8F2"/>
                </a:solidFill>
                <a:highlight>
                  <a:srgbClr val="000000"/>
                </a:highlight>
                <a:latin typeface="Monaco"/>
              </a:rPr>
              <a:t>(</a:t>
            </a:r>
            <a:r>
              <a:rPr lang="en-GB" sz="2000" dirty="0">
                <a:solidFill>
                  <a:srgbClr val="A6E22E"/>
                </a:solidFill>
                <a:highlight>
                  <a:srgbClr val="000000"/>
                </a:highlight>
                <a:latin typeface="Monaco"/>
              </a:rPr>
              <a:t>delay</a:t>
            </a:r>
            <a:r>
              <a:rPr lang="en-GB" sz="2000" dirty="0">
                <a:solidFill>
                  <a:srgbClr val="F8F8F2"/>
                </a:solidFill>
                <a:highlight>
                  <a:srgbClr val="000000"/>
                </a:highlight>
                <a:latin typeface="Monaco"/>
              </a:rPr>
              <a:t>)</a:t>
            </a:r>
          </a:p>
          <a:p>
            <a:r>
              <a:rPr lang="en-GB" sz="2000" dirty="0">
                <a:solidFill>
                  <a:srgbClr val="F8F8F2"/>
                </a:solidFill>
                <a:highlight>
                  <a:srgbClr val="000000"/>
                </a:highlight>
                <a:latin typeface="Monaco"/>
              </a:rPr>
              <a:t>  </a:t>
            </a:r>
            <a:r>
              <a:rPr lang="en-GB" sz="2000" dirty="0" err="1">
                <a:solidFill>
                  <a:srgbClr val="A6E22E"/>
                </a:solidFill>
                <a:highlight>
                  <a:srgbClr val="000000"/>
                </a:highlight>
                <a:latin typeface="Monaco"/>
              </a:rPr>
              <a:t>tone</a:t>
            </a:r>
            <a:r>
              <a:rPr lang="en-GB" sz="2000" dirty="0" err="1">
                <a:solidFill>
                  <a:srgbClr val="F8F8F2"/>
                </a:solidFill>
                <a:highlight>
                  <a:srgbClr val="000000"/>
                </a:highlight>
                <a:latin typeface="Monaco"/>
              </a:rPr>
              <a:t>.</a:t>
            </a:r>
            <a:r>
              <a:rPr lang="en-GB" sz="2000" dirty="0" err="1">
                <a:solidFill>
                  <a:srgbClr val="A6E22E"/>
                </a:solidFill>
                <a:highlight>
                  <a:srgbClr val="000000"/>
                </a:highlight>
                <a:latin typeface="Monaco"/>
              </a:rPr>
              <a:t>connect</a:t>
            </a:r>
            <a:r>
              <a:rPr lang="en-GB" sz="2000" dirty="0">
                <a:solidFill>
                  <a:srgbClr val="F8F8F2"/>
                </a:solidFill>
                <a:highlight>
                  <a:srgbClr val="000000"/>
                </a:highlight>
                <a:latin typeface="Monaco"/>
              </a:rPr>
              <a:t>(</a:t>
            </a:r>
            <a:r>
              <a:rPr lang="en-GB" sz="2000" dirty="0" err="1">
                <a:solidFill>
                  <a:srgbClr val="A6E22E"/>
                </a:solidFill>
                <a:highlight>
                  <a:srgbClr val="000000"/>
                </a:highlight>
                <a:latin typeface="Monaco"/>
              </a:rPr>
              <a:t>context</a:t>
            </a:r>
            <a:r>
              <a:rPr lang="en-GB" sz="2000" dirty="0" err="1">
                <a:solidFill>
                  <a:srgbClr val="F8F8F2"/>
                </a:solidFill>
                <a:highlight>
                  <a:srgbClr val="000000"/>
                </a:highlight>
                <a:latin typeface="Monaco"/>
              </a:rPr>
              <a:t>.</a:t>
            </a:r>
            <a:r>
              <a:rPr lang="en-GB" sz="2000" dirty="0" err="1">
                <a:solidFill>
                  <a:srgbClr val="A6E22E"/>
                </a:solidFill>
                <a:highlight>
                  <a:srgbClr val="000000"/>
                </a:highlight>
                <a:latin typeface="Monaco"/>
              </a:rPr>
              <a:t>destination</a:t>
            </a:r>
            <a:r>
              <a:rPr lang="en-GB" sz="2000" dirty="0">
                <a:solidFill>
                  <a:srgbClr val="F8F8F2"/>
                </a:solidFill>
                <a:highlight>
                  <a:srgbClr val="000000"/>
                </a:highlight>
                <a:latin typeface="Monaco"/>
              </a:rPr>
              <a:t>)</a:t>
            </a:r>
          </a:p>
          <a:p>
            <a:r>
              <a:rPr lang="en-GB" sz="2000" dirty="0">
                <a:solidFill>
                  <a:srgbClr val="F8F8F2"/>
                </a:solidFill>
                <a:highlight>
                  <a:srgbClr val="000000"/>
                </a:highlight>
                <a:latin typeface="Monaco"/>
              </a:rPr>
              <a:t>  </a:t>
            </a:r>
            <a:r>
              <a:rPr lang="en-GB" sz="2000" dirty="0" err="1">
                <a:solidFill>
                  <a:srgbClr val="A6E22E"/>
                </a:solidFill>
                <a:highlight>
                  <a:srgbClr val="000000"/>
                </a:highlight>
                <a:latin typeface="Monaco"/>
              </a:rPr>
              <a:t>delay</a:t>
            </a:r>
            <a:r>
              <a:rPr lang="en-GB" sz="2000" dirty="0" err="1">
                <a:solidFill>
                  <a:srgbClr val="F8F8F2"/>
                </a:solidFill>
                <a:highlight>
                  <a:srgbClr val="000000"/>
                </a:highlight>
                <a:latin typeface="Monaco"/>
              </a:rPr>
              <a:t>.</a:t>
            </a:r>
            <a:r>
              <a:rPr lang="en-GB" sz="2000" dirty="0" err="1">
                <a:solidFill>
                  <a:srgbClr val="A6E22E"/>
                </a:solidFill>
                <a:highlight>
                  <a:srgbClr val="000000"/>
                </a:highlight>
                <a:latin typeface="Monaco"/>
              </a:rPr>
              <a:t>connect</a:t>
            </a:r>
            <a:r>
              <a:rPr lang="en-GB" sz="2000" dirty="0">
                <a:solidFill>
                  <a:srgbClr val="F8F8F2"/>
                </a:solidFill>
                <a:highlight>
                  <a:srgbClr val="000000"/>
                </a:highlight>
                <a:latin typeface="Monaco"/>
              </a:rPr>
              <a:t>(</a:t>
            </a:r>
            <a:r>
              <a:rPr lang="en-GB" sz="2000" dirty="0" err="1">
                <a:solidFill>
                  <a:srgbClr val="A6E22E"/>
                </a:solidFill>
                <a:highlight>
                  <a:srgbClr val="000000"/>
                </a:highlight>
                <a:latin typeface="Monaco"/>
              </a:rPr>
              <a:t>context</a:t>
            </a:r>
            <a:r>
              <a:rPr lang="en-GB" sz="2000" dirty="0" err="1">
                <a:solidFill>
                  <a:srgbClr val="F8F8F2"/>
                </a:solidFill>
                <a:highlight>
                  <a:srgbClr val="000000"/>
                </a:highlight>
                <a:latin typeface="Monaco"/>
              </a:rPr>
              <a:t>.</a:t>
            </a:r>
            <a:r>
              <a:rPr lang="en-GB" sz="2000" dirty="0" err="1">
                <a:solidFill>
                  <a:srgbClr val="A6E22E"/>
                </a:solidFill>
                <a:highlight>
                  <a:srgbClr val="000000"/>
                </a:highlight>
                <a:latin typeface="Monaco"/>
              </a:rPr>
              <a:t>destination</a:t>
            </a:r>
            <a:r>
              <a:rPr lang="en-GB" sz="2000" dirty="0">
                <a:solidFill>
                  <a:srgbClr val="F8F8F2"/>
                </a:solidFill>
                <a:highlight>
                  <a:srgbClr val="000000"/>
                </a:highlight>
                <a:latin typeface="Monaco"/>
              </a:rPr>
              <a:t>)</a:t>
            </a:r>
          </a:p>
          <a:p>
            <a:r>
              <a:rPr lang="en-GB" sz="2000" dirty="0">
                <a:solidFill>
                  <a:srgbClr val="F8F8F2"/>
                </a:solidFill>
                <a:highlight>
                  <a:srgbClr val="000000"/>
                </a:highlight>
                <a:latin typeface="Monaco"/>
              </a:rPr>
              <a:t>  </a:t>
            </a:r>
            <a:r>
              <a:rPr lang="en-GB" sz="2000" dirty="0" err="1">
                <a:solidFill>
                  <a:srgbClr val="A6E22E"/>
                </a:solidFill>
                <a:highlight>
                  <a:srgbClr val="000000"/>
                </a:highlight>
                <a:latin typeface="Monaco"/>
              </a:rPr>
              <a:t>Delay</a:t>
            </a:r>
            <a:r>
              <a:rPr lang="en-GB" sz="2000" dirty="0" err="1">
                <a:solidFill>
                  <a:srgbClr val="F8F8F2"/>
                </a:solidFill>
                <a:highlight>
                  <a:srgbClr val="000000"/>
                </a:highlight>
                <a:latin typeface="Monaco"/>
              </a:rPr>
              <a:t>.</a:t>
            </a:r>
            <a:r>
              <a:rPr lang="en-GB" sz="2000" dirty="0" err="1">
                <a:solidFill>
                  <a:srgbClr val="A6E22E"/>
                </a:solidFill>
                <a:highlight>
                  <a:srgbClr val="000000"/>
                </a:highlight>
                <a:latin typeface="Monaco"/>
              </a:rPr>
              <a:t>oninput</a:t>
            </a:r>
            <a:r>
              <a:rPr lang="en-GB" sz="2000" dirty="0">
                <a:solidFill>
                  <a:srgbClr val="F8F8F2"/>
                </a:solidFill>
                <a:highlight>
                  <a:srgbClr val="000000"/>
                </a:highlight>
                <a:latin typeface="Monaco"/>
              </a:rPr>
              <a:t> </a:t>
            </a:r>
            <a:r>
              <a:rPr lang="en-GB" sz="2000" dirty="0">
                <a:solidFill>
                  <a:srgbClr val="F92672"/>
                </a:solidFill>
                <a:highlight>
                  <a:srgbClr val="000000"/>
                </a:highlight>
                <a:latin typeface="Monaco"/>
              </a:rPr>
              <a:t>=</a:t>
            </a:r>
            <a:r>
              <a:rPr lang="en-GB" sz="2000" dirty="0">
                <a:solidFill>
                  <a:srgbClr val="F8F8F2"/>
                </a:solidFill>
                <a:highlight>
                  <a:srgbClr val="000000"/>
                </a:highlight>
                <a:latin typeface="Monaco"/>
              </a:rPr>
              <a:t> ()</a:t>
            </a:r>
            <a:r>
              <a:rPr lang="en-GB" sz="2000" dirty="0">
                <a:solidFill>
                  <a:srgbClr val="F92672"/>
                </a:solidFill>
                <a:highlight>
                  <a:srgbClr val="000000"/>
                </a:highlight>
                <a:latin typeface="Monaco"/>
              </a:rPr>
              <a:t>=&gt;</a:t>
            </a:r>
            <a:r>
              <a:rPr lang="en-GB" sz="2000" dirty="0">
                <a:solidFill>
                  <a:srgbClr val="F8F8F2"/>
                </a:solidFill>
                <a:highlight>
                  <a:srgbClr val="000000"/>
                </a:highlight>
                <a:latin typeface="Monaco"/>
              </a:rPr>
              <a:t> </a:t>
            </a:r>
            <a:r>
              <a:rPr lang="en-GB" sz="2000" dirty="0" err="1">
                <a:solidFill>
                  <a:srgbClr val="A6E22E"/>
                </a:solidFill>
                <a:highlight>
                  <a:srgbClr val="000000"/>
                </a:highlight>
                <a:latin typeface="Monaco"/>
              </a:rPr>
              <a:t>delay</a:t>
            </a:r>
            <a:r>
              <a:rPr lang="en-GB" sz="2000" dirty="0" err="1">
                <a:solidFill>
                  <a:srgbClr val="F8F8F2"/>
                </a:solidFill>
                <a:highlight>
                  <a:srgbClr val="000000"/>
                </a:highlight>
                <a:latin typeface="Monaco"/>
              </a:rPr>
              <a:t>.</a:t>
            </a:r>
            <a:r>
              <a:rPr lang="en-GB" sz="2000" dirty="0" err="1">
                <a:solidFill>
                  <a:srgbClr val="A6E22E"/>
                </a:solidFill>
                <a:highlight>
                  <a:srgbClr val="000000"/>
                </a:highlight>
                <a:latin typeface="Monaco"/>
              </a:rPr>
              <a:t>delayTime</a:t>
            </a:r>
            <a:r>
              <a:rPr lang="en-GB" sz="2000" dirty="0" err="1">
                <a:solidFill>
                  <a:srgbClr val="F8F8F2"/>
                </a:solidFill>
                <a:highlight>
                  <a:srgbClr val="000000"/>
                </a:highlight>
                <a:latin typeface="Monaco"/>
              </a:rPr>
              <a:t>.</a:t>
            </a:r>
            <a:r>
              <a:rPr lang="en-GB" sz="2000" dirty="0" err="1">
                <a:solidFill>
                  <a:srgbClr val="A6E22E"/>
                </a:solidFill>
                <a:highlight>
                  <a:srgbClr val="000000"/>
                </a:highlight>
                <a:latin typeface="Monaco"/>
              </a:rPr>
              <a:t>value</a:t>
            </a:r>
            <a:r>
              <a:rPr lang="en-GB" sz="2000" dirty="0">
                <a:solidFill>
                  <a:srgbClr val="F8F8F2"/>
                </a:solidFill>
                <a:highlight>
                  <a:srgbClr val="000000"/>
                </a:highlight>
                <a:latin typeface="Monaco"/>
              </a:rPr>
              <a:t> </a:t>
            </a:r>
            <a:r>
              <a:rPr lang="en-GB" sz="2000" dirty="0">
                <a:solidFill>
                  <a:srgbClr val="F92672"/>
                </a:solidFill>
                <a:highlight>
                  <a:srgbClr val="000000"/>
                </a:highlight>
                <a:latin typeface="Monaco"/>
              </a:rPr>
              <a:t>=</a:t>
            </a:r>
            <a:r>
              <a:rPr lang="en-GB" sz="2000" dirty="0">
                <a:solidFill>
                  <a:srgbClr val="F8F8F2"/>
                </a:solidFill>
                <a:highlight>
                  <a:srgbClr val="000000"/>
                </a:highlight>
                <a:latin typeface="Monaco"/>
              </a:rPr>
              <a:t> </a:t>
            </a:r>
            <a:r>
              <a:rPr lang="en-GB" sz="2000" dirty="0" err="1">
                <a:solidFill>
                  <a:srgbClr val="A6E22E"/>
                </a:solidFill>
                <a:highlight>
                  <a:srgbClr val="000000"/>
                </a:highlight>
                <a:latin typeface="Monaco"/>
              </a:rPr>
              <a:t>Delay</a:t>
            </a:r>
            <a:r>
              <a:rPr lang="en-GB" sz="2000" dirty="0" err="1">
                <a:solidFill>
                  <a:srgbClr val="F8F8F2"/>
                </a:solidFill>
                <a:highlight>
                  <a:srgbClr val="000000"/>
                </a:highlight>
                <a:latin typeface="Monaco"/>
              </a:rPr>
              <a:t>.</a:t>
            </a:r>
            <a:r>
              <a:rPr lang="en-GB" sz="2000" dirty="0" err="1">
                <a:solidFill>
                  <a:srgbClr val="A6E22E"/>
                </a:solidFill>
                <a:highlight>
                  <a:srgbClr val="000000"/>
                </a:highlight>
                <a:latin typeface="Monaco"/>
              </a:rPr>
              <a:t>value</a:t>
            </a:r>
            <a:endParaRPr lang="en-GB" sz="2000" dirty="0">
              <a:solidFill>
                <a:srgbClr val="F8F8F2"/>
              </a:solidFill>
              <a:highlight>
                <a:srgbClr val="000000"/>
              </a:highlight>
              <a:latin typeface="Monaco"/>
            </a:endParaRPr>
          </a:p>
          <a:p>
            <a:r>
              <a:rPr lang="en-GB" sz="2000" dirty="0">
                <a:solidFill>
                  <a:srgbClr val="F8F8F2"/>
                </a:solidFill>
                <a:highlight>
                  <a:srgbClr val="000000"/>
                </a:highlight>
                <a:latin typeface="Monaco"/>
              </a:rPr>
              <a:t>  </a:t>
            </a:r>
            <a:r>
              <a:rPr lang="en-GB" sz="2000" dirty="0" err="1">
                <a:solidFill>
                  <a:srgbClr val="A6E22E"/>
                </a:solidFill>
                <a:highlight>
                  <a:srgbClr val="000000"/>
                </a:highlight>
                <a:latin typeface="Monaco"/>
              </a:rPr>
              <a:t>Frequency</a:t>
            </a:r>
            <a:r>
              <a:rPr lang="en-GB" sz="2000" dirty="0" err="1">
                <a:solidFill>
                  <a:srgbClr val="F8F8F2"/>
                </a:solidFill>
                <a:highlight>
                  <a:srgbClr val="000000"/>
                </a:highlight>
                <a:latin typeface="Monaco"/>
              </a:rPr>
              <a:t>.</a:t>
            </a:r>
            <a:r>
              <a:rPr lang="en-GB" sz="2000" dirty="0" err="1">
                <a:solidFill>
                  <a:srgbClr val="A6E22E"/>
                </a:solidFill>
                <a:highlight>
                  <a:srgbClr val="000000"/>
                </a:highlight>
                <a:latin typeface="Monaco"/>
              </a:rPr>
              <a:t>oninput</a:t>
            </a:r>
            <a:r>
              <a:rPr lang="en-GB" sz="2000" dirty="0">
                <a:solidFill>
                  <a:srgbClr val="F8F8F2"/>
                </a:solidFill>
                <a:highlight>
                  <a:srgbClr val="000000"/>
                </a:highlight>
                <a:latin typeface="Monaco"/>
              </a:rPr>
              <a:t> </a:t>
            </a:r>
            <a:r>
              <a:rPr lang="en-GB" sz="2000" dirty="0">
                <a:solidFill>
                  <a:srgbClr val="F92672"/>
                </a:solidFill>
                <a:highlight>
                  <a:srgbClr val="000000"/>
                </a:highlight>
                <a:latin typeface="Monaco"/>
              </a:rPr>
              <a:t>=</a:t>
            </a:r>
            <a:r>
              <a:rPr lang="en-GB" sz="2000" dirty="0">
                <a:solidFill>
                  <a:srgbClr val="F8F8F2"/>
                </a:solidFill>
                <a:highlight>
                  <a:srgbClr val="000000"/>
                </a:highlight>
                <a:latin typeface="Monaco"/>
              </a:rPr>
              <a:t> ()</a:t>
            </a:r>
            <a:r>
              <a:rPr lang="en-GB" sz="2000" dirty="0">
                <a:solidFill>
                  <a:srgbClr val="F92672"/>
                </a:solidFill>
                <a:highlight>
                  <a:srgbClr val="000000"/>
                </a:highlight>
                <a:latin typeface="Monaco"/>
              </a:rPr>
              <a:t>=&gt;</a:t>
            </a:r>
            <a:r>
              <a:rPr lang="en-GB" sz="2000" dirty="0">
                <a:solidFill>
                  <a:srgbClr val="F8F8F2"/>
                </a:solidFill>
                <a:highlight>
                  <a:srgbClr val="000000"/>
                </a:highlight>
                <a:latin typeface="Monaco"/>
              </a:rPr>
              <a:t> </a:t>
            </a:r>
            <a:r>
              <a:rPr lang="en-GB" sz="2000" dirty="0" err="1">
                <a:solidFill>
                  <a:srgbClr val="A6E22E"/>
                </a:solidFill>
                <a:highlight>
                  <a:srgbClr val="000000"/>
                </a:highlight>
                <a:latin typeface="Monaco"/>
              </a:rPr>
              <a:t>tone</a:t>
            </a:r>
            <a:r>
              <a:rPr lang="en-GB" sz="2000" dirty="0" err="1">
                <a:solidFill>
                  <a:srgbClr val="F8F8F2"/>
                </a:solidFill>
                <a:highlight>
                  <a:srgbClr val="000000"/>
                </a:highlight>
                <a:latin typeface="Monaco"/>
              </a:rPr>
              <a:t>.</a:t>
            </a:r>
            <a:r>
              <a:rPr lang="en-GB" sz="2000" dirty="0" err="1">
                <a:solidFill>
                  <a:srgbClr val="A6E22E"/>
                </a:solidFill>
                <a:highlight>
                  <a:srgbClr val="000000"/>
                </a:highlight>
                <a:latin typeface="Monaco"/>
              </a:rPr>
              <a:t>frequency</a:t>
            </a:r>
            <a:r>
              <a:rPr lang="en-GB" sz="2000" dirty="0" err="1">
                <a:solidFill>
                  <a:srgbClr val="F8F8F2"/>
                </a:solidFill>
                <a:highlight>
                  <a:srgbClr val="000000"/>
                </a:highlight>
                <a:latin typeface="Monaco"/>
              </a:rPr>
              <a:t>.</a:t>
            </a:r>
            <a:r>
              <a:rPr lang="en-GB" sz="2000" dirty="0" err="1">
                <a:solidFill>
                  <a:srgbClr val="A6E22E"/>
                </a:solidFill>
                <a:highlight>
                  <a:srgbClr val="000000"/>
                </a:highlight>
                <a:latin typeface="Monaco"/>
              </a:rPr>
              <a:t>value</a:t>
            </a:r>
            <a:r>
              <a:rPr lang="en-GB" sz="2000" dirty="0">
                <a:solidFill>
                  <a:srgbClr val="F8F8F2"/>
                </a:solidFill>
                <a:highlight>
                  <a:srgbClr val="000000"/>
                </a:highlight>
                <a:latin typeface="Monaco"/>
              </a:rPr>
              <a:t> </a:t>
            </a:r>
            <a:r>
              <a:rPr lang="en-GB" sz="2000" dirty="0">
                <a:solidFill>
                  <a:srgbClr val="F92672"/>
                </a:solidFill>
                <a:highlight>
                  <a:srgbClr val="000000"/>
                </a:highlight>
                <a:latin typeface="Monaco"/>
              </a:rPr>
              <a:t>=</a:t>
            </a:r>
            <a:r>
              <a:rPr lang="en-GB" sz="2000" dirty="0">
                <a:solidFill>
                  <a:srgbClr val="F8F8F2"/>
                </a:solidFill>
                <a:highlight>
                  <a:srgbClr val="000000"/>
                </a:highlight>
                <a:latin typeface="Monaco"/>
              </a:rPr>
              <a:t> </a:t>
            </a:r>
            <a:r>
              <a:rPr lang="en-GB" sz="2000" dirty="0" err="1">
                <a:solidFill>
                  <a:srgbClr val="A6E22E"/>
                </a:solidFill>
                <a:highlight>
                  <a:srgbClr val="000000"/>
                </a:highlight>
                <a:latin typeface="Monaco"/>
              </a:rPr>
              <a:t>Frequency</a:t>
            </a:r>
            <a:r>
              <a:rPr lang="en-GB" sz="2000" dirty="0" err="1">
                <a:solidFill>
                  <a:srgbClr val="F8F8F2"/>
                </a:solidFill>
                <a:highlight>
                  <a:srgbClr val="000000"/>
                </a:highlight>
                <a:latin typeface="Monaco"/>
              </a:rPr>
              <a:t>.</a:t>
            </a:r>
            <a:r>
              <a:rPr lang="en-GB" sz="2000" dirty="0" err="1">
                <a:solidFill>
                  <a:srgbClr val="A6E22E"/>
                </a:solidFill>
                <a:highlight>
                  <a:srgbClr val="000000"/>
                </a:highlight>
                <a:latin typeface="Monaco"/>
              </a:rPr>
              <a:t>value</a:t>
            </a:r>
            <a:endParaRPr lang="en-GB" sz="2000" dirty="0">
              <a:solidFill>
                <a:srgbClr val="F8F8F2"/>
              </a:solidFill>
              <a:highlight>
                <a:srgbClr val="000000"/>
              </a:highlight>
              <a:latin typeface="Monaco"/>
            </a:endParaRPr>
          </a:p>
          <a:p>
            <a:r>
              <a:rPr lang="en-GB" sz="2000" dirty="0">
                <a:solidFill>
                  <a:srgbClr val="F92672"/>
                </a:solidFill>
                <a:highlight>
                  <a:srgbClr val="000000"/>
                </a:highlight>
                <a:latin typeface="Monaco"/>
              </a:rPr>
              <a:t>&lt;/script&gt;</a:t>
            </a:r>
            <a:endParaRPr lang="en-GB" sz="2000" dirty="0">
              <a:solidFill>
                <a:srgbClr val="F8F8F2"/>
              </a:solidFill>
              <a:highlight>
                <a:srgbClr val="000000"/>
              </a:highlight>
              <a:latin typeface="Monaco"/>
            </a:endParaRPr>
          </a:p>
        </p:txBody>
      </p:sp>
      <p:sp>
        <p:nvSpPr>
          <p:cNvPr id="6" name="TextBox 5">
            <a:extLst>
              <a:ext uri="{FF2B5EF4-FFF2-40B4-BE49-F238E27FC236}">
                <a16:creationId xmlns:a16="http://schemas.microsoft.com/office/drawing/2014/main" id="{EA181374-80D6-4176-B365-C5851B54A6A9}"/>
              </a:ext>
            </a:extLst>
          </p:cNvPr>
          <p:cNvSpPr txBox="1"/>
          <p:nvPr/>
        </p:nvSpPr>
        <p:spPr>
          <a:xfrm>
            <a:off x="971496" y="4426327"/>
            <a:ext cx="2600833" cy="1015663"/>
          </a:xfrm>
          <a:prstGeom prst="rect">
            <a:avLst/>
          </a:prstGeom>
          <a:noFill/>
        </p:spPr>
        <p:txBody>
          <a:bodyPr wrap="square" rtlCol="0">
            <a:spAutoFit/>
          </a:bodyPr>
          <a:lstStyle/>
          <a:p>
            <a:r>
              <a:rPr lang="en-GB" sz="2000" dirty="0"/>
              <a:t>send both source &amp; delayed copy of that source to destination</a:t>
            </a:r>
          </a:p>
        </p:txBody>
      </p:sp>
      <p:sp>
        <p:nvSpPr>
          <p:cNvPr id="10" name="Left Brace 9">
            <a:extLst>
              <a:ext uri="{FF2B5EF4-FFF2-40B4-BE49-F238E27FC236}">
                <a16:creationId xmlns:a16="http://schemas.microsoft.com/office/drawing/2014/main" id="{24C4788B-1D6D-4652-BAC6-0058D3062CE3}"/>
              </a:ext>
            </a:extLst>
          </p:cNvPr>
          <p:cNvSpPr/>
          <p:nvPr/>
        </p:nvSpPr>
        <p:spPr>
          <a:xfrm>
            <a:off x="3465288" y="4494635"/>
            <a:ext cx="273575" cy="879049"/>
          </a:xfrm>
          <a:prstGeom prst="leftBrace">
            <a:avLst>
              <a:gd name="adj1" fmla="val 137566"/>
              <a:gd name="adj2" fmla="val 50583"/>
            </a:avLst>
          </a:prstGeom>
          <a:ln w="222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270256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5A9C7-17CC-4176-A591-2D8582D8ED04}"/>
              </a:ext>
            </a:extLst>
          </p:cNvPr>
          <p:cNvSpPr>
            <a:spLocks noGrp="1"/>
          </p:cNvSpPr>
          <p:nvPr>
            <p:ph type="title"/>
          </p:nvPr>
        </p:nvSpPr>
        <p:spPr>
          <a:xfrm>
            <a:off x="838200" y="365126"/>
            <a:ext cx="10474628" cy="636580"/>
          </a:xfrm>
        </p:spPr>
        <p:txBody>
          <a:bodyPr>
            <a:normAutofit fontScale="90000"/>
          </a:bodyPr>
          <a:lstStyle/>
          <a:p>
            <a:r>
              <a:rPr lang="en-GB" dirty="0"/>
              <a:t>Feedback delay</a:t>
            </a:r>
          </a:p>
        </p:txBody>
      </p:sp>
      <p:grpSp>
        <p:nvGrpSpPr>
          <p:cNvPr id="4" name="Group 3">
            <a:extLst>
              <a:ext uri="{FF2B5EF4-FFF2-40B4-BE49-F238E27FC236}">
                <a16:creationId xmlns:a16="http://schemas.microsoft.com/office/drawing/2014/main" id="{E0FFCB8C-D1A8-4447-AAF7-A0414AE56BC6}"/>
              </a:ext>
            </a:extLst>
          </p:cNvPr>
          <p:cNvGrpSpPr/>
          <p:nvPr/>
        </p:nvGrpSpPr>
        <p:grpSpPr>
          <a:xfrm>
            <a:off x="2986994" y="1597297"/>
            <a:ext cx="5774614" cy="1807716"/>
            <a:chOff x="3821566" y="2343492"/>
            <a:chExt cx="5774614" cy="1807716"/>
          </a:xfrm>
        </p:grpSpPr>
        <p:sp>
          <p:nvSpPr>
            <p:cNvPr id="6" name="Rectangle 5">
              <a:extLst>
                <a:ext uri="{FF2B5EF4-FFF2-40B4-BE49-F238E27FC236}">
                  <a16:creationId xmlns:a16="http://schemas.microsoft.com/office/drawing/2014/main" id="{5EEF9555-2E2C-43E5-984D-B3B851CD64A2}"/>
                </a:ext>
              </a:extLst>
            </p:cNvPr>
            <p:cNvSpPr/>
            <p:nvPr/>
          </p:nvSpPr>
          <p:spPr>
            <a:xfrm>
              <a:off x="3821566" y="2343492"/>
              <a:ext cx="1296000" cy="648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input</a:t>
              </a:r>
            </a:p>
          </p:txBody>
        </p:sp>
        <p:sp>
          <p:nvSpPr>
            <p:cNvPr id="8" name="Rectangle 7">
              <a:extLst>
                <a:ext uri="{FF2B5EF4-FFF2-40B4-BE49-F238E27FC236}">
                  <a16:creationId xmlns:a16="http://schemas.microsoft.com/office/drawing/2014/main" id="{16091A9D-1859-4C80-939C-C26E089B6283}"/>
                </a:ext>
              </a:extLst>
            </p:cNvPr>
            <p:cNvSpPr/>
            <p:nvPr/>
          </p:nvSpPr>
          <p:spPr>
            <a:xfrm>
              <a:off x="6255390" y="2343492"/>
              <a:ext cx="1296000" cy="648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delay</a:t>
              </a:r>
            </a:p>
          </p:txBody>
        </p:sp>
        <p:sp>
          <p:nvSpPr>
            <p:cNvPr id="9" name="Rectangle 8">
              <a:extLst>
                <a:ext uri="{FF2B5EF4-FFF2-40B4-BE49-F238E27FC236}">
                  <a16:creationId xmlns:a16="http://schemas.microsoft.com/office/drawing/2014/main" id="{4B05ED74-49EB-4228-B181-A49FEB6657FF}"/>
                </a:ext>
              </a:extLst>
            </p:cNvPr>
            <p:cNvSpPr/>
            <p:nvPr/>
          </p:nvSpPr>
          <p:spPr>
            <a:xfrm>
              <a:off x="5091771" y="3503208"/>
              <a:ext cx="1296000" cy="648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feedback</a:t>
              </a:r>
            </a:p>
            <a:p>
              <a:pPr algn="ctr"/>
              <a:r>
                <a:rPr lang="en-GB" dirty="0"/>
                <a:t>gain</a:t>
              </a:r>
            </a:p>
          </p:txBody>
        </p:sp>
        <p:sp>
          <p:nvSpPr>
            <p:cNvPr id="10" name="Rectangle 9">
              <a:extLst>
                <a:ext uri="{FF2B5EF4-FFF2-40B4-BE49-F238E27FC236}">
                  <a16:creationId xmlns:a16="http://schemas.microsoft.com/office/drawing/2014/main" id="{6C5AAF06-0DE7-4BFE-810F-0DF69DB1C8B6}"/>
                </a:ext>
              </a:extLst>
            </p:cNvPr>
            <p:cNvSpPr/>
            <p:nvPr/>
          </p:nvSpPr>
          <p:spPr>
            <a:xfrm>
              <a:off x="8300180" y="2343492"/>
              <a:ext cx="1296000" cy="648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output</a:t>
              </a:r>
            </a:p>
          </p:txBody>
        </p:sp>
        <p:cxnSp>
          <p:nvCxnSpPr>
            <p:cNvPr id="12" name="Straight Arrow Connector 11">
              <a:extLst>
                <a:ext uri="{FF2B5EF4-FFF2-40B4-BE49-F238E27FC236}">
                  <a16:creationId xmlns:a16="http://schemas.microsoft.com/office/drawing/2014/main" id="{3C5DA74D-715F-4D87-A40C-D57D0FDA8846}"/>
                </a:ext>
              </a:extLst>
            </p:cNvPr>
            <p:cNvCxnSpPr>
              <a:cxnSpLocks/>
              <a:stCxn id="6" idx="3"/>
              <a:endCxn id="8" idx="1"/>
            </p:cNvCxnSpPr>
            <p:nvPr/>
          </p:nvCxnSpPr>
          <p:spPr>
            <a:xfrm>
              <a:off x="5117566" y="2667492"/>
              <a:ext cx="1137824" cy="0"/>
            </a:xfrm>
            <a:prstGeom prst="straightConnector1">
              <a:avLst/>
            </a:prstGeom>
            <a:ln w="317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F6A41CC-18AC-4BEF-BACF-33F177122464}"/>
                </a:ext>
              </a:extLst>
            </p:cNvPr>
            <p:cNvCxnSpPr>
              <a:cxnSpLocks/>
              <a:stCxn id="8" idx="3"/>
              <a:endCxn id="10" idx="1"/>
            </p:cNvCxnSpPr>
            <p:nvPr/>
          </p:nvCxnSpPr>
          <p:spPr>
            <a:xfrm>
              <a:off x="7551390" y="2667492"/>
              <a:ext cx="748790" cy="0"/>
            </a:xfrm>
            <a:prstGeom prst="straightConnector1">
              <a:avLst/>
            </a:prstGeom>
            <a:ln w="317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F9DBAC4C-D7C7-4B0A-82FA-A00A1A55A029}"/>
                </a:ext>
              </a:extLst>
            </p:cNvPr>
            <p:cNvCxnSpPr>
              <a:cxnSpLocks/>
              <a:stCxn id="8" idx="1"/>
              <a:endCxn id="9" idx="0"/>
            </p:cNvCxnSpPr>
            <p:nvPr/>
          </p:nvCxnSpPr>
          <p:spPr>
            <a:xfrm rot="10800000" flipV="1">
              <a:off x="5739772" y="2667492"/>
              <a:ext cx="515619" cy="835716"/>
            </a:xfrm>
            <a:prstGeom prst="bentConnector2">
              <a:avLst/>
            </a:prstGeom>
            <a:ln w="31750">
              <a:solidFill>
                <a:schemeClr val="tx1"/>
              </a:solidFill>
              <a:headEnd type="arrow" w="lg" len="lg"/>
              <a:tailEnd type="none" w="lg" len="lg"/>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8C676A43-C44B-4251-9B71-DE43A529FD3E}"/>
                </a:ext>
              </a:extLst>
            </p:cNvPr>
            <p:cNvCxnSpPr>
              <a:cxnSpLocks/>
              <a:stCxn id="9" idx="3"/>
              <a:endCxn id="8" idx="2"/>
            </p:cNvCxnSpPr>
            <p:nvPr/>
          </p:nvCxnSpPr>
          <p:spPr>
            <a:xfrm flipV="1">
              <a:off x="6387771" y="2991492"/>
              <a:ext cx="515619" cy="835716"/>
            </a:xfrm>
            <a:prstGeom prst="bentConnector2">
              <a:avLst/>
            </a:prstGeom>
            <a:ln w="31750">
              <a:solidFill>
                <a:schemeClr val="tx1"/>
              </a:solidFill>
              <a:headEnd type="arrow" w="lg" len="lg"/>
              <a:tailEnd type="none" w="lg" len="lg"/>
            </a:ln>
          </p:spPr>
          <p:style>
            <a:lnRef idx="1">
              <a:schemeClr val="accent1"/>
            </a:lnRef>
            <a:fillRef idx="0">
              <a:schemeClr val="accent1"/>
            </a:fillRef>
            <a:effectRef idx="0">
              <a:schemeClr val="accent1"/>
            </a:effectRef>
            <a:fontRef idx="minor">
              <a:schemeClr val="tx1"/>
            </a:fontRef>
          </p:style>
        </p:cxnSp>
      </p:grpSp>
      <p:sp>
        <p:nvSpPr>
          <p:cNvPr id="41" name="Content Placeholder 40">
            <a:extLst>
              <a:ext uri="{FF2B5EF4-FFF2-40B4-BE49-F238E27FC236}">
                <a16:creationId xmlns:a16="http://schemas.microsoft.com/office/drawing/2014/main" id="{5A5BA878-7236-4C2F-898C-700A1B1EAEC5}"/>
              </a:ext>
            </a:extLst>
          </p:cNvPr>
          <p:cNvSpPr>
            <a:spLocks noGrp="1"/>
          </p:cNvSpPr>
          <p:nvPr>
            <p:ph idx="1"/>
          </p:nvPr>
        </p:nvSpPr>
        <p:spPr>
          <a:xfrm>
            <a:off x="1045028" y="3969658"/>
            <a:ext cx="10308771" cy="2641599"/>
          </a:xfrm>
        </p:spPr>
        <p:txBody>
          <a:bodyPr>
            <a:normAutofit/>
          </a:bodyPr>
          <a:lstStyle/>
          <a:p>
            <a:r>
              <a:rPr lang="en-GB" dirty="0"/>
              <a:t>Delayed signal gets attenuated</a:t>
            </a:r>
            <a:r>
              <a:rPr lang="en-GB" baseline="0" dirty="0"/>
              <a:t> and fed back into the delay</a:t>
            </a:r>
          </a:p>
          <a:p>
            <a:r>
              <a:rPr lang="en-GB" dirty="0"/>
              <a:t>Signal gets repeated over and over, each time with less amplitude</a:t>
            </a:r>
          </a:p>
          <a:p>
            <a:r>
              <a:rPr lang="en-GB" dirty="0"/>
              <a:t>Lots of variations</a:t>
            </a:r>
          </a:p>
          <a:p>
            <a:pPr lvl="1"/>
            <a:r>
              <a:rPr lang="en-GB" dirty="0"/>
              <a:t>Add original to feedback signal </a:t>
            </a:r>
            <a:r>
              <a:rPr lang="en-GB" dirty="0">
                <a:sym typeface="Wingdings" panose="05000000000000000000" pitchFamily="2" charset="2"/>
              </a:rPr>
              <a:t></a:t>
            </a:r>
            <a:r>
              <a:rPr lang="en-GB" dirty="0"/>
              <a:t> dry/wet mix</a:t>
            </a:r>
          </a:p>
          <a:p>
            <a:pPr lvl="1"/>
            <a:r>
              <a:rPr lang="en-GB" dirty="0"/>
              <a:t>Send output of feedback gain to output </a:t>
            </a:r>
          </a:p>
        </p:txBody>
      </p:sp>
    </p:spTree>
    <p:extLst>
      <p:ext uri="{BB962C8B-B14F-4D97-AF65-F5344CB8AC3E}">
        <p14:creationId xmlns:p14="http://schemas.microsoft.com/office/powerpoint/2010/main" val="90723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sah 1"/>
          <p:cNvSpPr>
            <a:spLocks noGrp="1"/>
          </p:cNvSpPr>
          <p:nvPr>
            <p:ph idx="1"/>
          </p:nvPr>
        </p:nvSpPr>
        <p:spPr>
          <a:xfrm>
            <a:off x="-8466" y="592667"/>
            <a:ext cx="4388442" cy="870374"/>
          </a:xfrm>
        </p:spPr>
        <p:txBody>
          <a:bodyPr>
            <a:normAutofit/>
          </a:bodyPr>
          <a:lstStyle/>
          <a:p>
            <a:r>
              <a:rPr lang="en-US" sz="2600" dirty="0"/>
              <a:t>Use the delay node to create delay with feedback</a:t>
            </a:r>
          </a:p>
        </p:txBody>
      </p:sp>
      <p:sp>
        <p:nvSpPr>
          <p:cNvPr id="6" name="Nadpis 5"/>
          <p:cNvSpPr>
            <a:spLocks noGrp="1"/>
          </p:cNvSpPr>
          <p:nvPr>
            <p:ph type="title"/>
          </p:nvPr>
        </p:nvSpPr>
        <p:spPr>
          <a:xfrm>
            <a:off x="609600" y="0"/>
            <a:ext cx="10744200" cy="677333"/>
          </a:xfrm>
        </p:spPr>
        <p:txBody>
          <a:bodyPr>
            <a:normAutofit fontScale="90000"/>
          </a:bodyPr>
          <a:lstStyle/>
          <a:p>
            <a:r>
              <a:rPr lang="en-US" dirty="0"/>
              <a:t>Feedback Delay</a:t>
            </a:r>
            <a:endParaRPr lang="cs-CZ" dirty="0"/>
          </a:p>
        </p:txBody>
      </p:sp>
      <p:sp>
        <p:nvSpPr>
          <p:cNvPr id="7" name="Rectangle 6"/>
          <p:cNvSpPr/>
          <p:nvPr/>
        </p:nvSpPr>
        <p:spPr>
          <a:xfrm>
            <a:off x="7101621" y="275771"/>
            <a:ext cx="5045372" cy="5747727"/>
          </a:xfrm>
          <a:prstGeom prst="rect">
            <a:avLst/>
          </a:prstGeom>
          <a:solidFill>
            <a:schemeClr val="tx1"/>
          </a:solidFill>
        </p:spPr>
        <p:txBody>
          <a:bodyPr wrap="square">
            <a:spAutoFit/>
          </a:bodyPr>
          <a:lstStyle/>
          <a:p>
            <a:pPr>
              <a:spcBef>
                <a:spcPts val="300"/>
              </a:spcBef>
            </a:pPr>
            <a:r>
              <a:rPr lang="en-GB" sz="1600" dirty="0">
                <a:solidFill>
                  <a:srgbClr val="66D9EF"/>
                </a:solidFill>
                <a:latin typeface="Monaco"/>
              </a:rPr>
              <a:t>var</a:t>
            </a:r>
            <a:r>
              <a:rPr lang="en-GB" sz="1600" dirty="0">
                <a:solidFill>
                  <a:srgbClr val="F8F8F2"/>
                </a:solidFill>
                <a:latin typeface="Monaco"/>
              </a:rPr>
              <a:t> </a:t>
            </a:r>
            <a:r>
              <a:rPr lang="en-GB" sz="1600" dirty="0">
                <a:solidFill>
                  <a:srgbClr val="A6E22E"/>
                </a:solidFill>
                <a:latin typeface="Monaco"/>
              </a:rPr>
              <a:t>context</a:t>
            </a:r>
            <a:r>
              <a:rPr lang="en-GB" sz="1600" dirty="0">
                <a:solidFill>
                  <a:srgbClr val="F8F8F2"/>
                </a:solidFill>
                <a:latin typeface="Monaco"/>
              </a:rPr>
              <a:t> </a:t>
            </a:r>
            <a:r>
              <a:rPr lang="en-GB" sz="1600" dirty="0">
                <a:solidFill>
                  <a:srgbClr val="F92672"/>
                </a:solidFill>
                <a:latin typeface="Monaco"/>
              </a:rPr>
              <a:t>=</a:t>
            </a:r>
            <a:r>
              <a:rPr lang="en-GB" sz="1600" dirty="0">
                <a:solidFill>
                  <a:srgbClr val="F8F8F2"/>
                </a:solidFill>
                <a:latin typeface="Monaco"/>
              </a:rPr>
              <a:t> </a:t>
            </a:r>
            <a:r>
              <a:rPr lang="en-GB" sz="1600" dirty="0">
                <a:solidFill>
                  <a:srgbClr val="66D9EF"/>
                </a:solidFill>
                <a:latin typeface="Monaco"/>
              </a:rPr>
              <a:t>new</a:t>
            </a:r>
            <a:r>
              <a:rPr lang="en-GB" sz="1600" dirty="0">
                <a:solidFill>
                  <a:srgbClr val="F8F8F2"/>
                </a:solidFill>
                <a:latin typeface="Monaco"/>
              </a:rPr>
              <a:t> </a:t>
            </a:r>
            <a:r>
              <a:rPr lang="en-GB" sz="1600" dirty="0" err="1">
                <a:solidFill>
                  <a:srgbClr val="A6E22E"/>
                </a:solidFill>
                <a:latin typeface="Monaco"/>
              </a:rPr>
              <a:t>AudioContext</a:t>
            </a:r>
            <a:r>
              <a:rPr lang="en-GB" sz="1600" dirty="0">
                <a:solidFill>
                  <a:srgbClr val="F8F8F2"/>
                </a:solidFill>
                <a:latin typeface="Monaco"/>
              </a:rPr>
              <a:t>()</a:t>
            </a:r>
          </a:p>
          <a:p>
            <a:pPr>
              <a:spcBef>
                <a:spcPts val="300"/>
              </a:spcBef>
            </a:pPr>
            <a:r>
              <a:rPr lang="en-GB" sz="1600" dirty="0">
                <a:solidFill>
                  <a:srgbClr val="66D9EF"/>
                </a:solidFill>
                <a:latin typeface="Monaco"/>
              </a:rPr>
              <a:t>let</a:t>
            </a:r>
            <a:r>
              <a:rPr lang="en-GB" sz="1600" dirty="0">
                <a:solidFill>
                  <a:srgbClr val="F8F8F2"/>
                </a:solidFill>
                <a:latin typeface="Monaco"/>
              </a:rPr>
              <a:t> </a:t>
            </a:r>
            <a:r>
              <a:rPr lang="en-GB" sz="1600" dirty="0">
                <a:solidFill>
                  <a:srgbClr val="A6E22E"/>
                </a:solidFill>
                <a:latin typeface="Monaco"/>
              </a:rPr>
              <a:t>tone</a:t>
            </a:r>
            <a:r>
              <a:rPr lang="en-GB" sz="1600" dirty="0">
                <a:solidFill>
                  <a:srgbClr val="F8F8F2"/>
                </a:solidFill>
                <a:latin typeface="Monaco"/>
              </a:rPr>
              <a:t> </a:t>
            </a:r>
            <a:r>
              <a:rPr lang="en-GB" sz="1600" dirty="0">
                <a:solidFill>
                  <a:srgbClr val="F92672"/>
                </a:solidFill>
                <a:latin typeface="Monaco"/>
              </a:rPr>
              <a:t>=</a:t>
            </a:r>
            <a:r>
              <a:rPr lang="en-GB" sz="1600" dirty="0">
                <a:solidFill>
                  <a:srgbClr val="F8F8F2"/>
                </a:solidFill>
                <a:latin typeface="Monaco"/>
              </a:rPr>
              <a:t> </a:t>
            </a:r>
            <a:r>
              <a:rPr lang="en-GB" sz="1600" dirty="0">
                <a:solidFill>
                  <a:srgbClr val="66D9EF"/>
                </a:solidFill>
                <a:latin typeface="Monaco"/>
              </a:rPr>
              <a:t>new</a:t>
            </a:r>
            <a:r>
              <a:rPr lang="en-GB" sz="1600" dirty="0">
                <a:solidFill>
                  <a:srgbClr val="F8F8F2"/>
                </a:solidFill>
                <a:latin typeface="Monaco"/>
              </a:rPr>
              <a:t> </a:t>
            </a:r>
            <a:r>
              <a:rPr lang="en-GB" sz="1600" dirty="0" err="1">
                <a:solidFill>
                  <a:srgbClr val="A6E22E"/>
                </a:solidFill>
                <a:latin typeface="Monaco"/>
              </a:rPr>
              <a:t>OscillatorNode</a:t>
            </a:r>
            <a:r>
              <a:rPr lang="en-GB" sz="1600" dirty="0">
                <a:solidFill>
                  <a:srgbClr val="F8F8F2"/>
                </a:solidFill>
                <a:latin typeface="Monaco"/>
              </a:rPr>
              <a:t>(</a:t>
            </a:r>
            <a:r>
              <a:rPr lang="en-GB" sz="1600" dirty="0">
                <a:solidFill>
                  <a:srgbClr val="A6E22E"/>
                </a:solidFill>
                <a:latin typeface="Monaco"/>
              </a:rPr>
              <a:t>context</a:t>
            </a:r>
            <a:r>
              <a:rPr lang="en-GB" sz="1600" dirty="0">
                <a:solidFill>
                  <a:srgbClr val="F8F8F2"/>
                </a:solidFill>
                <a:latin typeface="Monaco"/>
              </a:rPr>
              <a:t>,{</a:t>
            </a:r>
            <a:r>
              <a:rPr lang="en-GB" sz="1600" dirty="0">
                <a:solidFill>
                  <a:srgbClr val="A6E22E"/>
                </a:solidFill>
                <a:latin typeface="Monaco"/>
              </a:rPr>
              <a:t>frequency</a:t>
            </a:r>
            <a:r>
              <a:rPr lang="en-GB" sz="1600" dirty="0">
                <a:solidFill>
                  <a:srgbClr val="F92672"/>
                </a:solidFill>
                <a:latin typeface="Monaco"/>
              </a:rPr>
              <a:t>:</a:t>
            </a:r>
            <a:r>
              <a:rPr lang="en-GB" sz="1600" dirty="0">
                <a:solidFill>
                  <a:srgbClr val="AE81FF"/>
                </a:solidFill>
                <a:latin typeface="Monaco"/>
              </a:rPr>
              <a:t>2000</a:t>
            </a:r>
            <a:r>
              <a:rPr lang="en-GB" sz="1600" dirty="0">
                <a:solidFill>
                  <a:srgbClr val="F8F8F2"/>
                </a:solidFill>
                <a:latin typeface="Monaco"/>
              </a:rPr>
              <a:t>})</a:t>
            </a:r>
          </a:p>
          <a:p>
            <a:pPr>
              <a:spcBef>
                <a:spcPts val="300"/>
              </a:spcBef>
            </a:pPr>
            <a:r>
              <a:rPr lang="en-GB" sz="1600" dirty="0" err="1">
                <a:solidFill>
                  <a:srgbClr val="A6E22E"/>
                </a:solidFill>
                <a:latin typeface="Monaco"/>
              </a:rPr>
              <a:t>tone</a:t>
            </a:r>
            <a:r>
              <a:rPr lang="en-GB" sz="1600" dirty="0" err="1">
                <a:solidFill>
                  <a:srgbClr val="F8F8F2"/>
                </a:solidFill>
                <a:latin typeface="Monaco"/>
              </a:rPr>
              <a:t>.</a:t>
            </a:r>
            <a:r>
              <a:rPr lang="en-GB" sz="1600" dirty="0" err="1">
                <a:solidFill>
                  <a:srgbClr val="A6E22E"/>
                </a:solidFill>
                <a:latin typeface="Monaco"/>
              </a:rPr>
              <a:t>start</a:t>
            </a:r>
            <a:r>
              <a:rPr lang="en-GB" sz="1600" dirty="0">
                <a:solidFill>
                  <a:srgbClr val="F8F8F2"/>
                </a:solidFill>
                <a:latin typeface="Monaco"/>
              </a:rPr>
              <a:t>()</a:t>
            </a:r>
          </a:p>
          <a:p>
            <a:pPr>
              <a:spcBef>
                <a:spcPts val="300"/>
              </a:spcBef>
            </a:pPr>
            <a:r>
              <a:rPr lang="en-GB" sz="1600" dirty="0" err="1">
                <a:solidFill>
                  <a:srgbClr val="A6E22E"/>
                </a:solidFill>
                <a:latin typeface="Monaco"/>
              </a:rPr>
              <a:t>toneGain</a:t>
            </a:r>
            <a:r>
              <a:rPr lang="en-GB" sz="1600" dirty="0">
                <a:solidFill>
                  <a:srgbClr val="F8F8F2"/>
                </a:solidFill>
                <a:latin typeface="Monaco"/>
              </a:rPr>
              <a:t> </a:t>
            </a:r>
            <a:r>
              <a:rPr lang="en-GB" sz="1600" dirty="0">
                <a:solidFill>
                  <a:srgbClr val="F92672"/>
                </a:solidFill>
                <a:latin typeface="Monaco"/>
              </a:rPr>
              <a:t>=</a:t>
            </a:r>
            <a:r>
              <a:rPr lang="en-GB" sz="1600" dirty="0">
                <a:solidFill>
                  <a:srgbClr val="F8F8F2"/>
                </a:solidFill>
                <a:latin typeface="Monaco"/>
              </a:rPr>
              <a:t> </a:t>
            </a:r>
            <a:r>
              <a:rPr lang="en-GB" sz="1600" dirty="0">
                <a:solidFill>
                  <a:srgbClr val="66D9EF"/>
                </a:solidFill>
                <a:latin typeface="Monaco"/>
              </a:rPr>
              <a:t>new</a:t>
            </a:r>
            <a:r>
              <a:rPr lang="en-GB" sz="1600" dirty="0">
                <a:solidFill>
                  <a:srgbClr val="F8F8F2"/>
                </a:solidFill>
                <a:latin typeface="Monaco"/>
              </a:rPr>
              <a:t> </a:t>
            </a:r>
            <a:r>
              <a:rPr lang="en-GB" sz="1600" dirty="0" err="1">
                <a:solidFill>
                  <a:srgbClr val="A6E22E"/>
                </a:solidFill>
                <a:latin typeface="Monaco"/>
              </a:rPr>
              <a:t>GainNode</a:t>
            </a:r>
            <a:r>
              <a:rPr lang="en-GB" sz="1600" dirty="0">
                <a:solidFill>
                  <a:srgbClr val="F8F8F2"/>
                </a:solidFill>
                <a:latin typeface="Monaco"/>
              </a:rPr>
              <a:t>(</a:t>
            </a:r>
            <a:r>
              <a:rPr lang="en-GB" sz="1600" dirty="0">
                <a:solidFill>
                  <a:srgbClr val="A6E22E"/>
                </a:solidFill>
                <a:latin typeface="Monaco"/>
              </a:rPr>
              <a:t>context</a:t>
            </a:r>
            <a:r>
              <a:rPr lang="en-GB" sz="1600" dirty="0">
                <a:solidFill>
                  <a:srgbClr val="F8F8F2"/>
                </a:solidFill>
                <a:latin typeface="Monaco"/>
              </a:rPr>
              <a:t>,{</a:t>
            </a:r>
            <a:r>
              <a:rPr lang="en-GB" sz="1600" dirty="0">
                <a:solidFill>
                  <a:srgbClr val="A6E22E"/>
                </a:solidFill>
                <a:latin typeface="Monaco"/>
              </a:rPr>
              <a:t>gain</a:t>
            </a:r>
            <a:r>
              <a:rPr lang="en-GB" sz="1600" dirty="0">
                <a:solidFill>
                  <a:srgbClr val="F92672"/>
                </a:solidFill>
                <a:latin typeface="Monaco"/>
              </a:rPr>
              <a:t>:</a:t>
            </a:r>
            <a:r>
              <a:rPr lang="en-GB" sz="1600" dirty="0">
                <a:solidFill>
                  <a:srgbClr val="AE81FF"/>
                </a:solidFill>
                <a:latin typeface="Monaco"/>
              </a:rPr>
              <a:t>0</a:t>
            </a:r>
            <a:r>
              <a:rPr lang="en-GB" sz="1600" dirty="0">
                <a:solidFill>
                  <a:srgbClr val="F8F8F2"/>
                </a:solidFill>
                <a:latin typeface="Monaco"/>
              </a:rPr>
              <a:t>})</a:t>
            </a:r>
          </a:p>
          <a:p>
            <a:pPr>
              <a:spcBef>
                <a:spcPts val="300"/>
              </a:spcBef>
            </a:pPr>
            <a:r>
              <a:rPr lang="en-GB" sz="1600" dirty="0">
                <a:solidFill>
                  <a:srgbClr val="66D9EF"/>
                </a:solidFill>
                <a:latin typeface="Monaco"/>
              </a:rPr>
              <a:t>var</a:t>
            </a:r>
            <a:r>
              <a:rPr lang="en-GB" sz="1600" dirty="0">
                <a:solidFill>
                  <a:srgbClr val="F8F8F2"/>
                </a:solidFill>
                <a:latin typeface="Monaco"/>
              </a:rPr>
              <a:t> </a:t>
            </a:r>
            <a:r>
              <a:rPr lang="en-GB" sz="1600" dirty="0">
                <a:solidFill>
                  <a:srgbClr val="A6E22E"/>
                </a:solidFill>
                <a:latin typeface="Monaco"/>
              </a:rPr>
              <a:t>delay</a:t>
            </a:r>
            <a:r>
              <a:rPr lang="en-GB" sz="1600" dirty="0">
                <a:solidFill>
                  <a:srgbClr val="F92672"/>
                </a:solidFill>
                <a:latin typeface="Monaco"/>
              </a:rPr>
              <a:t>=</a:t>
            </a:r>
            <a:r>
              <a:rPr lang="en-GB" sz="1600" dirty="0">
                <a:solidFill>
                  <a:srgbClr val="F8F8F2"/>
                </a:solidFill>
                <a:latin typeface="Monaco"/>
              </a:rPr>
              <a:t> </a:t>
            </a:r>
            <a:r>
              <a:rPr lang="en-GB" sz="1600" dirty="0">
                <a:solidFill>
                  <a:srgbClr val="66D9EF"/>
                </a:solidFill>
                <a:latin typeface="Monaco"/>
              </a:rPr>
              <a:t>new</a:t>
            </a:r>
            <a:r>
              <a:rPr lang="en-GB" sz="1600" dirty="0">
                <a:solidFill>
                  <a:srgbClr val="F8F8F2"/>
                </a:solidFill>
                <a:latin typeface="Monaco"/>
              </a:rPr>
              <a:t> </a:t>
            </a:r>
            <a:r>
              <a:rPr lang="en-GB" sz="1600" dirty="0" err="1">
                <a:solidFill>
                  <a:srgbClr val="A6E22E"/>
                </a:solidFill>
                <a:latin typeface="Monaco"/>
              </a:rPr>
              <a:t>DelayNode</a:t>
            </a:r>
            <a:r>
              <a:rPr lang="en-GB" sz="1600" dirty="0">
                <a:solidFill>
                  <a:srgbClr val="F8F8F2"/>
                </a:solidFill>
                <a:latin typeface="Monaco"/>
              </a:rPr>
              <a:t>(</a:t>
            </a:r>
            <a:r>
              <a:rPr lang="en-GB" sz="1600" dirty="0">
                <a:solidFill>
                  <a:srgbClr val="A6E22E"/>
                </a:solidFill>
                <a:latin typeface="Monaco"/>
              </a:rPr>
              <a:t>context</a:t>
            </a:r>
            <a:r>
              <a:rPr lang="en-GB" sz="1600" dirty="0">
                <a:solidFill>
                  <a:srgbClr val="F8F8F2"/>
                </a:solidFill>
                <a:latin typeface="Monaco"/>
              </a:rPr>
              <a:t>,{</a:t>
            </a:r>
            <a:r>
              <a:rPr lang="en-GB" sz="1600" dirty="0">
                <a:solidFill>
                  <a:srgbClr val="A6E22E"/>
                </a:solidFill>
                <a:latin typeface="Monaco"/>
              </a:rPr>
              <a:t>delayTime</a:t>
            </a:r>
            <a:r>
              <a:rPr lang="en-GB" sz="1600" dirty="0">
                <a:solidFill>
                  <a:srgbClr val="F92672"/>
                </a:solidFill>
                <a:latin typeface="Monaco"/>
              </a:rPr>
              <a:t>:</a:t>
            </a:r>
            <a:r>
              <a:rPr lang="en-GB" sz="1600" dirty="0">
                <a:solidFill>
                  <a:srgbClr val="AE81FF"/>
                </a:solidFill>
                <a:latin typeface="Monaco"/>
              </a:rPr>
              <a:t>0.08</a:t>
            </a:r>
            <a:r>
              <a:rPr lang="en-GB" sz="1600" dirty="0">
                <a:solidFill>
                  <a:srgbClr val="F8F8F2"/>
                </a:solidFill>
                <a:latin typeface="Monaco"/>
              </a:rPr>
              <a:t>})</a:t>
            </a:r>
          </a:p>
          <a:p>
            <a:pPr>
              <a:spcBef>
                <a:spcPts val="300"/>
              </a:spcBef>
            </a:pPr>
            <a:r>
              <a:rPr lang="en-GB" sz="1600" dirty="0">
                <a:solidFill>
                  <a:srgbClr val="66D9EF"/>
                </a:solidFill>
                <a:latin typeface="Monaco"/>
              </a:rPr>
              <a:t>var</a:t>
            </a:r>
            <a:r>
              <a:rPr lang="en-GB" sz="1600" dirty="0">
                <a:solidFill>
                  <a:srgbClr val="F8F8F2"/>
                </a:solidFill>
                <a:latin typeface="Monaco"/>
              </a:rPr>
              <a:t> </a:t>
            </a:r>
            <a:r>
              <a:rPr lang="en-GB" sz="1600" dirty="0">
                <a:solidFill>
                  <a:srgbClr val="A6E22E"/>
                </a:solidFill>
                <a:latin typeface="Monaco"/>
              </a:rPr>
              <a:t>feedback</a:t>
            </a:r>
            <a:r>
              <a:rPr lang="en-GB" sz="1600" dirty="0">
                <a:solidFill>
                  <a:srgbClr val="F92672"/>
                </a:solidFill>
                <a:latin typeface="Monaco"/>
              </a:rPr>
              <a:t>=</a:t>
            </a:r>
            <a:r>
              <a:rPr lang="en-GB" sz="1600" dirty="0">
                <a:solidFill>
                  <a:srgbClr val="F8F8F2"/>
                </a:solidFill>
                <a:latin typeface="Monaco"/>
              </a:rPr>
              <a:t> </a:t>
            </a:r>
            <a:r>
              <a:rPr lang="en-GB" sz="1600" dirty="0">
                <a:solidFill>
                  <a:srgbClr val="66D9EF"/>
                </a:solidFill>
                <a:latin typeface="Monaco"/>
              </a:rPr>
              <a:t>new</a:t>
            </a:r>
            <a:r>
              <a:rPr lang="en-GB" sz="1600" dirty="0">
                <a:solidFill>
                  <a:srgbClr val="F8F8F2"/>
                </a:solidFill>
                <a:latin typeface="Monaco"/>
              </a:rPr>
              <a:t> </a:t>
            </a:r>
            <a:r>
              <a:rPr lang="en-GB" sz="1600" dirty="0" err="1">
                <a:solidFill>
                  <a:srgbClr val="A6E22E"/>
                </a:solidFill>
                <a:latin typeface="Monaco"/>
              </a:rPr>
              <a:t>GainNode</a:t>
            </a:r>
            <a:r>
              <a:rPr lang="en-GB" sz="1600" dirty="0">
                <a:solidFill>
                  <a:srgbClr val="F8F8F2"/>
                </a:solidFill>
                <a:latin typeface="Monaco"/>
              </a:rPr>
              <a:t>(</a:t>
            </a:r>
            <a:r>
              <a:rPr lang="en-GB" sz="1600" dirty="0">
                <a:solidFill>
                  <a:srgbClr val="A6E22E"/>
                </a:solidFill>
                <a:latin typeface="Monaco"/>
              </a:rPr>
              <a:t>context</a:t>
            </a:r>
            <a:r>
              <a:rPr lang="en-GB" sz="1600" dirty="0">
                <a:solidFill>
                  <a:srgbClr val="F8F8F2"/>
                </a:solidFill>
                <a:latin typeface="Monaco"/>
              </a:rPr>
              <a:t>,{</a:t>
            </a:r>
            <a:r>
              <a:rPr lang="en-GB" sz="1600" dirty="0">
                <a:solidFill>
                  <a:srgbClr val="A6E22E"/>
                </a:solidFill>
                <a:latin typeface="Monaco"/>
              </a:rPr>
              <a:t>gain</a:t>
            </a:r>
            <a:r>
              <a:rPr lang="en-GB" sz="1600" dirty="0">
                <a:solidFill>
                  <a:srgbClr val="F92672"/>
                </a:solidFill>
                <a:latin typeface="Monaco"/>
              </a:rPr>
              <a:t>:</a:t>
            </a:r>
            <a:r>
              <a:rPr lang="en-GB" sz="1600" dirty="0">
                <a:solidFill>
                  <a:srgbClr val="AE81FF"/>
                </a:solidFill>
                <a:latin typeface="Monaco"/>
              </a:rPr>
              <a:t>0.8</a:t>
            </a:r>
            <a:r>
              <a:rPr lang="en-GB" sz="1600" dirty="0">
                <a:solidFill>
                  <a:srgbClr val="F8F8F2"/>
                </a:solidFill>
                <a:latin typeface="Monaco"/>
              </a:rPr>
              <a:t>})</a:t>
            </a:r>
          </a:p>
          <a:p>
            <a:pPr>
              <a:spcBef>
                <a:spcPts val="300"/>
              </a:spcBef>
            </a:pPr>
            <a:r>
              <a:rPr lang="en-GB" sz="1600" dirty="0" err="1">
                <a:solidFill>
                  <a:srgbClr val="A6E22E"/>
                </a:solidFill>
                <a:latin typeface="Monaco"/>
              </a:rPr>
              <a:t>tone</a:t>
            </a:r>
            <a:r>
              <a:rPr lang="en-GB" sz="1600" dirty="0" err="1">
                <a:solidFill>
                  <a:srgbClr val="F8F8F2"/>
                </a:solidFill>
                <a:latin typeface="Monaco"/>
              </a:rPr>
              <a:t>.</a:t>
            </a:r>
            <a:r>
              <a:rPr lang="en-GB" sz="1600" dirty="0" err="1">
                <a:solidFill>
                  <a:srgbClr val="A6E22E"/>
                </a:solidFill>
                <a:latin typeface="Monaco"/>
              </a:rPr>
              <a:t>connect</a:t>
            </a:r>
            <a:r>
              <a:rPr lang="en-GB" sz="1600" dirty="0">
                <a:solidFill>
                  <a:srgbClr val="F8F8F2"/>
                </a:solidFill>
                <a:latin typeface="Monaco"/>
              </a:rPr>
              <a:t>(</a:t>
            </a:r>
            <a:r>
              <a:rPr lang="en-GB" sz="1600" dirty="0" err="1">
                <a:solidFill>
                  <a:srgbClr val="A6E22E"/>
                </a:solidFill>
                <a:latin typeface="Monaco"/>
              </a:rPr>
              <a:t>toneGain</a:t>
            </a:r>
            <a:r>
              <a:rPr lang="en-GB" sz="1600" dirty="0">
                <a:solidFill>
                  <a:srgbClr val="F8F8F2"/>
                </a:solidFill>
                <a:latin typeface="Monaco"/>
              </a:rPr>
              <a:t>)</a:t>
            </a:r>
          </a:p>
          <a:p>
            <a:pPr>
              <a:spcBef>
                <a:spcPts val="300"/>
              </a:spcBef>
            </a:pPr>
            <a:r>
              <a:rPr lang="en-GB" sz="1600" dirty="0" err="1">
                <a:solidFill>
                  <a:srgbClr val="A6E22E"/>
                </a:solidFill>
                <a:latin typeface="Monaco"/>
              </a:rPr>
              <a:t>toneGain</a:t>
            </a:r>
            <a:r>
              <a:rPr lang="en-GB" sz="1600" dirty="0" err="1">
                <a:solidFill>
                  <a:srgbClr val="F8F8F2"/>
                </a:solidFill>
                <a:latin typeface="Monaco"/>
              </a:rPr>
              <a:t>.</a:t>
            </a:r>
            <a:r>
              <a:rPr lang="en-GB" sz="1600" dirty="0" err="1">
                <a:solidFill>
                  <a:srgbClr val="A6E22E"/>
                </a:solidFill>
                <a:latin typeface="Monaco"/>
              </a:rPr>
              <a:t>connect</a:t>
            </a:r>
            <a:r>
              <a:rPr lang="en-GB" sz="1600" dirty="0">
                <a:solidFill>
                  <a:srgbClr val="F8F8F2"/>
                </a:solidFill>
                <a:latin typeface="Monaco"/>
              </a:rPr>
              <a:t>(</a:t>
            </a:r>
            <a:r>
              <a:rPr lang="en-GB" sz="1600" dirty="0">
                <a:solidFill>
                  <a:srgbClr val="A6E22E"/>
                </a:solidFill>
                <a:latin typeface="Monaco"/>
              </a:rPr>
              <a:t>delay</a:t>
            </a:r>
            <a:r>
              <a:rPr lang="en-GB" sz="1600" dirty="0">
                <a:solidFill>
                  <a:srgbClr val="F8F8F2"/>
                </a:solidFill>
                <a:latin typeface="Monaco"/>
              </a:rPr>
              <a:t>)</a:t>
            </a:r>
          </a:p>
          <a:p>
            <a:pPr>
              <a:spcBef>
                <a:spcPts val="300"/>
              </a:spcBef>
            </a:pPr>
            <a:r>
              <a:rPr lang="en-GB" sz="1600" dirty="0" err="1">
                <a:solidFill>
                  <a:srgbClr val="A6E22E"/>
                </a:solidFill>
                <a:latin typeface="Monaco"/>
              </a:rPr>
              <a:t>delay</a:t>
            </a:r>
            <a:r>
              <a:rPr lang="en-GB" sz="1600" dirty="0" err="1">
                <a:solidFill>
                  <a:srgbClr val="F8F8F2"/>
                </a:solidFill>
                <a:latin typeface="Monaco"/>
              </a:rPr>
              <a:t>.</a:t>
            </a:r>
            <a:r>
              <a:rPr lang="en-GB" sz="1600" dirty="0" err="1">
                <a:solidFill>
                  <a:srgbClr val="A6E22E"/>
                </a:solidFill>
                <a:latin typeface="Monaco"/>
              </a:rPr>
              <a:t>connect</a:t>
            </a:r>
            <a:r>
              <a:rPr lang="en-GB" sz="1600" dirty="0">
                <a:solidFill>
                  <a:srgbClr val="F8F8F2"/>
                </a:solidFill>
                <a:latin typeface="Monaco"/>
              </a:rPr>
              <a:t>(</a:t>
            </a:r>
            <a:r>
              <a:rPr lang="en-GB" sz="1600" dirty="0">
                <a:solidFill>
                  <a:srgbClr val="A6E22E"/>
                </a:solidFill>
                <a:latin typeface="Monaco"/>
              </a:rPr>
              <a:t>feedback</a:t>
            </a:r>
            <a:r>
              <a:rPr lang="en-GB" sz="1600" dirty="0">
                <a:solidFill>
                  <a:srgbClr val="F8F8F2"/>
                </a:solidFill>
                <a:latin typeface="Monaco"/>
              </a:rPr>
              <a:t>)</a:t>
            </a:r>
          </a:p>
          <a:p>
            <a:pPr>
              <a:spcBef>
                <a:spcPts val="300"/>
              </a:spcBef>
            </a:pPr>
            <a:r>
              <a:rPr lang="en-GB" sz="1600" dirty="0" err="1">
                <a:solidFill>
                  <a:srgbClr val="A6E22E"/>
                </a:solidFill>
                <a:latin typeface="Monaco"/>
              </a:rPr>
              <a:t>feedback</a:t>
            </a:r>
            <a:r>
              <a:rPr lang="en-GB" sz="1600" dirty="0" err="1">
                <a:solidFill>
                  <a:srgbClr val="F8F8F2"/>
                </a:solidFill>
                <a:latin typeface="Monaco"/>
              </a:rPr>
              <a:t>.</a:t>
            </a:r>
            <a:r>
              <a:rPr lang="en-GB" sz="1600" dirty="0" err="1">
                <a:solidFill>
                  <a:srgbClr val="A6E22E"/>
                </a:solidFill>
                <a:latin typeface="Monaco"/>
              </a:rPr>
              <a:t>connect</a:t>
            </a:r>
            <a:r>
              <a:rPr lang="en-GB" sz="1600" dirty="0">
                <a:solidFill>
                  <a:srgbClr val="F8F8F2"/>
                </a:solidFill>
                <a:latin typeface="Monaco"/>
              </a:rPr>
              <a:t>(</a:t>
            </a:r>
            <a:r>
              <a:rPr lang="en-GB" sz="1600" dirty="0">
                <a:solidFill>
                  <a:srgbClr val="A6E22E"/>
                </a:solidFill>
                <a:latin typeface="Monaco"/>
              </a:rPr>
              <a:t>delay</a:t>
            </a:r>
            <a:r>
              <a:rPr lang="en-GB" sz="1600" dirty="0">
                <a:solidFill>
                  <a:srgbClr val="F8F8F2"/>
                </a:solidFill>
                <a:latin typeface="Monaco"/>
              </a:rPr>
              <a:t>)</a:t>
            </a:r>
          </a:p>
          <a:p>
            <a:pPr>
              <a:spcBef>
                <a:spcPts val="300"/>
              </a:spcBef>
            </a:pPr>
            <a:r>
              <a:rPr lang="en-GB" sz="1600" dirty="0" err="1">
                <a:solidFill>
                  <a:srgbClr val="A6E22E"/>
                </a:solidFill>
                <a:latin typeface="Monaco"/>
              </a:rPr>
              <a:t>delay</a:t>
            </a:r>
            <a:r>
              <a:rPr lang="en-GB" sz="1600" dirty="0" err="1">
                <a:solidFill>
                  <a:srgbClr val="F8F8F2"/>
                </a:solidFill>
                <a:latin typeface="Monaco"/>
              </a:rPr>
              <a:t>.</a:t>
            </a:r>
            <a:r>
              <a:rPr lang="en-GB" sz="1600" dirty="0" err="1">
                <a:solidFill>
                  <a:srgbClr val="A6E22E"/>
                </a:solidFill>
                <a:latin typeface="Monaco"/>
              </a:rPr>
              <a:t>connect</a:t>
            </a:r>
            <a:r>
              <a:rPr lang="en-GB" sz="1600" dirty="0">
                <a:solidFill>
                  <a:srgbClr val="F8F8F2"/>
                </a:solidFill>
                <a:latin typeface="Monaco"/>
              </a:rPr>
              <a:t>(</a:t>
            </a:r>
            <a:r>
              <a:rPr lang="en-GB" sz="1600" dirty="0" err="1">
                <a:solidFill>
                  <a:srgbClr val="A6E22E"/>
                </a:solidFill>
                <a:latin typeface="Monaco"/>
              </a:rPr>
              <a:t>context</a:t>
            </a:r>
            <a:r>
              <a:rPr lang="en-GB" sz="1600" dirty="0" err="1">
                <a:solidFill>
                  <a:srgbClr val="F8F8F2"/>
                </a:solidFill>
                <a:latin typeface="Monaco"/>
              </a:rPr>
              <a:t>.</a:t>
            </a:r>
            <a:r>
              <a:rPr lang="en-GB" sz="1600" dirty="0" err="1">
                <a:solidFill>
                  <a:srgbClr val="A6E22E"/>
                </a:solidFill>
                <a:latin typeface="Monaco"/>
              </a:rPr>
              <a:t>destination</a:t>
            </a:r>
            <a:r>
              <a:rPr lang="en-GB" sz="1600" dirty="0">
                <a:solidFill>
                  <a:srgbClr val="F8F8F2"/>
                </a:solidFill>
                <a:latin typeface="Monaco"/>
              </a:rPr>
              <a:t>)</a:t>
            </a:r>
          </a:p>
          <a:p>
            <a:pPr>
              <a:spcBef>
                <a:spcPts val="300"/>
              </a:spcBef>
            </a:pPr>
            <a:r>
              <a:rPr lang="en-GB" sz="1600" dirty="0" err="1">
                <a:solidFill>
                  <a:srgbClr val="A6E22E"/>
                </a:solidFill>
                <a:latin typeface="Monaco"/>
              </a:rPr>
              <a:t>Delay</a:t>
            </a:r>
            <a:r>
              <a:rPr lang="en-GB" sz="1600" dirty="0" err="1">
                <a:solidFill>
                  <a:srgbClr val="F8F8F2"/>
                </a:solidFill>
                <a:latin typeface="Monaco"/>
              </a:rPr>
              <a:t>.</a:t>
            </a:r>
            <a:r>
              <a:rPr lang="en-GB" sz="1600" dirty="0" err="1">
                <a:solidFill>
                  <a:srgbClr val="A6E22E"/>
                </a:solidFill>
                <a:latin typeface="Monaco"/>
              </a:rPr>
              <a:t>oninput</a:t>
            </a:r>
            <a:r>
              <a:rPr lang="en-GB" sz="1600" dirty="0">
                <a:solidFill>
                  <a:srgbClr val="F8F8F2"/>
                </a:solidFill>
                <a:latin typeface="Monaco"/>
              </a:rPr>
              <a:t> </a:t>
            </a:r>
            <a:r>
              <a:rPr lang="en-GB" sz="1600" dirty="0">
                <a:solidFill>
                  <a:srgbClr val="F92672"/>
                </a:solidFill>
                <a:latin typeface="Monaco"/>
              </a:rPr>
              <a:t>=</a:t>
            </a:r>
            <a:r>
              <a:rPr lang="en-GB" sz="1600" dirty="0">
                <a:solidFill>
                  <a:srgbClr val="F8F8F2"/>
                </a:solidFill>
                <a:latin typeface="Monaco"/>
              </a:rPr>
              <a:t> ()</a:t>
            </a:r>
            <a:r>
              <a:rPr lang="en-GB" sz="1600" dirty="0">
                <a:solidFill>
                  <a:srgbClr val="F92672"/>
                </a:solidFill>
                <a:latin typeface="Monaco"/>
              </a:rPr>
              <a:t>=&gt;</a:t>
            </a:r>
            <a:r>
              <a:rPr lang="en-GB" sz="1600" dirty="0">
                <a:solidFill>
                  <a:srgbClr val="F8F8F2"/>
                </a:solidFill>
                <a:latin typeface="Monaco"/>
              </a:rPr>
              <a:t>  </a:t>
            </a:r>
            <a:r>
              <a:rPr lang="en-GB" sz="1600" dirty="0" err="1">
                <a:solidFill>
                  <a:srgbClr val="A6E22E"/>
                </a:solidFill>
                <a:latin typeface="Monaco"/>
              </a:rPr>
              <a:t>delay</a:t>
            </a:r>
            <a:r>
              <a:rPr lang="en-GB" sz="1600" dirty="0" err="1">
                <a:solidFill>
                  <a:srgbClr val="F8F8F2"/>
                </a:solidFill>
                <a:latin typeface="Monaco"/>
              </a:rPr>
              <a:t>.</a:t>
            </a:r>
            <a:r>
              <a:rPr lang="en-GB" sz="1600" dirty="0" err="1">
                <a:solidFill>
                  <a:srgbClr val="A6E22E"/>
                </a:solidFill>
                <a:latin typeface="Monaco"/>
              </a:rPr>
              <a:t>delayTime</a:t>
            </a:r>
            <a:r>
              <a:rPr lang="en-GB" sz="1600" dirty="0" err="1">
                <a:solidFill>
                  <a:srgbClr val="F8F8F2"/>
                </a:solidFill>
                <a:latin typeface="Monaco"/>
              </a:rPr>
              <a:t>.</a:t>
            </a:r>
            <a:r>
              <a:rPr lang="en-GB" sz="1600" dirty="0" err="1">
                <a:solidFill>
                  <a:srgbClr val="A6E22E"/>
                </a:solidFill>
                <a:latin typeface="Monaco"/>
              </a:rPr>
              <a:t>value</a:t>
            </a:r>
            <a:r>
              <a:rPr lang="en-GB" sz="1600" dirty="0">
                <a:solidFill>
                  <a:srgbClr val="F8F8F2"/>
                </a:solidFill>
                <a:latin typeface="Monaco"/>
              </a:rPr>
              <a:t> </a:t>
            </a:r>
            <a:r>
              <a:rPr lang="en-GB" sz="1600" dirty="0">
                <a:solidFill>
                  <a:srgbClr val="F92672"/>
                </a:solidFill>
                <a:latin typeface="Monaco"/>
              </a:rPr>
              <a:t>=</a:t>
            </a:r>
            <a:r>
              <a:rPr lang="en-GB" sz="1600" dirty="0">
                <a:solidFill>
                  <a:srgbClr val="F8F8F2"/>
                </a:solidFill>
                <a:latin typeface="Monaco"/>
              </a:rPr>
              <a:t> </a:t>
            </a:r>
            <a:r>
              <a:rPr lang="en-GB" sz="1600" dirty="0" err="1">
                <a:solidFill>
                  <a:srgbClr val="A6E22E"/>
                </a:solidFill>
                <a:latin typeface="Monaco"/>
              </a:rPr>
              <a:t>Delay</a:t>
            </a:r>
            <a:r>
              <a:rPr lang="en-GB" sz="1600" dirty="0" err="1">
                <a:solidFill>
                  <a:srgbClr val="F8F8F2"/>
                </a:solidFill>
                <a:latin typeface="Monaco"/>
              </a:rPr>
              <a:t>.</a:t>
            </a:r>
            <a:r>
              <a:rPr lang="en-GB" sz="1600" dirty="0" err="1">
                <a:solidFill>
                  <a:srgbClr val="A6E22E"/>
                </a:solidFill>
                <a:latin typeface="Monaco"/>
              </a:rPr>
              <a:t>value</a:t>
            </a:r>
            <a:endParaRPr lang="en-GB" sz="1600" dirty="0">
              <a:solidFill>
                <a:srgbClr val="F8F8F2"/>
              </a:solidFill>
              <a:latin typeface="Monaco"/>
            </a:endParaRPr>
          </a:p>
          <a:p>
            <a:pPr>
              <a:spcBef>
                <a:spcPts val="300"/>
              </a:spcBef>
            </a:pPr>
            <a:r>
              <a:rPr lang="en-GB" sz="1600" dirty="0" err="1">
                <a:solidFill>
                  <a:srgbClr val="A6E22E"/>
                </a:solidFill>
                <a:latin typeface="Monaco"/>
              </a:rPr>
              <a:t>Gain</a:t>
            </a:r>
            <a:r>
              <a:rPr lang="en-GB" sz="1600" dirty="0" err="1">
                <a:solidFill>
                  <a:srgbClr val="F8F8F2"/>
                </a:solidFill>
                <a:latin typeface="Monaco"/>
              </a:rPr>
              <a:t>.</a:t>
            </a:r>
            <a:r>
              <a:rPr lang="en-GB" sz="1600" dirty="0" err="1">
                <a:solidFill>
                  <a:srgbClr val="A6E22E"/>
                </a:solidFill>
                <a:latin typeface="Monaco"/>
              </a:rPr>
              <a:t>oninput</a:t>
            </a:r>
            <a:r>
              <a:rPr lang="en-GB" sz="1600" dirty="0">
                <a:solidFill>
                  <a:srgbClr val="F8F8F2"/>
                </a:solidFill>
                <a:latin typeface="Monaco"/>
              </a:rPr>
              <a:t> </a:t>
            </a:r>
            <a:r>
              <a:rPr lang="en-GB" sz="1600" dirty="0">
                <a:solidFill>
                  <a:srgbClr val="F92672"/>
                </a:solidFill>
                <a:latin typeface="Monaco"/>
              </a:rPr>
              <a:t>=</a:t>
            </a:r>
            <a:r>
              <a:rPr lang="en-GB" sz="1600" dirty="0">
                <a:solidFill>
                  <a:srgbClr val="F8F8F2"/>
                </a:solidFill>
                <a:latin typeface="Monaco"/>
              </a:rPr>
              <a:t> ()</a:t>
            </a:r>
            <a:r>
              <a:rPr lang="en-GB" sz="1600" dirty="0">
                <a:solidFill>
                  <a:srgbClr val="F92672"/>
                </a:solidFill>
                <a:latin typeface="Monaco"/>
              </a:rPr>
              <a:t>=&gt;</a:t>
            </a:r>
            <a:r>
              <a:rPr lang="en-GB" sz="1600" dirty="0">
                <a:solidFill>
                  <a:srgbClr val="F8F8F2"/>
                </a:solidFill>
                <a:latin typeface="Monaco"/>
              </a:rPr>
              <a:t> </a:t>
            </a:r>
            <a:r>
              <a:rPr lang="en-GB" sz="1600" dirty="0" err="1">
                <a:solidFill>
                  <a:srgbClr val="A6E22E"/>
                </a:solidFill>
                <a:latin typeface="Monaco"/>
              </a:rPr>
              <a:t>feedback</a:t>
            </a:r>
            <a:r>
              <a:rPr lang="en-GB" sz="1600" dirty="0" err="1">
                <a:solidFill>
                  <a:srgbClr val="F8F8F2"/>
                </a:solidFill>
                <a:latin typeface="Monaco"/>
              </a:rPr>
              <a:t>.</a:t>
            </a:r>
            <a:r>
              <a:rPr lang="en-GB" sz="1600" dirty="0" err="1">
                <a:solidFill>
                  <a:srgbClr val="A6E22E"/>
                </a:solidFill>
                <a:latin typeface="Monaco"/>
              </a:rPr>
              <a:t>gain</a:t>
            </a:r>
            <a:r>
              <a:rPr lang="en-GB" sz="1600" dirty="0" err="1">
                <a:solidFill>
                  <a:srgbClr val="F8F8F2"/>
                </a:solidFill>
                <a:latin typeface="Monaco"/>
              </a:rPr>
              <a:t>.</a:t>
            </a:r>
            <a:r>
              <a:rPr lang="en-GB" sz="1600" dirty="0" err="1">
                <a:solidFill>
                  <a:srgbClr val="A6E22E"/>
                </a:solidFill>
                <a:latin typeface="Monaco"/>
              </a:rPr>
              <a:t>value</a:t>
            </a:r>
            <a:r>
              <a:rPr lang="en-GB" sz="1600" dirty="0">
                <a:solidFill>
                  <a:srgbClr val="F8F8F2"/>
                </a:solidFill>
                <a:latin typeface="Monaco"/>
              </a:rPr>
              <a:t> </a:t>
            </a:r>
            <a:r>
              <a:rPr lang="en-GB" sz="1600" dirty="0">
                <a:solidFill>
                  <a:srgbClr val="F92672"/>
                </a:solidFill>
                <a:latin typeface="Monaco"/>
              </a:rPr>
              <a:t>=</a:t>
            </a:r>
            <a:r>
              <a:rPr lang="en-GB" sz="1600" dirty="0">
                <a:solidFill>
                  <a:srgbClr val="F8F8F2"/>
                </a:solidFill>
                <a:latin typeface="Monaco"/>
              </a:rPr>
              <a:t> </a:t>
            </a:r>
            <a:r>
              <a:rPr lang="en-GB" sz="1600" dirty="0" err="1">
                <a:solidFill>
                  <a:srgbClr val="A6E22E"/>
                </a:solidFill>
                <a:latin typeface="Monaco"/>
              </a:rPr>
              <a:t>Gain</a:t>
            </a:r>
            <a:r>
              <a:rPr lang="en-GB" sz="1600" dirty="0" err="1">
                <a:solidFill>
                  <a:srgbClr val="F8F8F2"/>
                </a:solidFill>
                <a:latin typeface="Monaco"/>
              </a:rPr>
              <a:t>.</a:t>
            </a:r>
            <a:r>
              <a:rPr lang="en-GB" sz="1600" dirty="0" err="1">
                <a:solidFill>
                  <a:srgbClr val="A6E22E"/>
                </a:solidFill>
                <a:latin typeface="Monaco"/>
              </a:rPr>
              <a:t>value</a:t>
            </a:r>
            <a:endParaRPr lang="en-GB" sz="1600" dirty="0">
              <a:solidFill>
                <a:srgbClr val="F8F8F2"/>
              </a:solidFill>
              <a:latin typeface="Monaco"/>
            </a:endParaRPr>
          </a:p>
          <a:p>
            <a:pPr>
              <a:spcBef>
                <a:spcPts val="300"/>
              </a:spcBef>
            </a:pPr>
            <a:r>
              <a:rPr lang="en-GB" sz="1600" dirty="0" err="1">
                <a:solidFill>
                  <a:srgbClr val="A6E22E"/>
                </a:solidFill>
                <a:latin typeface="Monaco"/>
              </a:rPr>
              <a:t>Play</a:t>
            </a:r>
            <a:r>
              <a:rPr lang="en-GB" sz="1600" dirty="0" err="1">
                <a:solidFill>
                  <a:srgbClr val="F8F8F2"/>
                </a:solidFill>
                <a:latin typeface="Monaco"/>
              </a:rPr>
              <a:t>.</a:t>
            </a:r>
            <a:r>
              <a:rPr lang="en-GB" sz="1600" dirty="0" err="1">
                <a:solidFill>
                  <a:srgbClr val="A6E22E"/>
                </a:solidFill>
                <a:latin typeface="Monaco"/>
              </a:rPr>
              <a:t>onclick</a:t>
            </a:r>
            <a:r>
              <a:rPr lang="en-GB" sz="1600" dirty="0">
                <a:solidFill>
                  <a:srgbClr val="F8F8F2"/>
                </a:solidFill>
                <a:latin typeface="Monaco"/>
              </a:rPr>
              <a:t> </a:t>
            </a:r>
            <a:r>
              <a:rPr lang="en-GB" sz="1600" dirty="0">
                <a:solidFill>
                  <a:srgbClr val="F92672"/>
                </a:solidFill>
                <a:latin typeface="Monaco"/>
              </a:rPr>
              <a:t>=</a:t>
            </a:r>
            <a:r>
              <a:rPr lang="en-GB" sz="1600" dirty="0">
                <a:solidFill>
                  <a:srgbClr val="F8F8F2"/>
                </a:solidFill>
                <a:latin typeface="Monaco"/>
              </a:rPr>
              <a:t> ()</a:t>
            </a:r>
            <a:r>
              <a:rPr lang="en-GB" sz="1600" dirty="0">
                <a:solidFill>
                  <a:srgbClr val="F92672"/>
                </a:solidFill>
                <a:latin typeface="Monaco"/>
              </a:rPr>
              <a:t>=&gt;</a:t>
            </a:r>
            <a:r>
              <a:rPr lang="en-GB" sz="1600" dirty="0">
                <a:solidFill>
                  <a:srgbClr val="F8F8F2"/>
                </a:solidFill>
                <a:latin typeface="Monaco"/>
              </a:rPr>
              <a:t> {</a:t>
            </a:r>
          </a:p>
          <a:p>
            <a:pPr>
              <a:spcBef>
                <a:spcPts val="300"/>
              </a:spcBef>
            </a:pPr>
            <a:r>
              <a:rPr lang="en-GB" sz="1600" dirty="0">
                <a:solidFill>
                  <a:srgbClr val="F8F8F2"/>
                </a:solidFill>
                <a:latin typeface="Monaco"/>
              </a:rPr>
              <a:t>  </a:t>
            </a:r>
            <a:r>
              <a:rPr lang="en-GB" sz="1600" dirty="0" err="1">
                <a:solidFill>
                  <a:srgbClr val="A6E22E"/>
                </a:solidFill>
                <a:latin typeface="Monaco"/>
              </a:rPr>
              <a:t>context</a:t>
            </a:r>
            <a:r>
              <a:rPr lang="en-GB" sz="1600" dirty="0" err="1">
                <a:solidFill>
                  <a:srgbClr val="F8F8F2"/>
                </a:solidFill>
                <a:latin typeface="Monaco"/>
              </a:rPr>
              <a:t>.</a:t>
            </a:r>
            <a:r>
              <a:rPr lang="en-GB" sz="1600" dirty="0" err="1">
                <a:solidFill>
                  <a:srgbClr val="A6E22E"/>
                </a:solidFill>
                <a:latin typeface="Monaco"/>
              </a:rPr>
              <a:t>resume</a:t>
            </a:r>
            <a:r>
              <a:rPr lang="en-GB" sz="1600" dirty="0">
                <a:solidFill>
                  <a:srgbClr val="F8F8F2"/>
                </a:solidFill>
                <a:latin typeface="Monaco"/>
              </a:rPr>
              <a:t>()</a:t>
            </a:r>
          </a:p>
          <a:p>
            <a:pPr>
              <a:spcBef>
                <a:spcPts val="300"/>
              </a:spcBef>
            </a:pPr>
            <a:r>
              <a:rPr lang="en-GB" sz="1600" dirty="0">
                <a:solidFill>
                  <a:srgbClr val="F8F8F2"/>
                </a:solidFill>
                <a:latin typeface="Monaco"/>
              </a:rPr>
              <a:t>  </a:t>
            </a:r>
            <a:r>
              <a:rPr lang="en-GB" sz="1600" dirty="0">
                <a:solidFill>
                  <a:srgbClr val="66D9EF"/>
                </a:solidFill>
                <a:latin typeface="Monaco"/>
              </a:rPr>
              <a:t>let</a:t>
            </a:r>
            <a:r>
              <a:rPr lang="en-GB" sz="1600" dirty="0">
                <a:solidFill>
                  <a:srgbClr val="F8F8F2"/>
                </a:solidFill>
                <a:latin typeface="Monaco"/>
              </a:rPr>
              <a:t> </a:t>
            </a:r>
            <a:r>
              <a:rPr lang="en-GB" sz="1600" dirty="0">
                <a:solidFill>
                  <a:srgbClr val="A6E22E"/>
                </a:solidFill>
                <a:latin typeface="Monaco"/>
              </a:rPr>
              <a:t>now</a:t>
            </a:r>
            <a:r>
              <a:rPr lang="en-GB" sz="1600" dirty="0">
                <a:solidFill>
                  <a:srgbClr val="F8F8F2"/>
                </a:solidFill>
                <a:latin typeface="Monaco"/>
              </a:rPr>
              <a:t> </a:t>
            </a:r>
            <a:r>
              <a:rPr lang="en-GB" sz="1600" dirty="0">
                <a:solidFill>
                  <a:srgbClr val="F92672"/>
                </a:solidFill>
                <a:latin typeface="Monaco"/>
              </a:rPr>
              <a:t>=</a:t>
            </a:r>
            <a:r>
              <a:rPr lang="en-GB" sz="1600" dirty="0">
                <a:solidFill>
                  <a:srgbClr val="F8F8F2"/>
                </a:solidFill>
                <a:latin typeface="Monaco"/>
              </a:rPr>
              <a:t> </a:t>
            </a:r>
            <a:r>
              <a:rPr lang="en-GB" sz="1600" dirty="0" err="1">
                <a:solidFill>
                  <a:srgbClr val="A6E22E"/>
                </a:solidFill>
                <a:latin typeface="Monaco"/>
              </a:rPr>
              <a:t>context</a:t>
            </a:r>
            <a:r>
              <a:rPr lang="en-GB" sz="1600" dirty="0" err="1">
                <a:solidFill>
                  <a:srgbClr val="F8F8F2"/>
                </a:solidFill>
                <a:latin typeface="Monaco"/>
              </a:rPr>
              <a:t>.</a:t>
            </a:r>
            <a:r>
              <a:rPr lang="en-GB" sz="1600" dirty="0" err="1">
                <a:solidFill>
                  <a:srgbClr val="A6E22E"/>
                </a:solidFill>
                <a:latin typeface="Monaco"/>
              </a:rPr>
              <a:t>currentTime</a:t>
            </a:r>
            <a:endParaRPr lang="en-GB" sz="1600" dirty="0">
              <a:solidFill>
                <a:srgbClr val="F8F8F2"/>
              </a:solidFill>
              <a:latin typeface="Monaco"/>
            </a:endParaRPr>
          </a:p>
          <a:p>
            <a:pPr>
              <a:spcBef>
                <a:spcPts val="300"/>
              </a:spcBef>
            </a:pPr>
            <a:r>
              <a:rPr lang="en-GB" sz="1600" dirty="0">
                <a:solidFill>
                  <a:srgbClr val="F8F8F2"/>
                </a:solidFill>
                <a:latin typeface="Monaco"/>
              </a:rPr>
              <a:t>  </a:t>
            </a:r>
            <a:r>
              <a:rPr lang="en-GB" sz="1600" dirty="0" err="1">
                <a:solidFill>
                  <a:srgbClr val="A6E22E"/>
                </a:solidFill>
                <a:latin typeface="Monaco"/>
              </a:rPr>
              <a:t>toneGain</a:t>
            </a:r>
            <a:r>
              <a:rPr lang="en-GB" sz="1600" dirty="0" err="1">
                <a:solidFill>
                  <a:srgbClr val="F8F8F2"/>
                </a:solidFill>
                <a:latin typeface="Monaco"/>
              </a:rPr>
              <a:t>.</a:t>
            </a:r>
            <a:r>
              <a:rPr lang="en-GB" sz="1600" dirty="0" err="1">
                <a:solidFill>
                  <a:srgbClr val="A6E22E"/>
                </a:solidFill>
                <a:latin typeface="Monaco"/>
              </a:rPr>
              <a:t>gain</a:t>
            </a:r>
            <a:r>
              <a:rPr lang="en-GB" sz="1600" dirty="0" err="1">
                <a:solidFill>
                  <a:srgbClr val="F8F8F2"/>
                </a:solidFill>
                <a:latin typeface="Monaco"/>
              </a:rPr>
              <a:t>.</a:t>
            </a:r>
            <a:r>
              <a:rPr lang="en-GB" sz="1600" dirty="0" err="1">
                <a:solidFill>
                  <a:srgbClr val="A6E22E"/>
                </a:solidFill>
                <a:latin typeface="Monaco"/>
              </a:rPr>
              <a:t>setValueAtTime</a:t>
            </a:r>
            <a:r>
              <a:rPr lang="en-GB" sz="1600" dirty="0">
                <a:solidFill>
                  <a:srgbClr val="F8F8F2"/>
                </a:solidFill>
                <a:latin typeface="Monaco"/>
              </a:rPr>
              <a:t>(</a:t>
            </a:r>
            <a:r>
              <a:rPr lang="en-GB" sz="1600" dirty="0">
                <a:solidFill>
                  <a:srgbClr val="AE81FF"/>
                </a:solidFill>
                <a:latin typeface="Monaco"/>
              </a:rPr>
              <a:t>1</a:t>
            </a:r>
            <a:r>
              <a:rPr lang="en-GB" sz="1600" dirty="0">
                <a:solidFill>
                  <a:srgbClr val="F8F8F2"/>
                </a:solidFill>
                <a:latin typeface="Monaco"/>
              </a:rPr>
              <a:t>, </a:t>
            </a:r>
            <a:r>
              <a:rPr lang="en-GB" sz="1600" dirty="0">
                <a:solidFill>
                  <a:srgbClr val="A6E22E"/>
                </a:solidFill>
                <a:latin typeface="Monaco"/>
              </a:rPr>
              <a:t>now</a:t>
            </a:r>
            <a:r>
              <a:rPr lang="en-GB" sz="1600" dirty="0">
                <a:solidFill>
                  <a:srgbClr val="F8F8F2"/>
                </a:solidFill>
                <a:latin typeface="Monaco"/>
              </a:rPr>
              <a:t>)</a:t>
            </a:r>
          </a:p>
          <a:p>
            <a:pPr>
              <a:spcBef>
                <a:spcPts val="300"/>
              </a:spcBef>
            </a:pPr>
            <a:r>
              <a:rPr lang="en-GB" sz="1600" dirty="0">
                <a:solidFill>
                  <a:srgbClr val="F8F8F2"/>
                </a:solidFill>
                <a:latin typeface="Monaco"/>
              </a:rPr>
              <a:t>  </a:t>
            </a:r>
            <a:r>
              <a:rPr lang="en-GB" sz="1600" dirty="0" err="1">
                <a:solidFill>
                  <a:srgbClr val="A6E22E"/>
                </a:solidFill>
                <a:latin typeface="Monaco"/>
              </a:rPr>
              <a:t>toneGain</a:t>
            </a:r>
            <a:r>
              <a:rPr lang="en-GB" sz="1600" dirty="0" err="1">
                <a:solidFill>
                  <a:srgbClr val="F8F8F2"/>
                </a:solidFill>
                <a:latin typeface="Monaco"/>
              </a:rPr>
              <a:t>.</a:t>
            </a:r>
            <a:r>
              <a:rPr lang="en-GB" sz="1600" dirty="0" err="1">
                <a:solidFill>
                  <a:srgbClr val="A6E22E"/>
                </a:solidFill>
                <a:latin typeface="Monaco"/>
              </a:rPr>
              <a:t>gain</a:t>
            </a:r>
            <a:r>
              <a:rPr lang="en-GB" sz="1600" dirty="0" err="1">
                <a:solidFill>
                  <a:srgbClr val="F8F8F2"/>
                </a:solidFill>
                <a:latin typeface="Monaco"/>
              </a:rPr>
              <a:t>.</a:t>
            </a:r>
            <a:r>
              <a:rPr lang="en-GB" sz="1600" dirty="0" err="1">
                <a:solidFill>
                  <a:srgbClr val="A6E22E"/>
                </a:solidFill>
                <a:latin typeface="Monaco"/>
              </a:rPr>
              <a:t>linearRampToValueAtTime</a:t>
            </a:r>
            <a:r>
              <a:rPr lang="en-GB" sz="1600" dirty="0">
                <a:solidFill>
                  <a:srgbClr val="F8F8F2"/>
                </a:solidFill>
                <a:latin typeface="Monaco"/>
              </a:rPr>
              <a:t>(</a:t>
            </a:r>
            <a:r>
              <a:rPr lang="en-GB" sz="1600" dirty="0">
                <a:solidFill>
                  <a:srgbClr val="AE81FF"/>
                </a:solidFill>
                <a:latin typeface="Monaco"/>
              </a:rPr>
              <a:t>0</a:t>
            </a:r>
            <a:r>
              <a:rPr lang="en-GB" sz="1600" dirty="0">
                <a:solidFill>
                  <a:srgbClr val="F8F8F2"/>
                </a:solidFill>
                <a:latin typeface="Monaco"/>
              </a:rPr>
              <a:t>, </a:t>
            </a:r>
            <a:r>
              <a:rPr lang="en-GB" sz="1600" dirty="0">
                <a:solidFill>
                  <a:srgbClr val="A6E22E"/>
                </a:solidFill>
                <a:latin typeface="Monaco"/>
              </a:rPr>
              <a:t>now</a:t>
            </a:r>
            <a:r>
              <a:rPr lang="en-GB" sz="1600" dirty="0">
                <a:solidFill>
                  <a:srgbClr val="F8F8F2"/>
                </a:solidFill>
                <a:latin typeface="Monaco"/>
              </a:rPr>
              <a:t> </a:t>
            </a:r>
            <a:r>
              <a:rPr lang="en-GB" sz="1600" dirty="0">
                <a:solidFill>
                  <a:srgbClr val="F92672"/>
                </a:solidFill>
                <a:latin typeface="Monaco"/>
              </a:rPr>
              <a:t>+</a:t>
            </a:r>
            <a:r>
              <a:rPr lang="en-GB" sz="1600" dirty="0">
                <a:solidFill>
                  <a:srgbClr val="F8F8F2"/>
                </a:solidFill>
                <a:latin typeface="Monaco"/>
              </a:rPr>
              <a:t> </a:t>
            </a:r>
            <a:r>
              <a:rPr lang="en-GB" sz="1600" dirty="0">
                <a:solidFill>
                  <a:srgbClr val="AE81FF"/>
                </a:solidFill>
                <a:latin typeface="Monaco"/>
              </a:rPr>
              <a:t>0.05</a:t>
            </a:r>
            <a:r>
              <a:rPr lang="en-GB" sz="1600" dirty="0">
                <a:solidFill>
                  <a:srgbClr val="F8F8F2"/>
                </a:solidFill>
                <a:latin typeface="Monaco"/>
              </a:rPr>
              <a:t>)</a:t>
            </a:r>
          </a:p>
          <a:p>
            <a:pPr>
              <a:spcBef>
                <a:spcPts val="300"/>
              </a:spcBef>
            </a:pPr>
            <a:r>
              <a:rPr lang="en-GB" sz="1600" dirty="0">
                <a:solidFill>
                  <a:srgbClr val="F8F8F2"/>
                </a:solidFill>
                <a:latin typeface="Monaco"/>
              </a:rPr>
              <a:t>}</a:t>
            </a:r>
          </a:p>
          <a:p>
            <a:pPr>
              <a:spcBef>
                <a:spcPts val="300"/>
              </a:spcBef>
            </a:pPr>
            <a:r>
              <a:rPr lang="en-GB" sz="1600" dirty="0">
                <a:solidFill>
                  <a:srgbClr val="F92672"/>
                </a:solidFill>
                <a:latin typeface="Monaco"/>
              </a:rPr>
              <a:t>&lt;/script&gt;</a:t>
            </a:r>
            <a:endParaRPr lang="en-GB" sz="1600" dirty="0">
              <a:solidFill>
                <a:srgbClr val="F8F8F2"/>
              </a:solidFill>
              <a:latin typeface="Monaco"/>
            </a:endParaRPr>
          </a:p>
        </p:txBody>
      </p:sp>
      <p:grpSp>
        <p:nvGrpSpPr>
          <p:cNvPr id="26" name="Group 25">
            <a:extLst>
              <a:ext uri="{FF2B5EF4-FFF2-40B4-BE49-F238E27FC236}">
                <a16:creationId xmlns:a16="http://schemas.microsoft.com/office/drawing/2014/main" id="{625A21A1-BD8A-4EAD-A616-1A88CB76D1FB}"/>
              </a:ext>
            </a:extLst>
          </p:cNvPr>
          <p:cNvGrpSpPr/>
          <p:nvPr/>
        </p:nvGrpSpPr>
        <p:grpSpPr>
          <a:xfrm>
            <a:off x="296356" y="1989008"/>
            <a:ext cx="6111715" cy="1568804"/>
            <a:chOff x="2852571" y="2343492"/>
            <a:chExt cx="6111715" cy="1568804"/>
          </a:xfrm>
        </p:grpSpPr>
        <p:sp>
          <p:nvSpPr>
            <p:cNvPr id="27" name="Rectangle 26">
              <a:extLst>
                <a:ext uri="{FF2B5EF4-FFF2-40B4-BE49-F238E27FC236}">
                  <a16:creationId xmlns:a16="http://schemas.microsoft.com/office/drawing/2014/main" id="{9EB151BD-25D5-4F50-83E8-2C6AD46275CD}"/>
                </a:ext>
              </a:extLst>
            </p:cNvPr>
            <p:cNvSpPr/>
            <p:nvPr/>
          </p:nvSpPr>
          <p:spPr>
            <a:xfrm>
              <a:off x="2852571" y="2343492"/>
              <a:ext cx="703915" cy="576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tone</a:t>
              </a:r>
            </a:p>
          </p:txBody>
        </p:sp>
        <p:sp>
          <p:nvSpPr>
            <p:cNvPr id="28" name="Rectangle 27">
              <a:extLst>
                <a:ext uri="{FF2B5EF4-FFF2-40B4-BE49-F238E27FC236}">
                  <a16:creationId xmlns:a16="http://schemas.microsoft.com/office/drawing/2014/main" id="{5D102C73-8150-4EC4-9304-421D13B3B945}"/>
                </a:ext>
              </a:extLst>
            </p:cNvPr>
            <p:cNvSpPr/>
            <p:nvPr/>
          </p:nvSpPr>
          <p:spPr>
            <a:xfrm>
              <a:off x="4122142" y="2343492"/>
              <a:ext cx="1191361" cy="576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t>toneGain</a:t>
              </a:r>
              <a:endParaRPr lang="en-GB" dirty="0"/>
            </a:p>
          </p:txBody>
        </p:sp>
        <p:sp>
          <p:nvSpPr>
            <p:cNvPr id="31" name="Rectangle 30">
              <a:extLst>
                <a:ext uri="{FF2B5EF4-FFF2-40B4-BE49-F238E27FC236}">
                  <a16:creationId xmlns:a16="http://schemas.microsoft.com/office/drawing/2014/main" id="{512B2082-2374-435A-839A-B4927B49D6BA}"/>
                </a:ext>
              </a:extLst>
            </p:cNvPr>
            <p:cNvSpPr/>
            <p:nvPr/>
          </p:nvSpPr>
          <p:spPr>
            <a:xfrm>
              <a:off x="6255390" y="2343492"/>
              <a:ext cx="790869" cy="576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delay</a:t>
              </a:r>
            </a:p>
          </p:txBody>
        </p:sp>
        <p:sp>
          <p:nvSpPr>
            <p:cNvPr id="32" name="Rectangle 31">
              <a:extLst>
                <a:ext uri="{FF2B5EF4-FFF2-40B4-BE49-F238E27FC236}">
                  <a16:creationId xmlns:a16="http://schemas.microsoft.com/office/drawing/2014/main" id="{7F3D6DD7-8857-438E-9EF0-01CAF3A40F59}"/>
                </a:ext>
              </a:extLst>
            </p:cNvPr>
            <p:cNvSpPr/>
            <p:nvPr/>
          </p:nvSpPr>
          <p:spPr>
            <a:xfrm>
              <a:off x="5196409" y="3336296"/>
              <a:ext cx="1191362" cy="576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feedback</a:t>
              </a:r>
            </a:p>
          </p:txBody>
        </p:sp>
        <p:sp>
          <p:nvSpPr>
            <p:cNvPr id="33" name="Rectangle 32">
              <a:extLst>
                <a:ext uri="{FF2B5EF4-FFF2-40B4-BE49-F238E27FC236}">
                  <a16:creationId xmlns:a16="http://schemas.microsoft.com/office/drawing/2014/main" id="{D78E52A5-2653-414D-98C7-4108D0F97C1B}"/>
                </a:ext>
              </a:extLst>
            </p:cNvPr>
            <p:cNvSpPr/>
            <p:nvPr/>
          </p:nvSpPr>
          <p:spPr>
            <a:xfrm>
              <a:off x="7731998" y="2343492"/>
              <a:ext cx="1232288" cy="576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destination</a:t>
              </a:r>
            </a:p>
          </p:txBody>
        </p:sp>
        <p:cxnSp>
          <p:nvCxnSpPr>
            <p:cNvPr id="34" name="Straight Arrow Connector 33">
              <a:extLst>
                <a:ext uri="{FF2B5EF4-FFF2-40B4-BE49-F238E27FC236}">
                  <a16:creationId xmlns:a16="http://schemas.microsoft.com/office/drawing/2014/main" id="{BDA74B67-C854-4DEB-A9DC-1E58E1F2ED5B}"/>
                </a:ext>
              </a:extLst>
            </p:cNvPr>
            <p:cNvCxnSpPr>
              <a:cxnSpLocks/>
              <a:stCxn id="27" idx="3"/>
              <a:endCxn id="28" idx="1"/>
            </p:cNvCxnSpPr>
            <p:nvPr/>
          </p:nvCxnSpPr>
          <p:spPr>
            <a:xfrm>
              <a:off x="3556486" y="2631492"/>
              <a:ext cx="565656" cy="0"/>
            </a:xfrm>
            <a:prstGeom prst="straightConnector1">
              <a:avLst/>
            </a:prstGeom>
            <a:ln w="317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0A9F8AB-A782-4084-9757-9946666FD76B}"/>
                </a:ext>
              </a:extLst>
            </p:cNvPr>
            <p:cNvCxnSpPr>
              <a:cxnSpLocks/>
              <a:stCxn id="28" idx="3"/>
              <a:endCxn id="31" idx="1"/>
            </p:cNvCxnSpPr>
            <p:nvPr/>
          </p:nvCxnSpPr>
          <p:spPr>
            <a:xfrm>
              <a:off x="5313503" y="2631492"/>
              <a:ext cx="941887" cy="0"/>
            </a:xfrm>
            <a:prstGeom prst="straightConnector1">
              <a:avLst/>
            </a:prstGeom>
            <a:ln w="317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819069B6-5447-4D65-AF87-3C51B41A1AE3}"/>
                </a:ext>
              </a:extLst>
            </p:cNvPr>
            <p:cNvCxnSpPr>
              <a:cxnSpLocks/>
              <a:stCxn id="31" idx="3"/>
              <a:endCxn id="33" idx="1"/>
            </p:cNvCxnSpPr>
            <p:nvPr/>
          </p:nvCxnSpPr>
          <p:spPr>
            <a:xfrm>
              <a:off x="7046259" y="2631492"/>
              <a:ext cx="685739" cy="0"/>
            </a:xfrm>
            <a:prstGeom prst="straightConnector1">
              <a:avLst/>
            </a:prstGeom>
            <a:ln w="317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8B9260B0-3120-409A-8D1A-72ABEF717E40}"/>
                </a:ext>
              </a:extLst>
            </p:cNvPr>
            <p:cNvCxnSpPr>
              <a:cxnSpLocks/>
              <a:stCxn id="31" idx="1"/>
              <a:endCxn id="32" idx="0"/>
            </p:cNvCxnSpPr>
            <p:nvPr/>
          </p:nvCxnSpPr>
          <p:spPr>
            <a:xfrm rot="10800000" flipV="1">
              <a:off x="5792090" y="2631492"/>
              <a:ext cx="463300" cy="704804"/>
            </a:xfrm>
            <a:prstGeom prst="bentConnector2">
              <a:avLst/>
            </a:prstGeom>
            <a:ln w="31750">
              <a:solidFill>
                <a:schemeClr val="tx1"/>
              </a:solidFill>
              <a:headEnd type="arrow" w="lg" len="lg"/>
              <a:tailEnd type="none" w="lg" len="lg"/>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CFCECE7B-AF0B-4505-A2A7-0B0234AC1981}"/>
                </a:ext>
              </a:extLst>
            </p:cNvPr>
            <p:cNvCxnSpPr>
              <a:cxnSpLocks/>
              <a:stCxn id="32" idx="3"/>
              <a:endCxn id="31" idx="2"/>
            </p:cNvCxnSpPr>
            <p:nvPr/>
          </p:nvCxnSpPr>
          <p:spPr>
            <a:xfrm flipV="1">
              <a:off x="6387771" y="2919492"/>
              <a:ext cx="263054" cy="704804"/>
            </a:xfrm>
            <a:prstGeom prst="bentConnector2">
              <a:avLst/>
            </a:prstGeom>
            <a:ln w="31750">
              <a:solidFill>
                <a:schemeClr val="tx1"/>
              </a:solidFill>
              <a:headEnd type="arrow" w="lg" len="lg"/>
              <a:tailEnd type="none" w="lg" len="lg"/>
            </a:ln>
          </p:spPr>
          <p:style>
            <a:lnRef idx="1">
              <a:schemeClr val="accent1"/>
            </a:lnRef>
            <a:fillRef idx="0">
              <a:schemeClr val="accent1"/>
            </a:fillRef>
            <a:effectRef idx="0">
              <a:schemeClr val="accent1"/>
            </a:effectRef>
            <a:fontRef idx="minor">
              <a:schemeClr val="tx1"/>
            </a:fontRef>
          </p:style>
        </p:cxnSp>
      </p:grpSp>
      <p:sp>
        <p:nvSpPr>
          <p:cNvPr id="39" name="Rectangle 38">
            <a:extLst>
              <a:ext uri="{FF2B5EF4-FFF2-40B4-BE49-F238E27FC236}">
                <a16:creationId xmlns:a16="http://schemas.microsoft.com/office/drawing/2014/main" id="{98483EFA-3531-45C8-B08F-16550CAF8E08}"/>
              </a:ext>
            </a:extLst>
          </p:cNvPr>
          <p:cNvSpPr/>
          <p:nvPr/>
        </p:nvSpPr>
        <p:spPr>
          <a:xfrm>
            <a:off x="366632" y="4084590"/>
            <a:ext cx="5971164" cy="2062103"/>
          </a:xfrm>
          <a:prstGeom prst="rect">
            <a:avLst/>
          </a:prstGeom>
          <a:solidFill>
            <a:schemeClr val="tx1"/>
          </a:solidFill>
        </p:spPr>
        <p:txBody>
          <a:bodyPr wrap="square">
            <a:spAutoFit/>
          </a:bodyPr>
          <a:lstStyle/>
          <a:p>
            <a:r>
              <a:rPr lang="en-GB" sz="1600" dirty="0">
                <a:solidFill>
                  <a:srgbClr val="F92672"/>
                </a:solidFill>
                <a:latin typeface="Monaco"/>
              </a:rPr>
              <a:t>&lt;input</a:t>
            </a:r>
            <a:r>
              <a:rPr lang="en-GB" sz="1600" dirty="0">
                <a:solidFill>
                  <a:srgbClr val="F8F8F2"/>
                </a:solidFill>
                <a:latin typeface="Monaco"/>
              </a:rPr>
              <a:t> </a:t>
            </a:r>
            <a:r>
              <a:rPr lang="en-GB" sz="1600" dirty="0">
                <a:solidFill>
                  <a:srgbClr val="A6E22E"/>
                </a:solidFill>
                <a:latin typeface="Monaco"/>
              </a:rPr>
              <a:t>type=</a:t>
            </a:r>
            <a:r>
              <a:rPr lang="en-GB" sz="1600" dirty="0">
                <a:solidFill>
                  <a:srgbClr val="E6DB74"/>
                </a:solidFill>
                <a:latin typeface="Monaco"/>
              </a:rPr>
              <a:t>'button'</a:t>
            </a:r>
            <a:r>
              <a:rPr lang="en-GB" sz="1600" dirty="0">
                <a:solidFill>
                  <a:srgbClr val="F8F8F2"/>
                </a:solidFill>
                <a:latin typeface="Monaco"/>
              </a:rPr>
              <a:t> </a:t>
            </a:r>
            <a:r>
              <a:rPr lang="en-GB" sz="1600" dirty="0">
                <a:solidFill>
                  <a:srgbClr val="A6E22E"/>
                </a:solidFill>
                <a:latin typeface="Monaco"/>
              </a:rPr>
              <a:t>value=</a:t>
            </a:r>
            <a:r>
              <a:rPr lang="en-GB" sz="1600" dirty="0">
                <a:solidFill>
                  <a:srgbClr val="E6DB74"/>
                </a:solidFill>
                <a:latin typeface="Monaco"/>
              </a:rPr>
              <a:t>'play'</a:t>
            </a:r>
            <a:r>
              <a:rPr lang="en-GB" sz="1600" dirty="0">
                <a:solidFill>
                  <a:srgbClr val="F8F8F2"/>
                </a:solidFill>
                <a:latin typeface="Monaco"/>
              </a:rPr>
              <a:t> </a:t>
            </a:r>
            <a:r>
              <a:rPr lang="en-GB" sz="1600" dirty="0">
                <a:solidFill>
                  <a:srgbClr val="A6E22E"/>
                </a:solidFill>
                <a:latin typeface="Monaco"/>
              </a:rPr>
              <a:t>id=</a:t>
            </a:r>
            <a:r>
              <a:rPr lang="en-GB" sz="1600" dirty="0">
                <a:solidFill>
                  <a:srgbClr val="E6DB74"/>
                </a:solidFill>
                <a:latin typeface="Monaco"/>
              </a:rPr>
              <a:t>'Play'</a:t>
            </a:r>
            <a:r>
              <a:rPr lang="en-GB" sz="1600" dirty="0">
                <a:solidFill>
                  <a:srgbClr val="F92672"/>
                </a:solidFill>
                <a:latin typeface="Monaco"/>
              </a:rPr>
              <a:t>&gt;</a:t>
            </a:r>
            <a:endParaRPr lang="en-GB" sz="1600" dirty="0">
              <a:solidFill>
                <a:srgbClr val="F8F8F2"/>
              </a:solidFill>
              <a:latin typeface="Monaco"/>
            </a:endParaRPr>
          </a:p>
          <a:p>
            <a:r>
              <a:rPr lang="en-GB" sz="1600" dirty="0">
                <a:solidFill>
                  <a:srgbClr val="F92672"/>
                </a:solidFill>
                <a:latin typeface="Monaco"/>
              </a:rPr>
              <a:t>&lt;p&gt;</a:t>
            </a:r>
            <a:r>
              <a:rPr lang="en-GB" sz="1600" dirty="0">
                <a:solidFill>
                  <a:srgbClr val="F8F8F2"/>
                </a:solidFill>
                <a:latin typeface="Monaco"/>
              </a:rPr>
              <a:t>Gain</a:t>
            </a:r>
            <a:r>
              <a:rPr lang="en-GB" sz="1600" dirty="0">
                <a:solidFill>
                  <a:srgbClr val="F92672"/>
                </a:solidFill>
                <a:latin typeface="Monaco"/>
              </a:rPr>
              <a:t>&lt;/p&gt;</a:t>
            </a:r>
            <a:endParaRPr lang="en-GB" sz="1600" dirty="0">
              <a:solidFill>
                <a:srgbClr val="F8F8F2"/>
              </a:solidFill>
              <a:latin typeface="Monaco"/>
            </a:endParaRPr>
          </a:p>
          <a:p>
            <a:r>
              <a:rPr lang="en-GB" sz="1600" dirty="0">
                <a:solidFill>
                  <a:srgbClr val="F92672"/>
                </a:solidFill>
                <a:latin typeface="Monaco"/>
              </a:rPr>
              <a:t>&lt;input</a:t>
            </a:r>
            <a:r>
              <a:rPr lang="en-GB" sz="1600" dirty="0">
                <a:solidFill>
                  <a:srgbClr val="F8F8F2"/>
                </a:solidFill>
                <a:latin typeface="Monaco"/>
              </a:rPr>
              <a:t> </a:t>
            </a:r>
            <a:r>
              <a:rPr lang="en-GB" sz="1600" dirty="0">
                <a:solidFill>
                  <a:srgbClr val="A6E22E"/>
                </a:solidFill>
                <a:latin typeface="Monaco"/>
              </a:rPr>
              <a:t>type=</a:t>
            </a:r>
            <a:r>
              <a:rPr lang="en-GB" sz="1600" dirty="0">
                <a:solidFill>
                  <a:srgbClr val="E6DB74"/>
                </a:solidFill>
                <a:latin typeface="Monaco"/>
              </a:rPr>
              <a:t>'range'</a:t>
            </a:r>
            <a:r>
              <a:rPr lang="en-GB" sz="1600" dirty="0">
                <a:solidFill>
                  <a:srgbClr val="F8F8F2"/>
                </a:solidFill>
                <a:latin typeface="Monaco"/>
              </a:rPr>
              <a:t> </a:t>
            </a:r>
            <a:r>
              <a:rPr lang="en-GB" sz="1600" dirty="0">
                <a:solidFill>
                  <a:srgbClr val="A6E22E"/>
                </a:solidFill>
                <a:latin typeface="Monaco"/>
              </a:rPr>
              <a:t>min=</a:t>
            </a:r>
            <a:r>
              <a:rPr lang="en-GB" sz="1600" dirty="0">
                <a:solidFill>
                  <a:srgbClr val="E6DB74"/>
                </a:solidFill>
                <a:latin typeface="Monaco"/>
              </a:rPr>
              <a:t>0.5</a:t>
            </a:r>
            <a:r>
              <a:rPr lang="en-GB" sz="1600" dirty="0">
                <a:solidFill>
                  <a:srgbClr val="F8F8F2"/>
                </a:solidFill>
                <a:latin typeface="Monaco"/>
              </a:rPr>
              <a:t> </a:t>
            </a:r>
            <a:r>
              <a:rPr lang="en-GB" sz="1600" dirty="0">
                <a:solidFill>
                  <a:srgbClr val="A6E22E"/>
                </a:solidFill>
                <a:latin typeface="Monaco"/>
              </a:rPr>
              <a:t>max=</a:t>
            </a:r>
            <a:r>
              <a:rPr lang="en-GB" sz="1600" dirty="0">
                <a:solidFill>
                  <a:srgbClr val="E6DB74"/>
                </a:solidFill>
                <a:latin typeface="Monaco"/>
              </a:rPr>
              <a:t>0.99</a:t>
            </a:r>
            <a:r>
              <a:rPr lang="en-GB" sz="1600" dirty="0">
                <a:solidFill>
                  <a:srgbClr val="F8F8F2"/>
                </a:solidFill>
                <a:latin typeface="Monaco"/>
              </a:rPr>
              <a:t> </a:t>
            </a:r>
            <a:r>
              <a:rPr lang="en-GB" sz="1600" dirty="0">
                <a:solidFill>
                  <a:srgbClr val="A6E22E"/>
                </a:solidFill>
                <a:latin typeface="Monaco"/>
              </a:rPr>
              <a:t>value=</a:t>
            </a:r>
            <a:r>
              <a:rPr lang="en-GB" sz="1600" dirty="0">
                <a:solidFill>
                  <a:srgbClr val="E6DB74"/>
                </a:solidFill>
                <a:latin typeface="Monaco"/>
              </a:rPr>
              <a:t>0.8</a:t>
            </a:r>
            <a:r>
              <a:rPr lang="en-GB" sz="1600" dirty="0">
                <a:solidFill>
                  <a:srgbClr val="F8F8F2"/>
                </a:solidFill>
                <a:latin typeface="Monaco"/>
              </a:rPr>
              <a:t> </a:t>
            </a:r>
            <a:r>
              <a:rPr lang="en-GB" sz="1600" dirty="0">
                <a:solidFill>
                  <a:srgbClr val="A6E22E"/>
                </a:solidFill>
                <a:latin typeface="Monaco"/>
              </a:rPr>
              <a:t>step=</a:t>
            </a:r>
            <a:r>
              <a:rPr lang="en-GB" sz="1600" dirty="0">
                <a:solidFill>
                  <a:srgbClr val="E6DB74"/>
                </a:solidFill>
                <a:latin typeface="Monaco"/>
              </a:rPr>
              <a:t>'any'</a:t>
            </a:r>
            <a:r>
              <a:rPr lang="en-GB" sz="1600" dirty="0">
                <a:solidFill>
                  <a:srgbClr val="F8F8F2"/>
                </a:solidFill>
                <a:latin typeface="Monaco"/>
              </a:rPr>
              <a:t> </a:t>
            </a:r>
            <a:r>
              <a:rPr lang="en-GB" sz="1600" dirty="0">
                <a:solidFill>
                  <a:srgbClr val="A6E22E"/>
                </a:solidFill>
                <a:latin typeface="Monaco"/>
              </a:rPr>
              <a:t>id=</a:t>
            </a:r>
            <a:r>
              <a:rPr lang="en-GB" sz="1600" dirty="0">
                <a:solidFill>
                  <a:srgbClr val="E6DB74"/>
                </a:solidFill>
                <a:latin typeface="Monaco"/>
              </a:rPr>
              <a:t>'Gain'</a:t>
            </a:r>
            <a:r>
              <a:rPr lang="en-GB" sz="1600" dirty="0">
                <a:solidFill>
                  <a:srgbClr val="F92672"/>
                </a:solidFill>
                <a:latin typeface="Monaco"/>
              </a:rPr>
              <a:t>&gt;</a:t>
            </a:r>
            <a:endParaRPr lang="en-GB" sz="1600" dirty="0">
              <a:solidFill>
                <a:srgbClr val="F8F8F2"/>
              </a:solidFill>
              <a:latin typeface="Monaco"/>
            </a:endParaRPr>
          </a:p>
          <a:p>
            <a:r>
              <a:rPr lang="en-GB" sz="1600" dirty="0">
                <a:solidFill>
                  <a:srgbClr val="F92672"/>
                </a:solidFill>
                <a:latin typeface="Monaco"/>
              </a:rPr>
              <a:t>&lt;p&gt;</a:t>
            </a:r>
            <a:r>
              <a:rPr lang="en-GB" sz="1600" dirty="0">
                <a:solidFill>
                  <a:srgbClr val="F8F8F2"/>
                </a:solidFill>
                <a:latin typeface="Monaco"/>
              </a:rPr>
              <a:t>Delay (</a:t>
            </a:r>
            <a:r>
              <a:rPr lang="en-GB" sz="1600" dirty="0" err="1">
                <a:solidFill>
                  <a:srgbClr val="F8F8F2"/>
                </a:solidFill>
                <a:latin typeface="Monaco"/>
              </a:rPr>
              <a:t>ms</a:t>
            </a:r>
            <a:r>
              <a:rPr lang="en-GB" sz="1600" dirty="0">
                <a:solidFill>
                  <a:srgbClr val="F8F8F2"/>
                </a:solidFill>
                <a:latin typeface="Monaco"/>
              </a:rPr>
              <a:t>)</a:t>
            </a:r>
            <a:r>
              <a:rPr lang="en-GB" sz="1600" dirty="0">
                <a:solidFill>
                  <a:srgbClr val="F92672"/>
                </a:solidFill>
                <a:latin typeface="Monaco"/>
              </a:rPr>
              <a:t>&lt;/p&gt;</a:t>
            </a:r>
            <a:endParaRPr lang="en-GB" sz="1600" dirty="0">
              <a:solidFill>
                <a:srgbClr val="F8F8F2"/>
              </a:solidFill>
              <a:latin typeface="Monaco"/>
            </a:endParaRPr>
          </a:p>
          <a:p>
            <a:r>
              <a:rPr lang="en-GB" sz="1600" dirty="0">
                <a:solidFill>
                  <a:srgbClr val="F92672"/>
                </a:solidFill>
                <a:latin typeface="Monaco"/>
              </a:rPr>
              <a:t>&lt;input</a:t>
            </a:r>
            <a:r>
              <a:rPr lang="en-GB" sz="1600" dirty="0">
                <a:solidFill>
                  <a:srgbClr val="F8F8F2"/>
                </a:solidFill>
                <a:latin typeface="Monaco"/>
              </a:rPr>
              <a:t> </a:t>
            </a:r>
            <a:r>
              <a:rPr lang="en-GB" sz="1600" dirty="0">
                <a:solidFill>
                  <a:srgbClr val="A6E22E"/>
                </a:solidFill>
                <a:latin typeface="Monaco"/>
              </a:rPr>
              <a:t>type=</a:t>
            </a:r>
            <a:r>
              <a:rPr lang="en-GB" sz="1600" dirty="0">
                <a:solidFill>
                  <a:srgbClr val="E6DB74"/>
                </a:solidFill>
                <a:latin typeface="Monaco"/>
              </a:rPr>
              <a:t>'range'</a:t>
            </a:r>
            <a:r>
              <a:rPr lang="en-GB" sz="1600" dirty="0">
                <a:solidFill>
                  <a:srgbClr val="F8F8F2"/>
                </a:solidFill>
                <a:latin typeface="Monaco"/>
              </a:rPr>
              <a:t> </a:t>
            </a:r>
            <a:r>
              <a:rPr lang="en-GB" sz="1600" dirty="0">
                <a:solidFill>
                  <a:srgbClr val="A6E22E"/>
                </a:solidFill>
                <a:latin typeface="Monaco"/>
              </a:rPr>
              <a:t>min=</a:t>
            </a:r>
            <a:r>
              <a:rPr lang="en-GB" sz="1600" dirty="0">
                <a:solidFill>
                  <a:srgbClr val="E6DB74"/>
                </a:solidFill>
                <a:latin typeface="Monaco"/>
              </a:rPr>
              <a:t>0</a:t>
            </a:r>
            <a:r>
              <a:rPr lang="en-GB" sz="1600" dirty="0">
                <a:solidFill>
                  <a:srgbClr val="F8F8F2"/>
                </a:solidFill>
                <a:latin typeface="Monaco"/>
              </a:rPr>
              <a:t> </a:t>
            </a:r>
            <a:r>
              <a:rPr lang="en-GB" sz="1600" dirty="0">
                <a:solidFill>
                  <a:srgbClr val="A6E22E"/>
                </a:solidFill>
                <a:latin typeface="Monaco"/>
              </a:rPr>
              <a:t>max=</a:t>
            </a:r>
            <a:r>
              <a:rPr lang="en-GB" sz="1600" dirty="0">
                <a:solidFill>
                  <a:srgbClr val="E6DB74"/>
                </a:solidFill>
                <a:latin typeface="Monaco"/>
              </a:rPr>
              <a:t>0.2</a:t>
            </a:r>
            <a:r>
              <a:rPr lang="en-GB" sz="1600" dirty="0">
                <a:solidFill>
                  <a:srgbClr val="F8F8F2"/>
                </a:solidFill>
                <a:latin typeface="Monaco"/>
              </a:rPr>
              <a:t> </a:t>
            </a:r>
            <a:r>
              <a:rPr lang="en-GB" sz="1600" dirty="0">
                <a:solidFill>
                  <a:srgbClr val="A6E22E"/>
                </a:solidFill>
                <a:latin typeface="Monaco"/>
              </a:rPr>
              <a:t>value=</a:t>
            </a:r>
            <a:r>
              <a:rPr lang="en-GB" sz="1600" dirty="0">
                <a:solidFill>
                  <a:srgbClr val="E6DB74"/>
                </a:solidFill>
                <a:latin typeface="Monaco"/>
              </a:rPr>
              <a:t>0.08</a:t>
            </a:r>
            <a:r>
              <a:rPr lang="en-GB" sz="1600" dirty="0">
                <a:solidFill>
                  <a:srgbClr val="F8F8F2"/>
                </a:solidFill>
                <a:latin typeface="Monaco"/>
              </a:rPr>
              <a:t> </a:t>
            </a:r>
            <a:r>
              <a:rPr lang="en-GB" sz="1600" dirty="0">
                <a:solidFill>
                  <a:srgbClr val="A6E22E"/>
                </a:solidFill>
                <a:latin typeface="Monaco"/>
              </a:rPr>
              <a:t>step=</a:t>
            </a:r>
            <a:r>
              <a:rPr lang="en-GB" sz="1600" dirty="0">
                <a:solidFill>
                  <a:srgbClr val="E6DB74"/>
                </a:solidFill>
                <a:latin typeface="Monaco"/>
              </a:rPr>
              <a:t>'any'</a:t>
            </a:r>
            <a:r>
              <a:rPr lang="en-GB" sz="1600" dirty="0">
                <a:solidFill>
                  <a:srgbClr val="F8F8F2"/>
                </a:solidFill>
                <a:latin typeface="Monaco"/>
              </a:rPr>
              <a:t> </a:t>
            </a:r>
            <a:r>
              <a:rPr lang="en-GB" sz="1600" dirty="0">
                <a:solidFill>
                  <a:srgbClr val="A6E22E"/>
                </a:solidFill>
                <a:latin typeface="Monaco"/>
              </a:rPr>
              <a:t>id=</a:t>
            </a:r>
            <a:r>
              <a:rPr lang="en-GB" sz="1600" dirty="0">
                <a:solidFill>
                  <a:srgbClr val="E6DB74"/>
                </a:solidFill>
                <a:latin typeface="Monaco"/>
              </a:rPr>
              <a:t>'Delay'</a:t>
            </a:r>
            <a:r>
              <a:rPr lang="en-GB" sz="1600" dirty="0">
                <a:solidFill>
                  <a:srgbClr val="F92672"/>
                </a:solidFill>
                <a:latin typeface="Monaco"/>
              </a:rPr>
              <a:t>&gt;</a:t>
            </a:r>
            <a:endParaRPr lang="en-GB" sz="1600" dirty="0">
              <a:solidFill>
                <a:srgbClr val="F8F8F2"/>
              </a:solidFill>
              <a:latin typeface="Monaco"/>
            </a:endParaRPr>
          </a:p>
          <a:p>
            <a:r>
              <a:rPr lang="en-GB" sz="1600" dirty="0">
                <a:solidFill>
                  <a:srgbClr val="F92672"/>
                </a:solidFill>
                <a:latin typeface="Monaco"/>
              </a:rPr>
              <a:t>&lt;script&gt;</a:t>
            </a:r>
            <a:endParaRPr lang="en-GB" sz="1600" dirty="0">
              <a:solidFill>
                <a:srgbClr val="F8F8F2"/>
              </a:solidFill>
              <a:latin typeface="Monaco"/>
            </a:endParaRPr>
          </a:p>
          <a:p>
            <a:r>
              <a:rPr lang="en-GB" sz="1600" dirty="0">
                <a:solidFill>
                  <a:srgbClr val="F8F8F2"/>
                </a:solidFill>
                <a:latin typeface="Monaco"/>
              </a:rPr>
              <a:t>  </a:t>
            </a:r>
            <a:r>
              <a:rPr lang="en-GB" sz="1600" dirty="0">
                <a:solidFill>
                  <a:srgbClr val="66D9EF"/>
                </a:solidFill>
                <a:latin typeface="Monaco"/>
              </a:rPr>
              <a:t>…</a:t>
            </a:r>
            <a:endParaRPr lang="en-GB" sz="1600" dirty="0">
              <a:solidFill>
                <a:srgbClr val="F8F8F2"/>
              </a:solidFill>
              <a:latin typeface="Monaco"/>
            </a:endParaRPr>
          </a:p>
          <a:p>
            <a:r>
              <a:rPr lang="en-GB" sz="1600" dirty="0">
                <a:solidFill>
                  <a:srgbClr val="F92672"/>
                </a:solidFill>
                <a:latin typeface="Monaco"/>
              </a:rPr>
              <a:t>&lt;/script&gt;</a:t>
            </a:r>
            <a:endParaRPr lang="en-GB" sz="1600" dirty="0">
              <a:solidFill>
                <a:srgbClr val="F8F8F2"/>
              </a:solidFill>
              <a:latin typeface="Monaco"/>
            </a:endParaRPr>
          </a:p>
        </p:txBody>
      </p:sp>
    </p:spTree>
    <p:extLst>
      <p:ext uri="{BB962C8B-B14F-4D97-AF65-F5344CB8AC3E}">
        <p14:creationId xmlns:p14="http://schemas.microsoft.com/office/powerpoint/2010/main" val="672736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Karplus-Strong algorithm</a:t>
            </a:r>
          </a:p>
        </p:txBody>
      </p:sp>
      <p:sp>
        <p:nvSpPr>
          <p:cNvPr id="3" name="Subtitle 2"/>
          <p:cNvSpPr>
            <a:spLocks noGrp="1"/>
          </p:cNvSpPr>
          <p:nvPr>
            <p:ph type="subTitle" idx="1"/>
          </p:nvPr>
        </p:nvSpPr>
        <p:spPr/>
        <p:txBody>
          <a:bodyPr/>
          <a:lstStyle/>
          <a:p>
            <a:endParaRPr lang="en-GB"/>
          </a:p>
        </p:txBody>
      </p:sp>
    </p:spTree>
    <p:extLst>
      <p:ext uri="{BB962C8B-B14F-4D97-AF65-F5344CB8AC3E}">
        <p14:creationId xmlns:p14="http://schemas.microsoft.com/office/powerpoint/2010/main" val="1585101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807521"/>
          </a:xfrm>
        </p:spPr>
        <p:txBody>
          <a:bodyPr/>
          <a:lstStyle/>
          <a:p>
            <a:r>
              <a:rPr lang="en-GB" dirty="0"/>
              <a:t>Karplus-Strong synthesis</a:t>
            </a:r>
          </a:p>
        </p:txBody>
      </p:sp>
      <p:sp>
        <p:nvSpPr>
          <p:cNvPr id="3" name="Content Placeholder 2"/>
          <p:cNvSpPr>
            <a:spLocks noGrp="1"/>
          </p:cNvSpPr>
          <p:nvPr>
            <p:ph idx="1"/>
          </p:nvPr>
        </p:nvSpPr>
        <p:spPr>
          <a:xfrm>
            <a:off x="0" y="807522"/>
            <a:ext cx="8960628" cy="6050478"/>
          </a:xfrm>
        </p:spPr>
        <p:txBody>
          <a:bodyPr>
            <a:normAutofit/>
          </a:bodyPr>
          <a:lstStyle/>
          <a:p>
            <a:r>
              <a:rPr lang="en-GB" sz="2400" dirty="0"/>
              <a:t>Early form of physical modelling synthesis</a:t>
            </a:r>
          </a:p>
          <a:p>
            <a:r>
              <a:rPr lang="en-GB" sz="2400" dirty="0"/>
              <a:t>David Jaffe played violin in a string quartet</a:t>
            </a:r>
          </a:p>
          <a:p>
            <a:pPr marL="457200" lvl="1" indent="0">
              <a:buNone/>
            </a:pPr>
            <a:r>
              <a:rPr lang="en-GB" sz="2000" i="1" dirty="0">
                <a:solidFill>
                  <a:schemeClr val="accent1">
                    <a:lumMod val="50000"/>
                  </a:schemeClr>
                </a:solidFill>
              </a:rPr>
              <a:t>“violist was Alex Strong, who I didn't know. We just started talking and he was kind of a technical computer science-y kind of guy. I said something about how I was trying to synthesize guitars and he said, ‘Oh, you know, we just discovered this really great way of synthesizing guitars and I'd love to show it to you, but you have to sign a nondisclosure.’ And I said, ‘Okay, I'd love to do that.’</a:t>
            </a:r>
          </a:p>
          <a:p>
            <a:pPr lvl="1"/>
            <a:r>
              <a:rPr lang="en-GB" sz="2000" dirty="0"/>
              <a:t>Karplus, Kevin; Strong, Alex (1983). "Digital Synthesis of Plucked String and Drum Timbres". </a:t>
            </a:r>
            <a:r>
              <a:rPr lang="en-GB" sz="2000" i="1" dirty="0"/>
              <a:t>Computer Music Journal</a:t>
            </a:r>
            <a:r>
              <a:rPr lang="en-GB" sz="2000" dirty="0"/>
              <a:t>. </a:t>
            </a:r>
            <a:r>
              <a:rPr lang="en-GB" sz="2000" b="1" dirty="0"/>
              <a:t>7</a:t>
            </a:r>
            <a:r>
              <a:rPr lang="en-GB" sz="2000" dirty="0"/>
              <a:t> (2): 43–55.</a:t>
            </a:r>
          </a:p>
          <a:p>
            <a:pPr lvl="1"/>
            <a:r>
              <a:rPr lang="en-GB" sz="2000" dirty="0"/>
              <a:t>Jaffe, David A.; Smith, Julius O. (1983). "Extensions of the Karplus-Strong Plucked String Algorithm" </a:t>
            </a:r>
            <a:r>
              <a:rPr lang="en-GB" sz="2000" i="1" dirty="0"/>
              <a:t>Computer Music Journal</a:t>
            </a:r>
            <a:r>
              <a:rPr lang="en-GB" sz="2000" dirty="0"/>
              <a:t>. </a:t>
            </a:r>
            <a:r>
              <a:rPr lang="en-GB" sz="2000" b="1" dirty="0"/>
              <a:t>7</a:t>
            </a:r>
            <a:r>
              <a:rPr lang="en-GB" sz="2000" dirty="0"/>
              <a:t> (2): 56–69.</a:t>
            </a:r>
          </a:p>
          <a:p>
            <a:r>
              <a:rPr lang="en-GB" sz="2400" dirty="0"/>
              <a:t>Strong invented the algorithm</a:t>
            </a:r>
          </a:p>
          <a:p>
            <a:r>
              <a:rPr lang="en-GB" sz="2400" dirty="0"/>
              <a:t>Karplus analysed it</a:t>
            </a:r>
          </a:p>
          <a:p>
            <a:r>
              <a:rPr lang="en-GB" sz="2400" dirty="0"/>
              <a:t>Jaffe tried to make it more musical</a:t>
            </a:r>
          </a:p>
          <a:p>
            <a:r>
              <a:rPr lang="en-GB" sz="2400" dirty="0"/>
              <a:t>Smith showed how it modelled a vibrating string</a:t>
            </a:r>
          </a:p>
        </p:txBody>
      </p:sp>
      <p:pic>
        <p:nvPicPr>
          <p:cNvPr id="1030" name="Picture 6" descr="2004 photo of Kevin Karplus">
            <a:extLst>
              <a:ext uri="{FF2B5EF4-FFF2-40B4-BE49-F238E27FC236}">
                <a16:creationId xmlns:a16="http://schemas.microsoft.com/office/drawing/2014/main" id="{7EEA5D3D-A194-421A-8B7A-2AB70E7A13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43010" y="904027"/>
            <a:ext cx="2486891" cy="207240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E2C0D65-084C-4196-B602-35F0E4D9D4A8}"/>
              </a:ext>
            </a:extLst>
          </p:cNvPr>
          <p:cNvSpPr txBox="1"/>
          <p:nvPr/>
        </p:nvSpPr>
        <p:spPr>
          <a:xfrm>
            <a:off x="9798828" y="3072941"/>
            <a:ext cx="1440266" cy="369332"/>
          </a:xfrm>
          <a:prstGeom prst="rect">
            <a:avLst/>
          </a:prstGeom>
          <a:noFill/>
        </p:spPr>
        <p:txBody>
          <a:bodyPr wrap="none" rtlCol="0">
            <a:spAutoFit/>
          </a:bodyPr>
          <a:lstStyle/>
          <a:p>
            <a:r>
              <a:rPr lang="en-GB" dirty="0"/>
              <a:t>Kevin Karplus</a:t>
            </a:r>
          </a:p>
        </p:txBody>
      </p:sp>
      <p:pic>
        <p:nvPicPr>
          <p:cNvPr id="1032" name="Picture 8" descr="Biography — David A. Jaffe">
            <a:extLst>
              <a:ext uri="{FF2B5EF4-FFF2-40B4-BE49-F238E27FC236}">
                <a16:creationId xmlns:a16="http://schemas.microsoft.com/office/drawing/2014/main" id="{CD2EB547-2B91-494D-88A7-5E0AE6E3B6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25160" y="3978471"/>
            <a:ext cx="1916022" cy="148022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32986BC-AD9B-4F4A-8454-FD41CA5F82D8}"/>
              </a:ext>
            </a:extLst>
          </p:cNvPr>
          <p:cNvSpPr txBox="1"/>
          <p:nvPr/>
        </p:nvSpPr>
        <p:spPr>
          <a:xfrm>
            <a:off x="9190085" y="5750655"/>
            <a:ext cx="2992742" cy="369332"/>
          </a:xfrm>
          <a:prstGeom prst="rect">
            <a:avLst/>
          </a:prstGeom>
          <a:noFill/>
        </p:spPr>
        <p:txBody>
          <a:bodyPr wrap="none" rtlCol="0">
            <a:spAutoFit/>
          </a:bodyPr>
          <a:lstStyle/>
          <a:p>
            <a:r>
              <a:rPr lang="en-GB" dirty="0"/>
              <a:t>David Jaffe             Julius Smith</a:t>
            </a:r>
          </a:p>
        </p:txBody>
      </p:sp>
      <p:pic>
        <p:nvPicPr>
          <p:cNvPr id="1034" name="Picture 10" descr="Julius Orion Smith III | CCRMA">
            <a:extLst>
              <a:ext uri="{FF2B5EF4-FFF2-40B4-BE49-F238E27FC236}">
                <a16:creationId xmlns:a16="http://schemas.microsoft.com/office/drawing/2014/main" id="{3D4C9A03-3586-478F-80EB-91D467AB9B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68326" y="3686224"/>
            <a:ext cx="1403915" cy="18985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1557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BBE84-A437-4567-84B4-F3462197FDBF}"/>
              </a:ext>
            </a:extLst>
          </p:cNvPr>
          <p:cNvSpPr>
            <a:spLocks noGrp="1"/>
          </p:cNvSpPr>
          <p:nvPr>
            <p:ph type="title"/>
          </p:nvPr>
        </p:nvSpPr>
        <p:spPr>
          <a:xfrm>
            <a:off x="601735" y="76693"/>
            <a:ext cx="5203232" cy="926198"/>
          </a:xfrm>
        </p:spPr>
        <p:txBody>
          <a:bodyPr>
            <a:normAutofit/>
          </a:bodyPr>
          <a:lstStyle/>
          <a:p>
            <a:pPr algn="ctr"/>
            <a:r>
              <a:rPr lang="en-GB" b="1" dirty="0">
                <a:solidFill>
                  <a:schemeClr val="accent1">
                    <a:lumMod val="75000"/>
                  </a:schemeClr>
                </a:solidFill>
              </a:rPr>
              <a:t>How it works</a:t>
            </a:r>
          </a:p>
        </p:txBody>
      </p:sp>
      <p:sp>
        <p:nvSpPr>
          <p:cNvPr id="3" name="Content Placeholder 2">
            <a:extLst>
              <a:ext uri="{FF2B5EF4-FFF2-40B4-BE49-F238E27FC236}">
                <a16:creationId xmlns:a16="http://schemas.microsoft.com/office/drawing/2014/main" id="{317DF3B0-4A6B-428F-8B0C-EBE3C3DDE6A8}"/>
              </a:ext>
            </a:extLst>
          </p:cNvPr>
          <p:cNvSpPr>
            <a:spLocks noGrp="1"/>
          </p:cNvSpPr>
          <p:nvPr>
            <p:ph idx="1"/>
          </p:nvPr>
        </p:nvSpPr>
        <p:spPr>
          <a:xfrm>
            <a:off x="265470" y="1970385"/>
            <a:ext cx="11356259" cy="4748980"/>
          </a:xfrm>
        </p:spPr>
        <p:txBody>
          <a:bodyPr>
            <a:normAutofit lnSpcReduction="10000"/>
          </a:bodyPr>
          <a:lstStyle/>
          <a:p>
            <a:pPr marL="514350" lvl="0" indent="-514350">
              <a:buFont typeface="+mj-lt"/>
              <a:buAutoNum type="arabicPeriod"/>
            </a:pPr>
            <a:r>
              <a:rPr lang="en-GB" dirty="0"/>
              <a:t>Short excitation waveform (length L samples), typically white noise, is generated</a:t>
            </a:r>
          </a:p>
          <a:p>
            <a:pPr marL="514350" lvl="0" indent="-514350">
              <a:buFont typeface="+mj-lt"/>
              <a:buAutoNum type="arabicPeriod"/>
            </a:pPr>
            <a:r>
              <a:rPr lang="en-GB" dirty="0"/>
              <a:t>Excitation is output and simultaneously fed back into delay line L samples long</a:t>
            </a:r>
          </a:p>
          <a:p>
            <a:pPr lvl="1"/>
            <a:r>
              <a:rPr lang="en-GB" dirty="0"/>
              <a:t>delay line acts to store one period of the signal</a:t>
            </a:r>
          </a:p>
          <a:p>
            <a:pPr marL="514350" lvl="0" indent="-514350">
              <a:buFont typeface="+mj-lt"/>
              <a:buAutoNum type="arabicPeriod"/>
            </a:pPr>
            <a:r>
              <a:rPr lang="en-GB" dirty="0"/>
              <a:t>Output of delay line fed through a filter. </a:t>
            </a:r>
          </a:p>
          <a:p>
            <a:pPr marL="971550" lvl="1" indent="-514350">
              <a:buFont typeface="+mj-lt"/>
              <a:buAutoNum type="arabicPeriod"/>
            </a:pPr>
            <a:r>
              <a:rPr lang="en-GB" dirty="0"/>
              <a:t>Filter gain must be less than 1 at all frequencies, to maintain stable positive feedback loop. </a:t>
            </a:r>
          </a:p>
          <a:p>
            <a:pPr marL="971550" lvl="1" indent="-514350">
              <a:buFont typeface="+mj-lt"/>
              <a:buAutoNum type="arabicPeriod"/>
            </a:pPr>
            <a:r>
              <a:rPr lang="en-GB" dirty="0"/>
              <a:t>Filter typically a low order, lowpass filter </a:t>
            </a:r>
          </a:p>
          <a:p>
            <a:pPr marL="971550" lvl="1" indent="-514350">
              <a:buFont typeface="+mj-lt"/>
              <a:buAutoNum type="arabicPeriod"/>
            </a:pPr>
            <a:r>
              <a:rPr lang="en-GB" dirty="0"/>
              <a:t>Filter characteristics mainly determine harmonic structure of decaying tone.</a:t>
            </a:r>
          </a:p>
          <a:p>
            <a:pPr marL="514350" lvl="0" indent="-514350">
              <a:buFont typeface="+mj-lt"/>
              <a:buAutoNum type="arabicPeriod"/>
            </a:pPr>
            <a:r>
              <a:rPr lang="en-GB" dirty="0"/>
              <a:t>Filtered output simultaneously mixed back into the output and fed back into the delay line</a:t>
            </a:r>
          </a:p>
        </p:txBody>
      </p:sp>
      <p:pic>
        <p:nvPicPr>
          <p:cNvPr id="5" name="Picture 4">
            <a:extLst>
              <a:ext uri="{FF2B5EF4-FFF2-40B4-BE49-F238E27FC236}">
                <a16:creationId xmlns:a16="http://schemas.microsoft.com/office/drawing/2014/main" id="{375EC159-86F4-4429-B70E-5843F950728A}"/>
              </a:ext>
            </a:extLst>
          </p:cNvPr>
          <p:cNvPicPr>
            <a:picLocks noChangeAspect="1"/>
          </p:cNvPicPr>
          <p:nvPr/>
        </p:nvPicPr>
        <p:blipFill>
          <a:blip r:embed="rId2"/>
          <a:stretch>
            <a:fillRect/>
          </a:stretch>
        </p:blipFill>
        <p:spPr>
          <a:xfrm>
            <a:off x="7141527" y="0"/>
            <a:ext cx="4944285" cy="1828959"/>
          </a:xfrm>
          <a:prstGeom prst="rect">
            <a:avLst/>
          </a:prstGeom>
        </p:spPr>
      </p:pic>
      <p:sp>
        <p:nvSpPr>
          <p:cNvPr id="6" name="Rectangle 5">
            <a:extLst>
              <a:ext uri="{FF2B5EF4-FFF2-40B4-BE49-F238E27FC236}">
                <a16:creationId xmlns:a16="http://schemas.microsoft.com/office/drawing/2014/main" id="{2F17CE7B-073B-4B4C-B6CB-1F74FE2A3D52}"/>
              </a:ext>
            </a:extLst>
          </p:cNvPr>
          <p:cNvSpPr/>
          <p:nvPr/>
        </p:nvSpPr>
        <p:spPr>
          <a:xfrm>
            <a:off x="601735" y="822454"/>
            <a:ext cx="5120640" cy="1077218"/>
          </a:xfrm>
          <a:prstGeom prst="rect">
            <a:avLst/>
          </a:prstGeom>
        </p:spPr>
        <p:txBody>
          <a:bodyPr wrap="square">
            <a:spAutoFit/>
          </a:bodyPr>
          <a:lstStyle/>
          <a:p>
            <a:pPr algn="ctr"/>
            <a:r>
              <a:rPr lang="en-GB" sz="3200" b="1" dirty="0">
                <a:solidFill>
                  <a:schemeClr val="accent1">
                    <a:lumMod val="75000"/>
                  </a:schemeClr>
                </a:solidFill>
              </a:rPr>
              <a:t>loops short waveform through filtered delay line</a:t>
            </a:r>
          </a:p>
        </p:txBody>
      </p:sp>
    </p:spTree>
    <p:extLst>
      <p:ext uri="{BB962C8B-B14F-4D97-AF65-F5344CB8AC3E}">
        <p14:creationId xmlns:p14="http://schemas.microsoft.com/office/powerpoint/2010/main" val="3716683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421FB-6975-498F-88EE-3B047E430174}"/>
              </a:ext>
            </a:extLst>
          </p:cNvPr>
          <p:cNvSpPr>
            <a:spLocks noGrp="1"/>
          </p:cNvSpPr>
          <p:nvPr>
            <p:ph type="title"/>
          </p:nvPr>
        </p:nvSpPr>
        <p:spPr/>
        <p:txBody>
          <a:bodyPr/>
          <a:lstStyle/>
          <a:p>
            <a:r>
              <a:rPr lang="en-GB" dirty="0"/>
              <a:t>Tuning the string</a:t>
            </a:r>
          </a:p>
        </p:txBody>
      </p:sp>
      <p:sp>
        <p:nvSpPr>
          <p:cNvPr id="3" name="Content Placeholder 2">
            <a:extLst>
              <a:ext uri="{FF2B5EF4-FFF2-40B4-BE49-F238E27FC236}">
                <a16:creationId xmlns:a16="http://schemas.microsoft.com/office/drawing/2014/main" id="{6ACB39FB-A08A-4FBE-8D9F-4B9DD8571CA6}"/>
              </a:ext>
            </a:extLst>
          </p:cNvPr>
          <p:cNvSpPr>
            <a:spLocks noGrp="1"/>
          </p:cNvSpPr>
          <p:nvPr>
            <p:ph idx="1"/>
          </p:nvPr>
        </p:nvSpPr>
        <p:spPr/>
        <p:txBody>
          <a:bodyPr/>
          <a:lstStyle/>
          <a:p>
            <a:r>
              <a:rPr lang="en-GB" dirty="0"/>
              <a:t>Fundamental frequency should be f0=fs/L, where L is the number of units of delay</a:t>
            </a:r>
          </a:p>
          <a:p>
            <a:r>
              <a:rPr lang="en-GB" dirty="0"/>
              <a:t>Period T0=L/fs</a:t>
            </a:r>
          </a:p>
          <a:p>
            <a:r>
              <a:rPr lang="en-GB" dirty="0"/>
              <a:t>L</a:t>
            </a:r>
            <a:r>
              <a:rPr lang="en-GB"/>
              <a:t>= fs*D</a:t>
            </a:r>
            <a:r>
              <a:rPr lang="en-GB" dirty="0"/>
              <a:t>, where D is the delay time</a:t>
            </a:r>
          </a:p>
        </p:txBody>
      </p:sp>
      <p:grpSp>
        <p:nvGrpSpPr>
          <p:cNvPr id="11" name="Group 10">
            <a:extLst>
              <a:ext uri="{FF2B5EF4-FFF2-40B4-BE49-F238E27FC236}">
                <a16:creationId xmlns:a16="http://schemas.microsoft.com/office/drawing/2014/main" id="{56622709-9936-4A20-815F-59C562BDE841}"/>
              </a:ext>
            </a:extLst>
          </p:cNvPr>
          <p:cNvGrpSpPr/>
          <p:nvPr/>
        </p:nvGrpSpPr>
        <p:grpSpPr>
          <a:xfrm>
            <a:off x="4107381" y="3816628"/>
            <a:ext cx="7954342" cy="2593539"/>
            <a:chOff x="4107381" y="3816628"/>
            <a:chExt cx="7954342" cy="2593539"/>
          </a:xfrm>
        </p:grpSpPr>
        <p:pic>
          <p:nvPicPr>
            <p:cNvPr id="4" name="Picture 3">
              <a:extLst>
                <a:ext uri="{FF2B5EF4-FFF2-40B4-BE49-F238E27FC236}">
                  <a16:creationId xmlns:a16="http://schemas.microsoft.com/office/drawing/2014/main" id="{20FE280C-F122-4FF7-9860-4B00728CFCD6}"/>
                </a:ext>
              </a:extLst>
            </p:cNvPr>
            <p:cNvPicPr>
              <a:picLocks noChangeAspect="1"/>
            </p:cNvPicPr>
            <p:nvPr/>
          </p:nvPicPr>
          <p:blipFill>
            <a:blip r:embed="rId2"/>
            <a:stretch>
              <a:fillRect/>
            </a:stretch>
          </p:blipFill>
          <p:spPr>
            <a:xfrm>
              <a:off x="4107381" y="4114800"/>
              <a:ext cx="4944285" cy="1828959"/>
            </a:xfrm>
            <a:prstGeom prst="rect">
              <a:avLst/>
            </a:prstGeom>
          </p:spPr>
        </p:pic>
        <p:sp>
          <p:nvSpPr>
            <p:cNvPr id="5" name="TextBox 4">
              <a:extLst>
                <a:ext uri="{FF2B5EF4-FFF2-40B4-BE49-F238E27FC236}">
                  <a16:creationId xmlns:a16="http://schemas.microsoft.com/office/drawing/2014/main" id="{00770A85-AC6F-4C4A-A31A-6B083CB6CF8C}"/>
                </a:ext>
              </a:extLst>
            </p:cNvPr>
            <p:cNvSpPr txBox="1"/>
            <p:nvPr/>
          </p:nvSpPr>
          <p:spPr>
            <a:xfrm>
              <a:off x="4551218" y="3881596"/>
              <a:ext cx="914400" cy="369332"/>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X(z)</a:t>
              </a:r>
            </a:p>
          </p:txBody>
        </p:sp>
        <p:sp>
          <p:nvSpPr>
            <p:cNvPr id="6" name="TextBox 5">
              <a:extLst>
                <a:ext uri="{FF2B5EF4-FFF2-40B4-BE49-F238E27FC236}">
                  <a16:creationId xmlns:a16="http://schemas.microsoft.com/office/drawing/2014/main" id="{F127A75A-8BCE-407F-AC1D-98111A37642F}"/>
                </a:ext>
              </a:extLst>
            </p:cNvPr>
            <p:cNvSpPr txBox="1"/>
            <p:nvPr/>
          </p:nvSpPr>
          <p:spPr>
            <a:xfrm>
              <a:off x="8028709" y="3816628"/>
              <a:ext cx="914400" cy="369332"/>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Y(z)</a:t>
              </a:r>
            </a:p>
          </p:txBody>
        </p:sp>
        <p:sp>
          <p:nvSpPr>
            <p:cNvPr id="7" name="TextBox 6">
              <a:extLst>
                <a:ext uri="{FF2B5EF4-FFF2-40B4-BE49-F238E27FC236}">
                  <a16:creationId xmlns:a16="http://schemas.microsoft.com/office/drawing/2014/main" id="{616E6266-80B4-4C24-BC17-6C0ED20ED249}"/>
                </a:ext>
              </a:extLst>
            </p:cNvPr>
            <p:cNvSpPr txBox="1"/>
            <p:nvPr/>
          </p:nvSpPr>
          <p:spPr>
            <a:xfrm>
              <a:off x="6899564" y="6040835"/>
              <a:ext cx="914400" cy="369332"/>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Z</a:t>
              </a:r>
              <a:r>
                <a:rPr lang="en-GB" baseline="30000" dirty="0">
                  <a:latin typeface="Times New Roman" panose="02020603050405020304" pitchFamily="18" charset="0"/>
                  <a:cs typeface="Times New Roman" panose="02020603050405020304" pitchFamily="18" charset="0"/>
                </a:rPr>
                <a:t>-L</a:t>
              </a:r>
              <a:r>
                <a:rPr lang="en-GB" dirty="0">
                  <a:latin typeface="Times New Roman" panose="02020603050405020304" pitchFamily="18" charset="0"/>
                  <a:cs typeface="Times New Roman" panose="02020603050405020304" pitchFamily="18" charset="0"/>
                </a:rPr>
                <a:t>Y(z)</a:t>
              </a:r>
            </a:p>
          </p:txBody>
        </p:sp>
        <p:sp>
          <p:nvSpPr>
            <p:cNvPr id="8" name="TextBox 7">
              <a:extLst>
                <a:ext uri="{FF2B5EF4-FFF2-40B4-BE49-F238E27FC236}">
                  <a16:creationId xmlns:a16="http://schemas.microsoft.com/office/drawing/2014/main" id="{D0CF9147-074E-4C07-9655-E583018C1E80}"/>
                </a:ext>
              </a:extLst>
            </p:cNvPr>
            <p:cNvSpPr txBox="1"/>
            <p:nvPr/>
          </p:nvSpPr>
          <p:spPr>
            <a:xfrm>
              <a:off x="5205465" y="6017576"/>
              <a:ext cx="1000655" cy="369332"/>
            </a:xfrm>
            <a:prstGeom prst="rect">
              <a:avLst/>
            </a:prstGeom>
            <a:noFill/>
          </p:spPr>
          <p:txBody>
            <a:bodyPr wrap="square" rtlCol="0">
              <a:spAutoFit/>
            </a:bodyPr>
            <a:lstStyle/>
            <a:p>
              <a:r>
                <a:rPr lang="en-GB" dirty="0" err="1">
                  <a:latin typeface="Times New Roman" panose="02020603050405020304" pitchFamily="18" charset="0"/>
                  <a:cs typeface="Times New Roman" panose="02020603050405020304" pitchFamily="18" charset="0"/>
                </a:rPr>
                <a:t>gZ</a:t>
              </a:r>
              <a:r>
                <a:rPr lang="en-GB" baseline="30000" dirty="0">
                  <a:latin typeface="Times New Roman" panose="02020603050405020304" pitchFamily="18" charset="0"/>
                  <a:cs typeface="Times New Roman" panose="02020603050405020304" pitchFamily="18" charset="0"/>
                </a:rPr>
                <a:t>-L</a:t>
              </a:r>
              <a:r>
                <a:rPr lang="en-GB" dirty="0">
                  <a:latin typeface="Times New Roman" panose="02020603050405020304" pitchFamily="18" charset="0"/>
                  <a:cs typeface="Times New Roman" panose="02020603050405020304" pitchFamily="18" charset="0"/>
                </a:rPr>
                <a:t>Y(z)</a:t>
              </a:r>
            </a:p>
          </p:txBody>
        </p:sp>
        <p:sp>
          <p:nvSpPr>
            <p:cNvPr id="9" name="TextBox 8">
              <a:extLst>
                <a:ext uri="{FF2B5EF4-FFF2-40B4-BE49-F238E27FC236}">
                  <a16:creationId xmlns:a16="http://schemas.microsoft.com/office/drawing/2014/main" id="{A348B7F7-C07E-4EF8-8888-DF776962FCF0}"/>
                </a:ext>
              </a:extLst>
            </p:cNvPr>
            <p:cNvSpPr txBox="1"/>
            <p:nvPr/>
          </p:nvSpPr>
          <p:spPr>
            <a:xfrm>
              <a:off x="9651032" y="4906740"/>
              <a:ext cx="2410691" cy="646331"/>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Y(z)=X(z)+</a:t>
              </a:r>
              <a:r>
                <a:rPr lang="en-GB" dirty="0" err="1">
                  <a:latin typeface="Times New Roman" panose="02020603050405020304" pitchFamily="18" charset="0"/>
                  <a:cs typeface="Times New Roman" panose="02020603050405020304" pitchFamily="18" charset="0"/>
                </a:rPr>
                <a:t>gZ</a:t>
              </a:r>
              <a:r>
                <a:rPr lang="en-GB" baseline="30000" dirty="0">
                  <a:latin typeface="Times New Roman" panose="02020603050405020304" pitchFamily="18" charset="0"/>
                  <a:cs typeface="Times New Roman" panose="02020603050405020304" pitchFamily="18" charset="0"/>
                </a:rPr>
                <a:t>-L</a:t>
              </a:r>
              <a:r>
                <a:rPr lang="en-GB" dirty="0">
                  <a:latin typeface="Times New Roman" panose="02020603050405020304" pitchFamily="18" charset="0"/>
                  <a:cs typeface="Times New Roman" panose="02020603050405020304" pitchFamily="18" charset="0"/>
                </a:rPr>
                <a:t>Y(z)</a:t>
              </a:r>
            </a:p>
            <a:p>
              <a:r>
                <a:rPr lang="en-GB" dirty="0">
                  <a:latin typeface="Times New Roman" panose="02020603050405020304" pitchFamily="18" charset="0"/>
                  <a:cs typeface="Times New Roman" panose="02020603050405020304" pitchFamily="18" charset="0"/>
                </a:rPr>
                <a:t>H(z)=1/(1- </a:t>
              </a:r>
              <a:r>
                <a:rPr lang="en-GB" dirty="0" err="1">
                  <a:latin typeface="Times New Roman" panose="02020603050405020304" pitchFamily="18" charset="0"/>
                  <a:cs typeface="Times New Roman" panose="02020603050405020304" pitchFamily="18" charset="0"/>
                </a:rPr>
                <a:t>gZ</a:t>
              </a:r>
              <a:r>
                <a:rPr lang="en-GB" baseline="30000" dirty="0">
                  <a:latin typeface="Times New Roman" panose="02020603050405020304" pitchFamily="18" charset="0"/>
                  <a:cs typeface="Times New Roman" panose="02020603050405020304" pitchFamily="18" charset="0"/>
                </a:rPr>
                <a:t>-L</a:t>
              </a:r>
              <a:r>
                <a:rPr lang="en-GB" dirty="0">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AA32E853-39EE-4F7B-97E0-9A2370ED0490}"/>
                </a:ext>
              </a:extLst>
            </p:cNvPr>
            <p:cNvSpPr txBox="1"/>
            <p:nvPr/>
          </p:nvSpPr>
          <p:spPr>
            <a:xfrm>
              <a:off x="5878976" y="3985458"/>
              <a:ext cx="1629919" cy="369332"/>
            </a:xfrm>
            <a:prstGeom prst="rect">
              <a:avLst/>
            </a:prstGeom>
            <a:noFill/>
          </p:spPr>
          <p:txBody>
            <a:bodyPr wrap="square" rtlCol="0">
              <a:spAutoFit/>
            </a:bodyPr>
            <a:lstStyle/>
            <a:p>
              <a:r>
                <a:rPr lang="en-GB" dirty="0">
                  <a:latin typeface="Times New Roman" panose="02020603050405020304" pitchFamily="18" charset="0"/>
                  <a:cs typeface="Times New Roman" panose="02020603050405020304" pitchFamily="18" charset="0"/>
                </a:rPr>
                <a:t>X(z)+</a:t>
              </a:r>
              <a:r>
                <a:rPr lang="en-GB" dirty="0" err="1">
                  <a:latin typeface="Times New Roman" panose="02020603050405020304" pitchFamily="18" charset="0"/>
                  <a:cs typeface="Times New Roman" panose="02020603050405020304" pitchFamily="18" charset="0"/>
                </a:rPr>
                <a:t>gZ</a:t>
              </a:r>
              <a:r>
                <a:rPr lang="en-GB" baseline="30000" dirty="0">
                  <a:latin typeface="Times New Roman" panose="02020603050405020304" pitchFamily="18" charset="0"/>
                  <a:cs typeface="Times New Roman" panose="02020603050405020304" pitchFamily="18" charset="0"/>
                </a:rPr>
                <a:t>-L</a:t>
              </a:r>
              <a:r>
                <a:rPr lang="en-GB" dirty="0">
                  <a:latin typeface="Times New Roman" panose="02020603050405020304" pitchFamily="18" charset="0"/>
                  <a:cs typeface="Times New Roman" panose="02020603050405020304" pitchFamily="18" charset="0"/>
                </a:rPr>
                <a:t>Y(z)</a:t>
              </a:r>
            </a:p>
          </p:txBody>
        </p:sp>
      </p:grpSp>
    </p:spTree>
    <p:extLst>
      <p:ext uri="{BB962C8B-B14F-4D97-AF65-F5344CB8AC3E}">
        <p14:creationId xmlns:p14="http://schemas.microsoft.com/office/powerpoint/2010/main" val="722391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5A9C7-17CC-4176-A591-2D8582D8ED04}"/>
              </a:ext>
            </a:extLst>
          </p:cNvPr>
          <p:cNvSpPr>
            <a:spLocks noGrp="1"/>
          </p:cNvSpPr>
          <p:nvPr>
            <p:ph type="title"/>
          </p:nvPr>
        </p:nvSpPr>
        <p:spPr>
          <a:xfrm>
            <a:off x="838200" y="365126"/>
            <a:ext cx="8632041" cy="636580"/>
          </a:xfrm>
        </p:spPr>
        <p:txBody>
          <a:bodyPr>
            <a:normAutofit fontScale="90000"/>
          </a:bodyPr>
          <a:lstStyle/>
          <a:p>
            <a:r>
              <a:rPr lang="en-GB" dirty="0"/>
              <a:t>Audio graph for simple implementation of Karplus-Strong algorithm</a:t>
            </a:r>
          </a:p>
        </p:txBody>
      </p:sp>
      <p:sp>
        <p:nvSpPr>
          <p:cNvPr id="29" name="Rectangle 28">
            <a:extLst>
              <a:ext uri="{FF2B5EF4-FFF2-40B4-BE49-F238E27FC236}">
                <a16:creationId xmlns:a16="http://schemas.microsoft.com/office/drawing/2014/main" id="{7862159D-FDDE-47A9-A4E8-4614BCB83E7B}"/>
              </a:ext>
            </a:extLst>
          </p:cNvPr>
          <p:cNvSpPr/>
          <p:nvPr/>
        </p:nvSpPr>
        <p:spPr>
          <a:xfrm>
            <a:off x="1681788" y="2343492"/>
            <a:ext cx="1296000" cy="648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Noise</a:t>
            </a:r>
          </a:p>
        </p:txBody>
      </p:sp>
      <p:sp>
        <p:nvSpPr>
          <p:cNvPr id="30" name="Rectangle 29">
            <a:extLst>
              <a:ext uri="{FF2B5EF4-FFF2-40B4-BE49-F238E27FC236}">
                <a16:creationId xmlns:a16="http://schemas.microsoft.com/office/drawing/2014/main" id="{4C21FD23-E25B-4B10-B670-D8EB3D66FD41}"/>
              </a:ext>
            </a:extLst>
          </p:cNvPr>
          <p:cNvSpPr/>
          <p:nvPr/>
        </p:nvSpPr>
        <p:spPr>
          <a:xfrm>
            <a:off x="3482590" y="2343492"/>
            <a:ext cx="1296000" cy="648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Noise</a:t>
            </a:r>
          </a:p>
          <a:p>
            <a:pPr algn="ctr"/>
            <a:r>
              <a:rPr lang="en-GB" dirty="0"/>
              <a:t>Gain</a:t>
            </a:r>
          </a:p>
        </p:txBody>
      </p:sp>
      <p:sp>
        <p:nvSpPr>
          <p:cNvPr id="31" name="Rectangle 30">
            <a:extLst>
              <a:ext uri="{FF2B5EF4-FFF2-40B4-BE49-F238E27FC236}">
                <a16:creationId xmlns:a16="http://schemas.microsoft.com/office/drawing/2014/main" id="{E7BC5562-5E39-42C8-A1D0-5E65F62378DF}"/>
              </a:ext>
            </a:extLst>
          </p:cNvPr>
          <p:cNvSpPr/>
          <p:nvPr/>
        </p:nvSpPr>
        <p:spPr>
          <a:xfrm>
            <a:off x="6946156" y="3503208"/>
            <a:ext cx="1080000" cy="648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Delay</a:t>
            </a:r>
          </a:p>
        </p:txBody>
      </p:sp>
      <p:sp>
        <p:nvSpPr>
          <p:cNvPr id="32" name="Rectangle 31">
            <a:extLst>
              <a:ext uri="{FF2B5EF4-FFF2-40B4-BE49-F238E27FC236}">
                <a16:creationId xmlns:a16="http://schemas.microsoft.com/office/drawing/2014/main" id="{B95E0528-F0E6-4A2B-8367-5AB0FD362F9A}"/>
              </a:ext>
            </a:extLst>
          </p:cNvPr>
          <p:cNvSpPr/>
          <p:nvPr/>
        </p:nvSpPr>
        <p:spPr>
          <a:xfrm>
            <a:off x="5261598" y="3503208"/>
            <a:ext cx="1080000" cy="648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Feedback</a:t>
            </a:r>
          </a:p>
          <a:p>
            <a:pPr algn="ctr"/>
            <a:r>
              <a:rPr lang="en-GB" dirty="0"/>
              <a:t>Gain</a:t>
            </a:r>
          </a:p>
        </p:txBody>
      </p:sp>
      <p:sp>
        <p:nvSpPr>
          <p:cNvPr id="33" name="Rectangle 32">
            <a:extLst>
              <a:ext uri="{FF2B5EF4-FFF2-40B4-BE49-F238E27FC236}">
                <a16:creationId xmlns:a16="http://schemas.microsoft.com/office/drawing/2014/main" id="{CBA5D728-1E40-4ECE-A8C2-6B1EC911C676}"/>
              </a:ext>
            </a:extLst>
          </p:cNvPr>
          <p:cNvSpPr/>
          <p:nvPr/>
        </p:nvSpPr>
        <p:spPr>
          <a:xfrm>
            <a:off x="8236835" y="2343492"/>
            <a:ext cx="1296000" cy="648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destination</a:t>
            </a:r>
          </a:p>
        </p:txBody>
      </p:sp>
      <p:cxnSp>
        <p:nvCxnSpPr>
          <p:cNvPr id="34" name="Straight Arrow Connector 33">
            <a:extLst>
              <a:ext uri="{FF2B5EF4-FFF2-40B4-BE49-F238E27FC236}">
                <a16:creationId xmlns:a16="http://schemas.microsoft.com/office/drawing/2014/main" id="{8DBA98CF-A7B3-4356-A024-0560C52352C3}"/>
              </a:ext>
            </a:extLst>
          </p:cNvPr>
          <p:cNvCxnSpPr>
            <a:cxnSpLocks/>
            <a:stCxn id="29" idx="3"/>
            <a:endCxn id="30" idx="1"/>
          </p:cNvCxnSpPr>
          <p:nvPr/>
        </p:nvCxnSpPr>
        <p:spPr>
          <a:xfrm>
            <a:off x="2977788" y="2667492"/>
            <a:ext cx="504802" cy="0"/>
          </a:xfrm>
          <a:prstGeom prst="straightConnector1">
            <a:avLst/>
          </a:prstGeom>
          <a:ln w="317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A32AEA7-2488-428B-A003-71A0C489BF0D}"/>
              </a:ext>
            </a:extLst>
          </p:cNvPr>
          <p:cNvCxnSpPr>
            <a:cxnSpLocks/>
            <a:stCxn id="30" idx="3"/>
            <a:endCxn id="39" idx="2"/>
          </p:cNvCxnSpPr>
          <p:nvPr/>
        </p:nvCxnSpPr>
        <p:spPr>
          <a:xfrm>
            <a:off x="4778590" y="2667492"/>
            <a:ext cx="744156" cy="0"/>
          </a:xfrm>
          <a:prstGeom prst="straightConnector1">
            <a:avLst/>
          </a:prstGeom>
          <a:ln w="317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AC28361D-A98F-44E3-B5E0-B2223F18088A}"/>
              </a:ext>
            </a:extLst>
          </p:cNvPr>
          <p:cNvCxnSpPr>
            <a:cxnSpLocks/>
            <a:stCxn id="31" idx="1"/>
            <a:endCxn id="32" idx="3"/>
          </p:cNvCxnSpPr>
          <p:nvPr/>
        </p:nvCxnSpPr>
        <p:spPr>
          <a:xfrm flipH="1">
            <a:off x="6341598" y="3827208"/>
            <a:ext cx="604558" cy="0"/>
          </a:xfrm>
          <a:prstGeom prst="straightConnector1">
            <a:avLst/>
          </a:prstGeom>
          <a:ln w="317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E1F4BBAC-3C1A-4D49-805B-DACF967FAA7C}"/>
              </a:ext>
            </a:extLst>
          </p:cNvPr>
          <p:cNvCxnSpPr>
            <a:cxnSpLocks/>
            <a:endCxn id="31" idx="0"/>
          </p:cNvCxnSpPr>
          <p:nvPr/>
        </p:nvCxnSpPr>
        <p:spPr>
          <a:xfrm>
            <a:off x="7486156" y="2667492"/>
            <a:ext cx="0" cy="835716"/>
          </a:xfrm>
          <a:prstGeom prst="straightConnector1">
            <a:avLst/>
          </a:prstGeom>
          <a:ln w="317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94F5D358-468A-4F2C-9E00-EBB07C07B005}"/>
              </a:ext>
            </a:extLst>
          </p:cNvPr>
          <p:cNvCxnSpPr>
            <a:cxnSpLocks/>
            <a:stCxn id="32" idx="0"/>
            <a:endCxn id="39" idx="4"/>
          </p:cNvCxnSpPr>
          <p:nvPr/>
        </p:nvCxnSpPr>
        <p:spPr>
          <a:xfrm flipH="1" flipV="1">
            <a:off x="5792746" y="2937492"/>
            <a:ext cx="8852" cy="565716"/>
          </a:xfrm>
          <a:prstGeom prst="straightConnector1">
            <a:avLst/>
          </a:prstGeom>
          <a:ln w="317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sp>
        <p:nvSpPr>
          <p:cNvPr id="39" name="Oval 38">
            <a:extLst>
              <a:ext uri="{FF2B5EF4-FFF2-40B4-BE49-F238E27FC236}">
                <a16:creationId xmlns:a16="http://schemas.microsoft.com/office/drawing/2014/main" id="{F3B80201-3EC4-4DA1-9E22-C5578F8AA491}"/>
              </a:ext>
            </a:extLst>
          </p:cNvPr>
          <p:cNvSpPr/>
          <p:nvPr/>
        </p:nvSpPr>
        <p:spPr>
          <a:xfrm>
            <a:off x="5522746" y="2397492"/>
            <a:ext cx="540000" cy="540000"/>
          </a:xfrm>
          <a:prstGeom prst="ellipse">
            <a:avLst/>
          </a:prstGeom>
          <a:solidFill>
            <a:srgbClr val="7030A0"/>
          </a:solid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bg1"/>
                </a:solidFill>
              </a:rPr>
              <a:t>+</a:t>
            </a:r>
          </a:p>
        </p:txBody>
      </p:sp>
      <p:cxnSp>
        <p:nvCxnSpPr>
          <p:cNvPr id="40" name="Straight Arrow Connector 39">
            <a:extLst>
              <a:ext uri="{FF2B5EF4-FFF2-40B4-BE49-F238E27FC236}">
                <a16:creationId xmlns:a16="http://schemas.microsoft.com/office/drawing/2014/main" id="{3B03C346-F1C4-4620-8842-9F6637CC6935}"/>
              </a:ext>
            </a:extLst>
          </p:cNvPr>
          <p:cNvCxnSpPr>
            <a:cxnSpLocks/>
            <a:stCxn id="39" idx="6"/>
            <a:endCxn id="33" idx="1"/>
          </p:cNvCxnSpPr>
          <p:nvPr/>
        </p:nvCxnSpPr>
        <p:spPr>
          <a:xfrm>
            <a:off x="6062746" y="2667492"/>
            <a:ext cx="2174089" cy="0"/>
          </a:xfrm>
          <a:prstGeom prst="straightConnector1">
            <a:avLst/>
          </a:prstGeom>
          <a:ln w="317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sp>
        <p:nvSpPr>
          <p:cNvPr id="5" name="Content Placeholder 4">
            <a:extLst>
              <a:ext uri="{FF2B5EF4-FFF2-40B4-BE49-F238E27FC236}">
                <a16:creationId xmlns:a16="http://schemas.microsoft.com/office/drawing/2014/main" id="{D5EBC6D9-FE72-4183-B04C-ED2F13BC458D}"/>
              </a:ext>
            </a:extLst>
          </p:cNvPr>
          <p:cNvSpPr>
            <a:spLocks noGrp="1"/>
          </p:cNvSpPr>
          <p:nvPr>
            <p:ph idx="1"/>
          </p:nvPr>
        </p:nvSpPr>
        <p:spPr>
          <a:xfrm>
            <a:off x="479791" y="1651539"/>
            <a:ext cx="10515600" cy="4351338"/>
          </a:xfrm>
        </p:spPr>
        <p:txBody>
          <a:bodyPr/>
          <a:lstStyle/>
          <a:p>
            <a:endParaRPr lang="en-GB" dirty="0"/>
          </a:p>
        </p:txBody>
      </p:sp>
    </p:spTree>
    <p:extLst>
      <p:ext uri="{BB962C8B-B14F-4D97-AF65-F5344CB8AC3E}">
        <p14:creationId xmlns:p14="http://schemas.microsoft.com/office/powerpoint/2010/main" val="28795179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47C39-5883-4BC2-817B-482CDC908A05}"/>
              </a:ext>
            </a:extLst>
          </p:cNvPr>
          <p:cNvSpPr>
            <a:spLocks noGrp="1"/>
          </p:cNvSpPr>
          <p:nvPr>
            <p:ph type="title"/>
          </p:nvPr>
        </p:nvSpPr>
        <p:spPr/>
        <p:txBody>
          <a:bodyPr/>
          <a:lstStyle/>
          <a:p>
            <a:r>
              <a:rPr lang="en-GB" dirty="0"/>
              <a:t>Web audio implementation</a:t>
            </a:r>
          </a:p>
        </p:txBody>
      </p:sp>
      <p:sp>
        <p:nvSpPr>
          <p:cNvPr id="3" name="Content Placeholder 2">
            <a:extLst>
              <a:ext uri="{FF2B5EF4-FFF2-40B4-BE49-F238E27FC236}">
                <a16:creationId xmlns:a16="http://schemas.microsoft.com/office/drawing/2014/main" id="{49BA5C45-9558-4934-80DE-79AA3AF0730D}"/>
              </a:ext>
            </a:extLst>
          </p:cNvPr>
          <p:cNvSpPr>
            <a:spLocks noGrp="1"/>
          </p:cNvSpPr>
          <p:nvPr>
            <p:ph idx="1"/>
          </p:nvPr>
        </p:nvSpPr>
        <p:spPr/>
        <p:txBody>
          <a:bodyPr/>
          <a:lstStyle/>
          <a:p>
            <a:r>
              <a:rPr lang="en-GB" dirty="0"/>
              <a:t>Automatically adds one block delay in implementation in a feedback loop</a:t>
            </a:r>
          </a:p>
          <a:p>
            <a:pPr lvl="1"/>
            <a:r>
              <a:rPr lang="en-GB" i="1" dirty="0"/>
              <a:t>x</a:t>
            </a:r>
            <a:r>
              <a:rPr lang="en-GB" dirty="0"/>
              <a:t> </a:t>
            </a:r>
            <a:r>
              <a:rPr lang="en-GB" dirty="0" err="1"/>
              <a:t>ms</a:t>
            </a:r>
            <a:r>
              <a:rPr lang="en-GB" dirty="0"/>
              <a:t> delay is actually </a:t>
            </a:r>
            <a:r>
              <a:rPr lang="en-GB" i="1" dirty="0"/>
              <a:t>x</a:t>
            </a:r>
            <a:r>
              <a:rPr lang="en-GB" dirty="0"/>
              <a:t> ms+128/f</a:t>
            </a:r>
            <a:r>
              <a:rPr lang="en-GB" baseline="-25000" dirty="0"/>
              <a:t>s</a:t>
            </a:r>
          </a:p>
          <a:p>
            <a:pPr lvl="2"/>
            <a:r>
              <a:rPr lang="en-GB" dirty="0"/>
              <a:t>F</a:t>
            </a:r>
            <a:r>
              <a:rPr lang="en-GB" baseline="-25000" dirty="0"/>
              <a:t>s </a:t>
            </a:r>
            <a:r>
              <a:rPr lang="en-GB" dirty="0"/>
              <a:t>is the sample rate</a:t>
            </a:r>
            <a:endParaRPr lang="en-GB" baseline="-25000" dirty="0"/>
          </a:p>
          <a:p>
            <a:pPr lvl="1"/>
            <a:r>
              <a:rPr lang="en-GB" dirty="0"/>
              <a:t>Only when delay is connected in a feedback loop of nodes</a:t>
            </a:r>
          </a:p>
          <a:p>
            <a:pPr lvl="1"/>
            <a:r>
              <a:rPr lang="en-GB" dirty="0"/>
              <a:t>This holds even with a worklet</a:t>
            </a:r>
          </a:p>
          <a:p>
            <a:pPr lvl="1"/>
            <a:r>
              <a:rPr lang="en-GB" dirty="0"/>
              <a:t>So highest frequency is fs/128 (~344.5 for 44.1kHz)</a:t>
            </a:r>
          </a:p>
          <a:p>
            <a:r>
              <a:rPr lang="en-GB" dirty="0"/>
              <a:t>Solution: implement the feedback loop inside an audio worklet</a:t>
            </a:r>
          </a:p>
        </p:txBody>
      </p:sp>
    </p:spTree>
    <p:extLst>
      <p:ext uri="{BB962C8B-B14F-4D97-AF65-F5344CB8AC3E}">
        <p14:creationId xmlns:p14="http://schemas.microsoft.com/office/powerpoint/2010/main" val="29195784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1304</Words>
  <Application>Microsoft Office PowerPoint</Application>
  <PresentationFormat>Widescreen</PresentationFormat>
  <Paragraphs>142</Paragraphs>
  <Slides>12</Slides>
  <Notes>1</Notes>
  <HiddenSlides>6</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Calibri Light</vt:lpstr>
      <vt:lpstr>Cambria Math</vt:lpstr>
      <vt:lpstr>Consolas</vt:lpstr>
      <vt:lpstr>Monaco</vt:lpstr>
      <vt:lpstr>Times New Roman</vt:lpstr>
      <vt:lpstr>Office Theme</vt:lpstr>
      <vt:lpstr>Delay in the Web Audio API</vt:lpstr>
      <vt:lpstr>The DelayNode</vt:lpstr>
      <vt:lpstr>Comb filter</vt:lpstr>
      <vt:lpstr>Comb filter code</vt:lpstr>
      <vt:lpstr>Feedback delay</vt:lpstr>
      <vt:lpstr>Feedback Delay</vt:lpstr>
      <vt:lpstr>Karplus-Strong algorithm</vt:lpstr>
      <vt:lpstr>Karplus-Strong synthesis</vt:lpstr>
      <vt:lpstr>How it works</vt:lpstr>
      <vt:lpstr>Tuning the string</vt:lpstr>
      <vt:lpstr>Audio graph for simple implementation of Karplus-Strong algorithm</vt:lpstr>
      <vt:lpstr>Web audio implementation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Joshua Reiss</dc:creator>
  <cp:lastModifiedBy>Joshua Reiss</cp:lastModifiedBy>
  <cp:revision>1</cp:revision>
  <dcterms:created xsi:type="dcterms:W3CDTF">2020-11-21T07:03:12Z</dcterms:created>
  <dcterms:modified xsi:type="dcterms:W3CDTF">2022-02-22T08:35:52Z</dcterms:modified>
</cp:coreProperties>
</file>