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342" r:id="rId2"/>
    <p:sldId id="343" r:id="rId3"/>
    <p:sldId id="346" r:id="rId4"/>
    <p:sldId id="347" r:id="rId5"/>
    <p:sldId id="348" r:id="rId6"/>
    <p:sldId id="35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0D2C36-4565-4653-8878-580956ACA3E0}" v="208" dt="2022-03-17T10:20:06.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76639" autoAdjust="0"/>
  </p:normalViewPr>
  <p:slideViewPr>
    <p:cSldViewPr snapToGrid="0">
      <p:cViewPr varScale="1">
        <p:scale>
          <a:sx n="80" d="100"/>
          <a:sy n="80" d="100"/>
        </p:scale>
        <p:origin x="81" y="357"/>
      </p:cViewPr>
      <p:guideLst/>
    </p:cSldViewPr>
  </p:slideViewPr>
  <p:outlineViewPr>
    <p:cViewPr>
      <p:scale>
        <a:sx n="33" d="100"/>
        <a:sy n="33" d="100"/>
      </p:scale>
      <p:origin x="0" y="0"/>
    </p:cViewPr>
    <p:sldLst>
      <p:sld r:id="rId1" collapse="1"/>
      <p:sld r:id="rId2" collapse="1"/>
      <p:sld r:id="rId3"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2.xml"/><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Reiss" userId="a90d6cd88c30b6c6" providerId="LiveId" clId="{7AD53BB1-E830-42C9-BAA5-34B5D0CC4CC2}"/>
    <pc:docChg chg="custSel addSld delSld modSld">
      <pc:chgData name="Josh Reiss" userId="a90d6cd88c30b6c6" providerId="LiveId" clId="{7AD53BB1-E830-42C9-BAA5-34B5D0CC4CC2}" dt="2022-03-15T14:24:37.078" v="308"/>
      <pc:docMkLst>
        <pc:docMk/>
      </pc:docMkLst>
      <pc:sldChg chg="modSp mod modShow">
        <pc:chgData name="Josh Reiss" userId="a90d6cd88c30b6c6" providerId="LiveId" clId="{7AD53BB1-E830-42C9-BAA5-34B5D0CC4CC2}" dt="2022-03-15T14:22:43.209" v="306" actId="114"/>
        <pc:sldMkLst>
          <pc:docMk/>
          <pc:sldMk cId="3716683099" sldId="258"/>
        </pc:sldMkLst>
        <pc:spChg chg="mod">
          <ac:chgData name="Josh Reiss" userId="a90d6cd88c30b6c6" providerId="LiveId" clId="{7AD53BB1-E830-42C9-BAA5-34B5D0CC4CC2}" dt="2022-03-15T14:22:43.209" v="306" actId="114"/>
          <ac:spMkLst>
            <pc:docMk/>
            <pc:sldMk cId="3716683099" sldId="258"/>
            <ac:spMk id="3" creationId="{317DF3B0-4A6B-428F-8B0C-EBE3C3DDE6A8}"/>
          </ac:spMkLst>
        </pc:spChg>
      </pc:sldChg>
      <pc:sldChg chg="mod modShow">
        <pc:chgData name="Josh Reiss" userId="a90d6cd88c30b6c6" providerId="LiveId" clId="{7AD53BB1-E830-42C9-BAA5-34B5D0CC4CC2}" dt="2022-03-15T14:22:16.602" v="302" actId="729"/>
        <pc:sldMkLst>
          <pc:docMk/>
          <pc:sldMk cId="722391171" sldId="259"/>
        </pc:sldMkLst>
      </pc:sldChg>
      <pc:sldChg chg="mod modShow">
        <pc:chgData name="Josh Reiss" userId="a90d6cd88c30b6c6" providerId="LiveId" clId="{7AD53BB1-E830-42C9-BAA5-34B5D0CC4CC2}" dt="2022-03-15T14:22:20.879" v="303" actId="729"/>
        <pc:sldMkLst>
          <pc:docMk/>
          <pc:sldMk cId="2919578433" sldId="260"/>
        </pc:sldMkLst>
      </pc:sldChg>
      <pc:sldChg chg="mod modShow">
        <pc:chgData name="Josh Reiss" userId="a90d6cd88c30b6c6" providerId="LiveId" clId="{7AD53BB1-E830-42C9-BAA5-34B5D0CC4CC2}" dt="2022-03-15T14:22:12.375" v="301" actId="729"/>
        <pc:sldMkLst>
          <pc:docMk/>
          <pc:sldMk cId="2879517915" sldId="273"/>
        </pc:sldMkLst>
      </pc:sldChg>
      <pc:sldChg chg="modSp mod">
        <pc:chgData name="Josh Reiss" userId="a90d6cd88c30b6c6" providerId="LiveId" clId="{7AD53BB1-E830-42C9-BAA5-34B5D0CC4CC2}" dt="2022-03-15T14:12:42.935" v="49" actId="20577"/>
        <pc:sldMkLst>
          <pc:docMk/>
          <pc:sldMk cId="2688241578" sldId="342"/>
        </pc:sldMkLst>
        <pc:spChg chg="mod">
          <ac:chgData name="Josh Reiss" userId="a90d6cd88c30b6c6" providerId="LiveId" clId="{7AD53BB1-E830-42C9-BAA5-34B5D0CC4CC2}" dt="2022-03-15T14:12:42.935" v="49" actId="20577"/>
          <ac:spMkLst>
            <pc:docMk/>
            <pc:sldMk cId="2688241578" sldId="342"/>
            <ac:spMk id="3" creationId="{2AB7AB1B-DA52-4461-AD47-BC417E4E75DB}"/>
          </ac:spMkLst>
        </pc:spChg>
      </pc:sldChg>
      <pc:sldChg chg="modSp mod">
        <pc:chgData name="Josh Reiss" userId="a90d6cd88c30b6c6" providerId="LiveId" clId="{7AD53BB1-E830-42C9-BAA5-34B5D0CC4CC2}" dt="2022-03-15T14:18:43.312" v="286" actId="255"/>
        <pc:sldMkLst>
          <pc:docMk/>
          <pc:sldMk cId="1229554816" sldId="343"/>
        </pc:sldMkLst>
        <pc:spChg chg="mod">
          <ac:chgData name="Josh Reiss" userId="a90d6cd88c30b6c6" providerId="LiveId" clId="{7AD53BB1-E830-42C9-BAA5-34B5D0CC4CC2}" dt="2022-03-15T14:18:43.312" v="286" actId="255"/>
          <ac:spMkLst>
            <pc:docMk/>
            <pc:sldMk cId="1229554816" sldId="343"/>
            <ac:spMk id="3" creationId="{C82C490A-692F-4B28-BF4C-70860E4FABB8}"/>
          </ac:spMkLst>
        </pc:spChg>
      </pc:sldChg>
      <pc:sldChg chg="mod modShow">
        <pc:chgData name="Josh Reiss" userId="a90d6cd88c30b6c6" providerId="LiveId" clId="{7AD53BB1-E830-42C9-BAA5-34B5D0CC4CC2}" dt="2022-03-15T14:22:07.315" v="300" actId="729"/>
        <pc:sldMkLst>
          <pc:docMk/>
          <pc:sldMk cId="1585101445" sldId="344"/>
        </pc:sldMkLst>
      </pc:sldChg>
      <pc:sldChg chg="modSp mod modShow">
        <pc:chgData name="Josh Reiss" userId="a90d6cd88c30b6c6" providerId="LiveId" clId="{7AD53BB1-E830-42C9-BAA5-34B5D0CC4CC2}" dt="2022-03-15T14:22:04.445" v="299" actId="729"/>
        <pc:sldMkLst>
          <pc:docMk/>
          <pc:sldMk cId="811557432" sldId="345"/>
        </pc:sldMkLst>
        <pc:spChg chg="mod">
          <ac:chgData name="Josh Reiss" userId="a90d6cd88c30b6c6" providerId="LiveId" clId="{7AD53BB1-E830-42C9-BAA5-34B5D0CC4CC2}" dt="2022-03-15T14:20:08.061" v="297" actId="5793"/>
          <ac:spMkLst>
            <pc:docMk/>
            <pc:sldMk cId="811557432" sldId="345"/>
            <ac:spMk id="3" creationId="{00000000-0000-0000-0000-000000000000}"/>
          </ac:spMkLst>
        </pc:spChg>
      </pc:sldChg>
      <pc:sldChg chg="del">
        <pc:chgData name="Josh Reiss" userId="a90d6cd88c30b6c6" providerId="LiveId" clId="{7AD53BB1-E830-42C9-BAA5-34B5D0CC4CC2}" dt="2022-03-15T14:19:07.341" v="287" actId="47"/>
        <pc:sldMkLst>
          <pc:docMk/>
          <pc:sldMk cId="1056313717" sldId="346"/>
        </pc:sldMkLst>
      </pc:sldChg>
      <pc:sldChg chg="add del">
        <pc:chgData name="Josh Reiss" userId="a90d6cd88c30b6c6" providerId="LiveId" clId="{7AD53BB1-E830-42C9-BAA5-34B5D0CC4CC2}" dt="2022-03-15T14:24:37.078" v="308"/>
        <pc:sldMkLst>
          <pc:docMk/>
          <pc:sldMk cId="1202316043" sldId="346"/>
        </pc:sldMkLst>
      </pc:sldChg>
      <pc:sldChg chg="del">
        <pc:chgData name="Josh Reiss" userId="a90d6cd88c30b6c6" providerId="LiveId" clId="{7AD53BB1-E830-42C9-BAA5-34B5D0CC4CC2}" dt="2022-03-15T14:19:08.098" v="288" actId="47"/>
        <pc:sldMkLst>
          <pc:docMk/>
          <pc:sldMk cId="270256415" sldId="347"/>
        </pc:sldMkLst>
      </pc:sldChg>
    </pc:docChg>
  </pc:docChgLst>
  <pc:docChgLst>
    <pc:chgData name="Josh Reiss" userId="a90d6cd88c30b6c6" providerId="LiveId" clId="{CE2D6786-44EB-4303-BE9F-34D90EBA1EF3}"/>
    <pc:docChg chg="undo redo custSel addSld delSld modSld sldOrd">
      <pc:chgData name="Josh Reiss" userId="a90d6cd88c30b6c6" providerId="LiveId" clId="{CE2D6786-44EB-4303-BE9F-34D90EBA1EF3}" dt="2022-02-22T08:35:43.354" v="1472" actId="729"/>
      <pc:docMkLst>
        <pc:docMk/>
      </pc:docMkLst>
      <pc:sldChg chg="del">
        <pc:chgData name="Josh Reiss" userId="a90d6cd88c30b6c6" providerId="LiveId" clId="{CE2D6786-44EB-4303-BE9F-34D90EBA1EF3}" dt="2021-12-17T23:21:28.623" v="363" actId="47"/>
        <pc:sldMkLst>
          <pc:docMk/>
          <pc:sldMk cId="1862733517" sldId="256"/>
        </pc:sldMkLst>
      </pc:sldChg>
      <pc:sldChg chg="modSp del mod">
        <pc:chgData name="Josh Reiss" userId="a90d6cd88c30b6c6" providerId="LiveId" clId="{CE2D6786-44EB-4303-BE9F-34D90EBA1EF3}" dt="2021-12-17T23:23:19.640" v="376" actId="47"/>
        <pc:sldMkLst>
          <pc:docMk/>
          <pc:sldMk cId="1582420652" sldId="257"/>
        </pc:sldMkLst>
        <pc:spChg chg="mod">
          <ac:chgData name="Josh Reiss" userId="a90d6cd88c30b6c6" providerId="LiveId" clId="{CE2D6786-44EB-4303-BE9F-34D90EBA1EF3}" dt="2021-10-11T05:22:07.098" v="0" actId="207"/>
          <ac:spMkLst>
            <pc:docMk/>
            <pc:sldMk cId="1582420652" sldId="257"/>
            <ac:spMk id="4" creationId="{7A79CF97-31B3-41C2-A64F-E99DD7B1F12C}"/>
          </ac:spMkLst>
        </pc:spChg>
        <pc:spChg chg="mod">
          <ac:chgData name="Josh Reiss" userId="a90d6cd88c30b6c6" providerId="LiveId" clId="{CE2D6786-44EB-4303-BE9F-34D90EBA1EF3}" dt="2021-10-11T05:22:07.098" v="0" actId="207"/>
          <ac:spMkLst>
            <pc:docMk/>
            <pc:sldMk cId="1582420652" sldId="257"/>
            <ac:spMk id="5" creationId="{9E48C44B-FE42-49A8-8A7D-C048A696651C}"/>
          </ac:spMkLst>
        </pc:spChg>
        <pc:spChg chg="mod">
          <ac:chgData name="Josh Reiss" userId="a90d6cd88c30b6c6" providerId="LiveId" clId="{CE2D6786-44EB-4303-BE9F-34D90EBA1EF3}" dt="2021-10-11T05:22:07.098" v="0" actId="207"/>
          <ac:spMkLst>
            <pc:docMk/>
            <pc:sldMk cId="1582420652" sldId="257"/>
            <ac:spMk id="6" creationId="{37489C1F-E2B3-4960-9F89-5F73DB9CEB44}"/>
          </ac:spMkLst>
        </pc:spChg>
        <pc:spChg chg="mod">
          <ac:chgData name="Josh Reiss" userId="a90d6cd88c30b6c6" providerId="LiveId" clId="{CE2D6786-44EB-4303-BE9F-34D90EBA1EF3}" dt="2021-10-11T05:22:07.098" v="0" actId="207"/>
          <ac:spMkLst>
            <pc:docMk/>
            <pc:sldMk cId="1582420652" sldId="257"/>
            <ac:spMk id="7" creationId="{39A1FCAC-50DF-49C5-BE6D-56FE10FA2C47}"/>
          </ac:spMkLst>
        </pc:spChg>
        <pc:spChg chg="mod">
          <ac:chgData name="Josh Reiss" userId="a90d6cd88c30b6c6" providerId="LiveId" clId="{CE2D6786-44EB-4303-BE9F-34D90EBA1EF3}" dt="2021-10-11T05:22:07.098" v="0" actId="207"/>
          <ac:spMkLst>
            <pc:docMk/>
            <pc:sldMk cId="1582420652" sldId="257"/>
            <ac:spMk id="8" creationId="{1B554ED9-52A5-4144-8605-BC09A875C4D7}"/>
          </ac:spMkLst>
        </pc:spChg>
        <pc:cxnChg chg="mod">
          <ac:chgData name="Josh Reiss" userId="a90d6cd88c30b6c6" providerId="LiveId" clId="{CE2D6786-44EB-4303-BE9F-34D90EBA1EF3}" dt="2021-10-11T05:22:20.878" v="1" actId="692"/>
          <ac:cxnSpMkLst>
            <pc:docMk/>
            <pc:sldMk cId="1582420652" sldId="257"/>
            <ac:cxnSpMk id="10" creationId="{0819F297-DA48-4270-B759-2DCA0A379870}"/>
          </ac:cxnSpMkLst>
        </pc:cxnChg>
        <pc:cxnChg chg="mod">
          <ac:chgData name="Josh Reiss" userId="a90d6cd88c30b6c6" providerId="LiveId" clId="{CE2D6786-44EB-4303-BE9F-34D90EBA1EF3}" dt="2021-10-11T05:22:20.878" v="1" actId="692"/>
          <ac:cxnSpMkLst>
            <pc:docMk/>
            <pc:sldMk cId="1582420652" sldId="257"/>
            <ac:cxnSpMk id="13" creationId="{8D33BF42-94E8-4C5F-A5CC-736C1274A073}"/>
          </ac:cxnSpMkLst>
        </pc:cxnChg>
        <pc:cxnChg chg="mod">
          <ac:chgData name="Josh Reiss" userId="a90d6cd88c30b6c6" providerId="LiveId" clId="{CE2D6786-44EB-4303-BE9F-34D90EBA1EF3}" dt="2021-10-11T05:22:20.878" v="1" actId="692"/>
          <ac:cxnSpMkLst>
            <pc:docMk/>
            <pc:sldMk cId="1582420652" sldId="257"/>
            <ac:cxnSpMk id="16" creationId="{E186FA5F-EF80-476C-9843-1931D13DF20E}"/>
          </ac:cxnSpMkLst>
        </pc:cxnChg>
        <pc:cxnChg chg="mod">
          <ac:chgData name="Josh Reiss" userId="a90d6cd88c30b6c6" providerId="LiveId" clId="{CE2D6786-44EB-4303-BE9F-34D90EBA1EF3}" dt="2021-10-11T05:22:20.878" v="1" actId="692"/>
          <ac:cxnSpMkLst>
            <pc:docMk/>
            <pc:sldMk cId="1582420652" sldId="257"/>
            <ac:cxnSpMk id="20" creationId="{D6D1D574-F11C-46FD-82B0-91BECF09FD04}"/>
          </ac:cxnSpMkLst>
        </pc:cxnChg>
        <pc:cxnChg chg="mod">
          <ac:chgData name="Josh Reiss" userId="a90d6cd88c30b6c6" providerId="LiveId" clId="{CE2D6786-44EB-4303-BE9F-34D90EBA1EF3}" dt="2021-10-11T05:22:20.878" v="1" actId="692"/>
          <ac:cxnSpMkLst>
            <pc:docMk/>
            <pc:sldMk cId="1582420652" sldId="257"/>
            <ac:cxnSpMk id="24" creationId="{9449CA9C-2DCA-4F92-9EA8-1A64D41C51BC}"/>
          </ac:cxnSpMkLst>
        </pc:cxnChg>
      </pc:sldChg>
      <pc:sldChg chg="add mod modShow">
        <pc:chgData name="Josh Reiss" userId="a90d6cd88c30b6c6" providerId="LiveId" clId="{CE2D6786-44EB-4303-BE9F-34D90EBA1EF3}" dt="2022-02-22T08:35:43.354" v="1472" actId="729"/>
        <pc:sldMkLst>
          <pc:docMk/>
          <pc:sldMk cId="3716683099" sldId="258"/>
        </pc:sldMkLst>
      </pc:sldChg>
      <pc:sldChg chg="add mod modShow">
        <pc:chgData name="Josh Reiss" userId="a90d6cd88c30b6c6" providerId="LiveId" clId="{CE2D6786-44EB-4303-BE9F-34D90EBA1EF3}" dt="2022-02-22T08:35:43.354" v="1472" actId="729"/>
        <pc:sldMkLst>
          <pc:docMk/>
          <pc:sldMk cId="722391171" sldId="259"/>
        </pc:sldMkLst>
      </pc:sldChg>
      <pc:sldChg chg="modSp add mod modShow">
        <pc:chgData name="Josh Reiss" userId="a90d6cd88c30b6c6" providerId="LiveId" clId="{CE2D6786-44EB-4303-BE9F-34D90EBA1EF3}" dt="2022-02-22T08:35:43.354" v="1472" actId="729"/>
        <pc:sldMkLst>
          <pc:docMk/>
          <pc:sldMk cId="2919578433" sldId="260"/>
        </pc:sldMkLst>
        <pc:spChg chg="mod">
          <ac:chgData name="Josh Reiss" userId="a90d6cd88c30b6c6" providerId="LiveId" clId="{CE2D6786-44EB-4303-BE9F-34D90EBA1EF3}" dt="2022-02-21T09:13:09.141" v="752" actId="20577"/>
          <ac:spMkLst>
            <pc:docMk/>
            <pc:sldMk cId="2919578433" sldId="260"/>
            <ac:spMk id="3" creationId="{49BA5C45-9558-4934-80DE-79AA3AF0730D}"/>
          </ac:spMkLst>
        </pc:spChg>
      </pc:sldChg>
      <pc:sldChg chg="add del">
        <pc:chgData name="Josh Reiss" userId="a90d6cd88c30b6c6" providerId="LiveId" clId="{CE2D6786-44EB-4303-BE9F-34D90EBA1EF3}" dt="2021-12-17T23:26:02.495" v="394" actId="47"/>
        <pc:sldMkLst>
          <pc:docMk/>
          <pc:sldMk cId="2350575107" sldId="261"/>
        </pc:sldMkLst>
      </pc:sldChg>
      <pc:sldChg chg="modSp add del mod">
        <pc:chgData name="Josh Reiss" userId="a90d6cd88c30b6c6" providerId="LiveId" clId="{CE2D6786-44EB-4303-BE9F-34D90EBA1EF3}" dt="2021-12-18T20:57:03.215" v="582" actId="47"/>
        <pc:sldMkLst>
          <pc:docMk/>
          <pc:sldMk cId="1710399065" sldId="272"/>
        </pc:sldMkLst>
        <pc:spChg chg="mod">
          <ac:chgData name="Josh Reiss" userId="a90d6cd88c30b6c6" providerId="LiveId" clId="{CE2D6786-44EB-4303-BE9F-34D90EBA1EF3}" dt="2021-12-17T23:23:02.727" v="375" actId="20577"/>
          <ac:spMkLst>
            <pc:docMk/>
            <pc:sldMk cId="1710399065" sldId="272"/>
            <ac:spMk id="2" creationId="{CA15A9C7-17CC-4176-A591-2D8582D8ED04}"/>
          </ac:spMkLst>
        </pc:spChg>
      </pc:sldChg>
      <pc:sldChg chg="addSp delSp modSp add mod ord modShow">
        <pc:chgData name="Josh Reiss" userId="a90d6cd88c30b6c6" providerId="LiveId" clId="{CE2D6786-44EB-4303-BE9F-34D90EBA1EF3}" dt="2022-02-22T08:35:43.354" v="1472" actId="729"/>
        <pc:sldMkLst>
          <pc:docMk/>
          <pc:sldMk cId="2879517915" sldId="273"/>
        </pc:sldMkLst>
        <pc:spChg chg="mod">
          <ac:chgData name="Josh Reiss" userId="a90d6cd88c30b6c6" providerId="LiveId" clId="{CE2D6786-44EB-4303-BE9F-34D90EBA1EF3}" dt="2021-12-17T23:25:19.101" v="391" actId="14100"/>
          <ac:spMkLst>
            <pc:docMk/>
            <pc:sldMk cId="2879517915" sldId="273"/>
            <ac:spMk id="2" creationId="{CA15A9C7-17CC-4176-A591-2D8582D8ED04}"/>
          </ac:spMkLst>
        </pc:spChg>
        <pc:spChg chg="del mod">
          <ac:chgData name="Josh Reiss" userId="a90d6cd88c30b6c6" providerId="LiveId" clId="{CE2D6786-44EB-4303-BE9F-34D90EBA1EF3}" dt="2021-12-17T23:25:28.342" v="392" actId="478"/>
          <ac:spMkLst>
            <pc:docMk/>
            <pc:sldMk cId="2879517915" sldId="273"/>
            <ac:spMk id="3" creationId="{00BDC442-26ED-41FE-8C90-4C80544A0F20}"/>
          </ac:spMkLst>
        </pc:spChg>
        <pc:spChg chg="add mod">
          <ac:chgData name="Josh Reiss" userId="a90d6cd88c30b6c6" providerId="LiveId" clId="{CE2D6786-44EB-4303-BE9F-34D90EBA1EF3}" dt="2021-12-17T23:25:55.600" v="393" actId="1076"/>
          <ac:spMkLst>
            <pc:docMk/>
            <pc:sldMk cId="2879517915" sldId="273"/>
            <ac:spMk id="5" creationId="{D5EBC6D9-FE72-4183-B04C-ED2F13BC458D}"/>
          </ac:spMkLst>
        </pc:spChg>
      </pc:sldChg>
      <pc:sldChg chg="addSp delSp modSp add mod ord">
        <pc:chgData name="Josh Reiss" userId="a90d6cd88c30b6c6" providerId="LiveId" clId="{CE2D6786-44EB-4303-BE9F-34D90EBA1EF3}" dt="2022-02-21T09:45:37.045" v="1470" actId="27636"/>
        <pc:sldMkLst>
          <pc:docMk/>
          <pc:sldMk cId="90723974" sldId="278"/>
        </pc:sldMkLst>
        <pc:spChg chg="mod">
          <ac:chgData name="Josh Reiss" userId="a90d6cd88c30b6c6" providerId="LiveId" clId="{CE2D6786-44EB-4303-BE9F-34D90EBA1EF3}" dt="2022-02-21T09:43:33.408" v="1339" actId="6549"/>
          <ac:spMkLst>
            <pc:docMk/>
            <pc:sldMk cId="90723974" sldId="278"/>
            <ac:spMk id="2" creationId="{CA15A9C7-17CC-4176-A591-2D8582D8ED04}"/>
          </ac:spMkLst>
        </pc:spChg>
        <pc:spChg chg="del">
          <ac:chgData name="Josh Reiss" userId="a90d6cd88c30b6c6" providerId="LiveId" clId="{CE2D6786-44EB-4303-BE9F-34D90EBA1EF3}" dt="2022-02-19T09:10:00.665" v="687" actId="478"/>
          <ac:spMkLst>
            <pc:docMk/>
            <pc:sldMk cId="90723974" sldId="278"/>
            <ac:spMk id="3" creationId="{00BDC442-26ED-41FE-8C90-4C80544A0F20}"/>
          </ac:spMkLst>
        </pc:spChg>
        <pc:spChg chg="del">
          <ac:chgData name="Josh Reiss" userId="a90d6cd88c30b6c6" providerId="LiveId" clId="{CE2D6786-44EB-4303-BE9F-34D90EBA1EF3}" dt="2022-02-21T09:41:09.109" v="1166" actId="478"/>
          <ac:spMkLst>
            <pc:docMk/>
            <pc:sldMk cId="90723974" sldId="278"/>
            <ac:spMk id="5" creationId="{B64FB5E8-859E-4705-B2E2-C71631B89D38}"/>
          </ac:spMkLst>
        </pc:spChg>
        <pc:spChg chg="mod">
          <ac:chgData name="Josh Reiss" userId="a90d6cd88c30b6c6" providerId="LiveId" clId="{CE2D6786-44EB-4303-BE9F-34D90EBA1EF3}" dt="2022-02-21T09:40:52.085" v="1159" actId="20577"/>
          <ac:spMkLst>
            <pc:docMk/>
            <pc:sldMk cId="90723974" sldId="278"/>
            <ac:spMk id="6" creationId="{5EEF9555-2E2C-43E5-984D-B3B851CD64A2}"/>
          </ac:spMkLst>
        </pc:spChg>
        <pc:spChg chg="add del mod">
          <ac:chgData name="Josh Reiss" userId="a90d6cd88c30b6c6" providerId="LiveId" clId="{CE2D6786-44EB-4303-BE9F-34D90EBA1EF3}" dt="2022-02-21T09:35:31.124" v="986" actId="478"/>
          <ac:spMkLst>
            <pc:docMk/>
            <pc:sldMk cId="90723974" sldId="278"/>
            <ac:spMk id="7" creationId="{3B878BBD-9512-4772-9767-33C0FC37224A}"/>
          </ac:spMkLst>
        </pc:spChg>
        <pc:spChg chg="mod">
          <ac:chgData name="Josh Reiss" userId="a90d6cd88c30b6c6" providerId="LiveId" clId="{CE2D6786-44EB-4303-BE9F-34D90EBA1EF3}" dt="2022-02-21T09:42:52.921" v="1260" actId="20577"/>
          <ac:spMkLst>
            <pc:docMk/>
            <pc:sldMk cId="90723974" sldId="278"/>
            <ac:spMk id="9" creationId="{4B05ED74-49EB-4228-B181-A49FEB6657FF}"/>
          </ac:spMkLst>
        </pc:spChg>
        <pc:spChg chg="mod">
          <ac:chgData name="Josh Reiss" userId="a90d6cd88c30b6c6" providerId="LiveId" clId="{CE2D6786-44EB-4303-BE9F-34D90EBA1EF3}" dt="2022-02-21T09:40:56.982" v="1165" actId="20577"/>
          <ac:spMkLst>
            <pc:docMk/>
            <pc:sldMk cId="90723974" sldId="278"/>
            <ac:spMk id="10" creationId="{6C5AAF06-0DE7-4BFE-810F-0DF69DB1C8B6}"/>
          </ac:spMkLst>
        </pc:spChg>
        <pc:spChg chg="mod">
          <ac:chgData name="Josh Reiss" userId="a90d6cd88c30b6c6" providerId="LiveId" clId="{CE2D6786-44EB-4303-BE9F-34D90EBA1EF3}" dt="2022-02-21T09:37:39.626" v="1102" actId="1038"/>
          <ac:spMkLst>
            <pc:docMk/>
            <pc:sldMk cId="90723974" sldId="278"/>
            <ac:spMk id="17" creationId="{13FA6D84-4E02-46C9-A53C-60B7D49212C9}"/>
          </ac:spMkLst>
        </pc:spChg>
        <pc:spChg chg="mod">
          <ac:chgData name="Josh Reiss" userId="a90d6cd88c30b6c6" providerId="LiveId" clId="{CE2D6786-44EB-4303-BE9F-34D90EBA1EF3}" dt="2022-02-21T09:37:36.246" v="1093" actId="1038"/>
          <ac:spMkLst>
            <pc:docMk/>
            <pc:sldMk cId="90723974" sldId="278"/>
            <ac:spMk id="18" creationId="{A5A0F655-CFC2-4035-8E7D-F88D838D984F}"/>
          </ac:spMkLst>
        </pc:spChg>
        <pc:spChg chg="mod">
          <ac:chgData name="Josh Reiss" userId="a90d6cd88c30b6c6" providerId="LiveId" clId="{CE2D6786-44EB-4303-BE9F-34D90EBA1EF3}" dt="2022-02-21T09:37:15.444" v="1056" actId="14100"/>
          <ac:spMkLst>
            <pc:docMk/>
            <pc:sldMk cId="90723974" sldId="278"/>
            <ac:spMk id="19" creationId="{1800CE8E-25FA-4756-8B17-1AE70963D633}"/>
          </ac:spMkLst>
        </pc:spChg>
        <pc:spChg chg="mod">
          <ac:chgData name="Josh Reiss" userId="a90d6cd88c30b6c6" providerId="LiveId" clId="{CE2D6786-44EB-4303-BE9F-34D90EBA1EF3}" dt="2022-02-21T09:37:31.685" v="1085" actId="1035"/>
          <ac:spMkLst>
            <pc:docMk/>
            <pc:sldMk cId="90723974" sldId="278"/>
            <ac:spMk id="20" creationId="{BF532022-CEF5-4CC9-8799-DF5ADC1BE756}"/>
          </ac:spMkLst>
        </pc:spChg>
        <pc:spChg chg="mod">
          <ac:chgData name="Josh Reiss" userId="a90d6cd88c30b6c6" providerId="LiveId" clId="{CE2D6786-44EB-4303-BE9F-34D90EBA1EF3}" dt="2022-02-21T09:37:28.283" v="1074" actId="1037"/>
          <ac:spMkLst>
            <pc:docMk/>
            <pc:sldMk cId="90723974" sldId="278"/>
            <ac:spMk id="21" creationId="{0CBC56B4-D60F-4A95-A4FB-07A5F73EF295}"/>
          </ac:spMkLst>
        </pc:spChg>
        <pc:spChg chg="add mod">
          <ac:chgData name="Josh Reiss" userId="a90d6cd88c30b6c6" providerId="LiveId" clId="{CE2D6786-44EB-4303-BE9F-34D90EBA1EF3}" dt="2022-02-21T09:45:37.045" v="1470" actId="27636"/>
          <ac:spMkLst>
            <pc:docMk/>
            <pc:sldMk cId="90723974" sldId="278"/>
            <ac:spMk id="41" creationId="{5A5BA878-7236-4C2F-898C-700A1B1EAEC5}"/>
          </ac:spMkLst>
        </pc:spChg>
        <pc:grpChg chg="add del mod">
          <ac:chgData name="Josh Reiss" userId="a90d6cd88c30b6c6" providerId="LiveId" clId="{CE2D6786-44EB-4303-BE9F-34D90EBA1EF3}" dt="2022-02-21T09:41:18.973" v="1170" actId="1076"/>
          <ac:grpSpMkLst>
            <pc:docMk/>
            <pc:sldMk cId="90723974" sldId="278"/>
            <ac:grpSpMk id="4" creationId="{E0FFCB8C-D1A8-4447-AAF7-A0414AE56BC6}"/>
          </ac:grpSpMkLst>
        </pc:grpChg>
        <pc:grpChg chg="add del mod">
          <ac:chgData name="Josh Reiss" userId="a90d6cd88c30b6c6" providerId="LiveId" clId="{CE2D6786-44EB-4303-BE9F-34D90EBA1EF3}" dt="2022-02-21T09:41:23.393" v="1171" actId="478"/>
          <ac:grpSpMkLst>
            <pc:docMk/>
            <pc:sldMk cId="90723974" sldId="278"/>
            <ac:grpSpMk id="16" creationId="{01204E16-6F2D-4F5F-8290-E6335BE9EA00}"/>
          </ac:grpSpMkLst>
        </pc:grpChg>
        <pc:cxnChg chg="del mod">
          <ac:chgData name="Josh Reiss" userId="a90d6cd88c30b6c6" providerId="LiveId" clId="{CE2D6786-44EB-4303-BE9F-34D90EBA1EF3}" dt="2022-02-21T09:41:15.097" v="1169" actId="478"/>
          <ac:cxnSpMkLst>
            <pc:docMk/>
            <pc:sldMk cId="90723974" sldId="278"/>
            <ac:cxnSpMk id="11" creationId="{6AE37496-5A89-44AC-B3BC-C72204A013FB}"/>
          </ac:cxnSpMkLst>
        </pc:cxnChg>
        <pc:cxnChg chg="mod">
          <ac:chgData name="Josh Reiss" userId="a90d6cd88c30b6c6" providerId="LiveId" clId="{CE2D6786-44EB-4303-BE9F-34D90EBA1EF3}" dt="2022-02-21T09:41:12.768" v="1168" actId="478"/>
          <ac:cxnSpMkLst>
            <pc:docMk/>
            <pc:sldMk cId="90723974" sldId="278"/>
            <ac:cxnSpMk id="12" creationId="{3C5DA74D-715F-4D87-A40C-D57D0FDA8846}"/>
          </ac:cxnSpMkLst>
        </pc:cxnChg>
        <pc:cxnChg chg="mod">
          <ac:chgData name="Josh Reiss" userId="a90d6cd88c30b6c6" providerId="LiveId" clId="{CE2D6786-44EB-4303-BE9F-34D90EBA1EF3}" dt="2022-02-21T09:41:12.768" v="1168" actId="478"/>
          <ac:cxnSpMkLst>
            <pc:docMk/>
            <pc:sldMk cId="90723974" sldId="278"/>
            <ac:cxnSpMk id="13" creationId="{8F6A41CC-18AC-4BEF-BACF-33F177122464}"/>
          </ac:cxnSpMkLst>
        </pc:cxnChg>
        <pc:cxnChg chg="mod">
          <ac:chgData name="Josh Reiss" userId="a90d6cd88c30b6c6" providerId="LiveId" clId="{CE2D6786-44EB-4303-BE9F-34D90EBA1EF3}" dt="2022-02-21T09:41:12.768" v="1168" actId="478"/>
          <ac:cxnSpMkLst>
            <pc:docMk/>
            <pc:sldMk cId="90723974" sldId="278"/>
            <ac:cxnSpMk id="14" creationId="{F9DBAC4C-D7C7-4B0A-82FA-A00A1A55A029}"/>
          </ac:cxnSpMkLst>
        </pc:cxnChg>
        <pc:cxnChg chg="mod">
          <ac:chgData name="Josh Reiss" userId="a90d6cd88c30b6c6" providerId="LiveId" clId="{CE2D6786-44EB-4303-BE9F-34D90EBA1EF3}" dt="2022-02-21T09:41:12.768" v="1168" actId="478"/>
          <ac:cxnSpMkLst>
            <pc:docMk/>
            <pc:sldMk cId="90723974" sldId="278"/>
            <ac:cxnSpMk id="15" creationId="{8C676A43-C44B-4251-9B71-DE43A529FD3E}"/>
          </ac:cxnSpMkLst>
        </pc:cxnChg>
        <pc:cxnChg chg="mod">
          <ac:chgData name="Josh Reiss" userId="a90d6cd88c30b6c6" providerId="LiveId" clId="{CE2D6786-44EB-4303-BE9F-34D90EBA1EF3}" dt="2022-02-21T09:41:23.393" v="1171" actId="478"/>
          <ac:cxnSpMkLst>
            <pc:docMk/>
            <pc:sldMk cId="90723974" sldId="278"/>
            <ac:cxnSpMk id="22" creationId="{C982ABE5-15F3-4BA5-8C27-5C89FA0865BC}"/>
          </ac:cxnSpMkLst>
        </pc:cxnChg>
        <pc:cxnChg chg="mod">
          <ac:chgData name="Josh Reiss" userId="a90d6cd88c30b6c6" providerId="LiveId" clId="{CE2D6786-44EB-4303-BE9F-34D90EBA1EF3}" dt="2022-02-21T09:41:23.393" v="1171" actId="478"/>
          <ac:cxnSpMkLst>
            <pc:docMk/>
            <pc:sldMk cId="90723974" sldId="278"/>
            <ac:cxnSpMk id="23" creationId="{13CC3565-D769-4D9D-B415-58C33DCECADC}"/>
          </ac:cxnSpMkLst>
        </pc:cxnChg>
        <pc:cxnChg chg="mod">
          <ac:chgData name="Josh Reiss" userId="a90d6cd88c30b6c6" providerId="LiveId" clId="{CE2D6786-44EB-4303-BE9F-34D90EBA1EF3}" dt="2022-02-21T09:41:23.393" v="1171" actId="478"/>
          <ac:cxnSpMkLst>
            <pc:docMk/>
            <pc:sldMk cId="90723974" sldId="278"/>
            <ac:cxnSpMk id="24" creationId="{10A07091-4A88-46B4-8773-F9D80554D4DE}"/>
          </ac:cxnSpMkLst>
        </pc:cxnChg>
        <pc:cxnChg chg="mod">
          <ac:chgData name="Josh Reiss" userId="a90d6cd88c30b6c6" providerId="LiveId" clId="{CE2D6786-44EB-4303-BE9F-34D90EBA1EF3}" dt="2022-02-21T09:41:23.393" v="1171" actId="478"/>
          <ac:cxnSpMkLst>
            <pc:docMk/>
            <pc:sldMk cId="90723974" sldId="278"/>
            <ac:cxnSpMk id="25" creationId="{D7B92E48-6A0A-4945-B2CD-204A2D9FEAA4}"/>
          </ac:cxnSpMkLst>
        </pc:cxnChg>
        <pc:cxnChg chg="mod">
          <ac:chgData name="Josh Reiss" userId="a90d6cd88c30b6c6" providerId="LiveId" clId="{CE2D6786-44EB-4303-BE9F-34D90EBA1EF3}" dt="2022-02-21T09:41:23.393" v="1171" actId="478"/>
          <ac:cxnSpMkLst>
            <pc:docMk/>
            <pc:sldMk cId="90723974" sldId="278"/>
            <ac:cxnSpMk id="26" creationId="{6F3C7DF1-B120-471D-BCBC-30F1E8D3E3FF}"/>
          </ac:cxnSpMkLst>
        </pc:cxnChg>
      </pc:sldChg>
      <pc:sldChg chg="addSp delSp modSp mod">
        <pc:chgData name="Josh Reiss" userId="a90d6cd88c30b6c6" providerId="LiveId" clId="{CE2D6786-44EB-4303-BE9F-34D90EBA1EF3}" dt="2022-02-21T09:40:38.754" v="1154" actId="1076"/>
        <pc:sldMkLst>
          <pc:docMk/>
          <pc:sldMk cId="672736832" sldId="340"/>
        </pc:sldMkLst>
        <pc:spChg chg="mod">
          <ac:chgData name="Josh Reiss" userId="a90d6cd88c30b6c6" providerId="LiveId" clId="{CE2D6786-44EB-4303-BE9F-34D90EBA1EF3}" dt="2022-02-21T09:22:37.875" v="857" actId="20577"/>
          <ac:spMkLst>
            <pc:docMk/>
            <pc:sldMk cId="672736832" sldId="340"/>
            <ac:spMk id="2" creationId="{00000000-0000-0000-0000-000000000000}"/>
          </ac:spMkLst>
        </pc:spChg>
        <pc:spChg chg="mod">
          <ac:chgData name="Josh Reiss" userId="a90d6cd88c30b6c6" providerId="LiveId" clId="{CE2D6786-44EB-4303-BE9F-34D90EBA1EF3}" dt="2022-02-21T09:39:59.341" v="1151" actId="948"/>
          <ac:spMkLst>
            <pc:docMk/>
            <pc:sldMk cId="672736832" sldId="340"/>
            <ac:spMk id="7"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9" creationId="{00000000-0000-0000-0000-000000000000}"/>
          </ac:spMkLst>
        </pc:spChg>
        <pc:spChg chg="del">
          <ac:chgData name="Josh Reiss" userId="a90d6cd88c30b6c6" providerId="LiveId" clId="{CE2D6786-44EB-4303-BE9F-34D90EBA1EF3}" dt="2022-02-21T09:16:52.292" v="764" actId="478"/>
          <ac:spMkLst>
            <pc:docMk/>
            <pc:sldMk cId="672736832" sldId="340"/>
            <ac:spMk id="1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1"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4" creationId="{00000000-0000-0000-0000-000000000000}"/>
          </ac:spMkLst>
        </pc:spChg>
        <pc:spChg chg="mod">
          <ac:chgData name="Josh Reiss" userId="a90d6cd88c30b6c6" providerId="LiveId" clId="{CE2D6786-44EB-4303-BE9F-34D90EBA1EF3}" dt="2022-02-21T09:35:05.262" v="982"/>
          <ac:spMkLst>
            <pc:docMk/>
            <pc:sldMk cId="672736832" sldId="340"/>
            <ac:spMk id="16" creationId="{3DD09C36-4C1A-402A-B6A2-1AC79FF1706D}"/>
          </ac:spMkLst>
        </pc:spChg>
        <pc:spChg chg="mod">
          <ac:chgData name="Josh Reiss" userId="a90d6cd88c30b6c6" providerId="LiveId" clId="{CE2D6786-44EB-4303-BE9F-34D90EBA1EF3}" dt="2022-02-21T09:35:05.262" v="982"/>
          <ac:spMkLst>
            <pc:docMk/>
            <pc:sldMk cId="672736832" sldId="340"/>
            <ac:spMk id="17" creationId="{8F85C0DB-DCED-4843-BBED-BE9CDB43F8A0}"/>
          </ac:spMkLst>
        </pc:spChg>
        <pc:spChg chg="mod">
          <ac:chgData name="Josh Reiss" userId="a90d6cd88c30b6c6" providerId="LiveId" clId="{CE2D6786-44EB-4303-BE9F-34D90EBA1EF3}" dt="2022-02-21T09:35:05.262" v="982"/>
          <ac:spMkLst>
            <pc:docMk/>
            <pc:sldMk cId="672736832" sldId="340"/>
            <ac:spMk id="18" creationId="{DC7F1A27-96FD-4078-9225-7A0654DA1650}"/>
          </ac:spMkLst>
        </pc:spChg>
        <pc:spChg chg="mod">
          <ac:chgData name="Josh Reiss" userId="a90d6cd88c30b6c6" providerId="LiveId" clId="{CE2D6786-44EB-4303-BE9F-34D90EBA1EF3}" dt="2022-02-21T09:35:05.262" v="982"/>
          <ac:spMkLst>
            <pc:docMk/>
            <pc:sldMk cId="672736832" sldId="340"/>
            <ac:spMk id="19" creationId="{19A30E9E-8653-4056-9889-260DCA18D9E5}"/>
          </ac:spMkLst>
        </pc:spChg>
        <pc:spChg chg="mod">
          <ac:chgData name="Josh Reiss" userId="a90d6cd88c30b6c6" providerId="LiveId" clId="{CE2D6786-44EB-4303-BE9F-34D90EBA1EF3}" dt="2022-02-21T09:35:05.262" v="982"/>
          <ac:spMkLst>
            <pc:docMk/>
            <pc:sldMk cId="672736832" sldId="340"/>
            <ac:spMk id="20" creationId="{22852B00-5397-4F9D-BF6A-801361EB03F8}"/>
          </ac:spMkLst>
        </pc:spChg>
        <pc:spChg chg="mod">
          <ac:chgData name="Josh Reiss" userId="a90d6cd88c30b6c6" providerId="LiveId" clId="{CE2D6786-44EB-4303-BE9F-34D90EBA1EF3}" dt="2022-02-21T09:37:53.950" v="1103"/>
          <ac:spMkLst>
            <pc:docMk/>
            <pc:sldMk cId="672736832" sldId="340"/>
            <ac:spMk id="27" creationId="{9EB151BD-25D5-4F50-83E8-2C6AD46275CD}"/>
          </ac:spMkLst>
        </pc:spChg>
        <pc:spChg chg="mod">
          <ac:chgData name="Josh Reiss" userId="a90d6cd88c30b6c6" providerId="LiveId" clId="{CE2D6786-44EB-4303-BE9F-34D90EBA1EF3}" dt="2022-02-21T09:37:53.950" v="1103"/>
          <ac:spMkLst>
            <pc:docMk/>
            <pc:sldMk cId="672736832" sldId="340"/>
            <ac:spMk id="28" creationId="{5D102C73-8150-4EC4-9304-421D13B3B945}"/>
          </ac:spMkLst>
        </pc:spChg>
        <pc:spChg chg="del mod topLvl">
          <ac:chgData name="Josh Reiss" userId="a90d6cd88c30b6c6" providerId="LiveId" clId="{CE2D6786-44EB-4303-BE9F-34D90EBA1EF3}" dt="2022-02-21T09:40:26.860" v="1152" actId="478"/>
          <ac:spMkLst>
            <pc:docMk/>
            <pc:sldMk cId="672736832" sldId="340"/>
            <ac:spMk id="29" creationId="{00000000-0000-0000-0000-000000000000}"/>
          </ac:spMkLst>
        </pc:spChg>
        <pc:spChg chg="mod">
          <ac:chgData name="Josh Reiss" userId="a90d6cd88c30b6c6" providerId="LiveId" clId="{CE2D6786-44EB-4303-BE9F-34D90EBA1EF3}" dt="2022-02-21T09:37:53.950" v="1103"/>
          <ac:spMkLst>
            <pc:docMk/>
            <pc:sldMk cId="672736832" sldId="340"/>
            <ac:spMk id="31" creationId="{512B2082-2374-435A-839A-B4927B49D6BA}"/>
          </ac:spMkLst>
        </pc:spChg>
        <pc:spChg chg="mod">
          <ac:chgData name="Josh Reiss" userId="a90d6cd88c30b6c6" providerId="LiveId" clId="{CE2D6786-44EB-4303-BE9F-34D90EBA1EF3}" dt="2022-02-21T09:37:53.950" v="1103"/>
          <ac:spMkLst>
            <pc:docMk/>
            <pc:sldMk cId="672736832" sldId="340"/>
            <ac:spMk id="32" creationId="{7F3D6DD7-8857-438E-9EF0-01CAF3A40F59}"/>
          </ac:spMkLst>
        </pc:spChg>
        <pc:spChg chg="mod">
          <ac:chgData name="Josh Reiss" userId="a90d6cd88c30b6c6" providerId="LiveId" clId="{CE2D6786-44EB-4303-BE9F-34D90EBA1EF3}" dt="2022-02-21T09:37:53.950" v="1103"/>
          <ac:spMkLst>
            <pc:docMk/>
            <pc:sldMk cId="672736832" sldId="340"/>
            <ac:spMk id="33" creationId="{D78E52A5-2653-414D-98C7-4108D0F97C1B}"/>
          </ac:spMkLst>
        </pc:spChg>
        <pc:spChg chg="add mod">
          <ac:chgData name="Josh Reiss" userId="a90d6cd88c30b6c6" providerId="LiveId" clId="{CE2D6786-44EB-4303-BE9F-34D90EBA1EF3}" dt="2022-02-21T09:40:35.051" v="1153" actId="1076"/>
          <ac:spMkLst>
            <pc:docMk/>
            <pc:sldMk cId="672736832" sldId="340"/>
            <ac:spMk id="39" creationId="{98483EFA-3531-45C8-B08F-16550CAF8E08}"/>
          </ac:spMkLst>
        </pc:spChg>
        <pc:spChg chg="del">
          <ac:chgData name="Josh Reiss" userId="a90d6cd88c30b6c6" providerId="LiveId" clId="{CE2D6786-44EB-4303-BE9F-34D90EBA1EF3}" dt="2022-02-21T09:19:50.277" v="778" actId="478"/>
          <ac:spMkLst>
            <pc:docMk/>
            <pc:sldMk cId="672736832" sldId="340"/>
            <ac:spMk id="4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79" creationId="{00000000-0000-0000-0000-000000000000}"/>
          </ac:spMkLst>
        </pc:spChg>
        <pc:grpChg chg="add del mod">
          <ac:chgData name="Josh Reiss" userId="a90d6cd88c30b6c6" providerId="LiveId" clId="{CE2D6786-44EB-4303-BE9F-34D90EBA1EF3}" dt="2022-02-21T09:21:29.118" v="830" actId="165"/>
          <ac:grpSpMkLst>
            <pc:docMk/>
            <pc:sldMk cId="672736832" sldId="340"/>
            <ac:grpSpMk id="15" creationId="{633E5958-0B59-46A0-8C63-5916E8A54C88}"/>
          </ac:grpSpMkLst>
        </pc:grpChg>
        <pc:grpChg chg="add del mod">
          <ac:chgData name="Josh Reiss" userId="a90d6cd88c30b6c6" providerId="LiveId" clId="{CE2D6786-44EB-4303-BE9F-34D90EBA1EF3}" dt="2022-02-21T09:35:21.160" v="985"/>
          <ac:grpSpMkLst>
            <pc:docMk/>
            <pc:sldMk cId="672736832" sldId="340"/>
            <ac:grpSpMk id="15" creationId="{C6B4A8B3-2A56-4AEF-899A-81C650ECA025}"/>
          </ac:grpSpMkLst>
        </pc:grpChg>
        <pc:grpChg chg="add mod">
          <ac:chgData name="Josh Reiss" userId="a90d6cd88c30b6c6" providerId="LiveId" clId="{CE2D6786-44EB-4303-BE9F-34D90EBA1EF3}" dt="2022-02-21T09:40:38.754" v="1154" actId="1076"/>
          <ac:grpSpMkLst>
            <pc:docMk/>
            <pc:sldMk cId="672736832" sldId="340"/>
            <ac:grpSpMk id="26" creationId="{625A21A1-BD8A-4EAD-A616-1A88CB76D1FB}"/>
          </ac:grpSpMkLst>
        </pc:grpChg>
        <pc:cxnChg chg="del mod topLvl">
          <ac:chgData name="Josh Reiss" userId="a90d6cd88c30b6c6" providerId="LiveId" clId="{CE2D6786-44EB-4303-BE9F-34D90EBA1EF3}" dt="2022-02-21T09:40:26.860" v="1152" actId="478"/>
          <ac:cxnSpMkLst>
            <pc:docMk/>
            <pc:sldMk cId="672736832" sldId="340"/>
            <ac:cxnSpMk id="12" creationId="{00000000-0000-0000-0000-000000000000}"/>
          </ac:cxnSpMkLst>
        </pc:cxnChg>
        <pc:cxnChg chg="del mod">
          <ac:chgData name="Josh Reiss" userId="a90d6cd88c30b6c6" providerId="LiveId" clId="{CE2D6786-44EB-4303-BE9F-34D90EBA1EF3}" dt="2022-02-21T09:16:55.250" v="765" actId="478"/>
          <ac:cxnSpMkLst>
            <pc:docMk/>
            <pc:sldMk cId="672736832" sldId="340"/>
            <ac:cxnSpMk id="13" creationId="{00000000-0000-0000-0000-000000000000}"/>
          </ac:cxnSpMkLst>
        </pc:cxnChg>
        <pc:cxnChg chg="mod">
          <ac:chgData name="Josh Reiss" userId="a90d6cd88c30b6c6" providerId="LiveId" clId="{CE2D6786-44EB-4303-BE9F-34D90EBA1EF3}" dt="2022-02-21T09:35:05.262" v="982"/>
          <ac:cxnSpMkLst>
            <pc:docMk/>
            <pc:sldMk cId="672736832" sldId="340"/>
            <ac:cxnSpMk id="21" creationId="{B51369FA-F28F-4809-B871-61C3D8B5960B}"/>
          </ac:cxnSpMkLst>
        </pc:cxnChg>
        <pc:cxnChg chg="mod">
          <ac:chgData name="Josh Reiss" userId="a90d6cd88c30b6c6" providerId="LiveId" clId="{CE2D6786-44EB-4303-BE9F-34D90EBA1EF3}" dt="2022-02-21T09:35:05.262" v="982"/>
          <ac:cxnSpMkLst>
            <pc:docMk/>
            <pc:sldMk cId="672736832" sldId="340"/>
            <ac:cxnSpMk id="22" creationId="{F252370B-29CF-47DD-A48F-1F684EF2D5F6}"/>
          </ac:cxnSpMkLst>
        </pc:cxnChg>
        <pc:cxnChg chg="mod">
          <ac:chgData name="Josh Reiss" userId="a90d6cd88c30b6c6" providerId="LiveId" clId="{CE2D6786-44EB-4303-BE9F-34D90EBA1EF3}" dt="2022-02-21T09:35:05.262" v="982"/>
          <ac:cxnSpMkLst>
            <pc:docMk/>
            <pc:sldMk cId="672736832" sldId="340"/>
            <ac:cxnSpMk id="23" creationId="{8F6E8C7C-680D-4FD2-A67F-337C220AB92D}"/>
          </ac:cxnSpMkLst>
        </pc:cxnChg>
        <pc:cxnChg chg="mod">
          <ac:chgData name="Josh Reiss" userId="a90d6cd88c30b6c6" providerId="LiveId" clId="{CE2D6786-44EB-4303-BE9F-34D90EBA1EF3}" dt="2022-02-21T09:35:05.262" v="982"/>
          <ac:cxnSpMkLst>
            <pc:docMk/>
            <pc:sldMk cId="672736832" sldId="340"/>
            <ac:cxnSpMk id="24" creationId="{27763361-2394-4AD1-9FC8-308F6E2D88D4}"/>
          </ac:cxnSpMkLst>
        </pc:cxnChg>
        <pc:cxnChg chg="mod">
          <ac:chgData name="Josh Reiss" userId="a90d6cd88c30b6c6" providerId="LiveId" clId="{CE2D6786-44EB-4303-BE9F-34D90EBA1EF3}" dt="2022-02-21T09:35:05.262" v="982"/>
          <ac:cxnSpMkLst>
            <pc:docMk/>
            <pc:sldMk cId="672736832" sldId="340"/>
            <ac:cxnSpMk id="25" creationId="{E5F0F576-F2B6-4254-A9E8-287BF9F3072A}"/>
          </ac:cxnSpMkLst>
        </pc:cxnChg>
        <pc:cxnChg chg="del mod topLvl">
          <ac:chgData name="Josh Reiss" userId="a90d6cd88c30b6c6" providerId="LiveId" clId="{CE2D6786-44EB-4303-BE9F-34D90EBA1EF3}" dt="2022-02-21T09:40:26.860" v="1152" actId="478"/>
          <ac:cxnSpMkLst>
            <pc:docMk/>
            <pc:sldMk cId="672736832" sldId="340"/>
            <ac:cxnSpMk id="30" creationId="{00000000-0000-0000-0000-000000000000}"/>
          </ac:cxnSpMkLst>
        </pc:cxnChg>
        <pc:cxnChg chg="mod">
          <ac:chgData name="Josh Reiss" userId="a90d6cd88c30b6c6" providerId="LiveId" clId="{CE2D6786-44EB-4303-BE9F-34D90EBA1EF3}" dt="2022-02-21T09:37:53.950" v="1103"/>
          <ac:cxnSpMkLst>
            <pc:docMk/>
            <pc:sldMk cId="672736832" sldId="340"/>
            <ac:cxnSpMk id="34" creationId="{BDA74B67-C854-4DEB-A9DC-1E58E1F2ED5B}"/>
          </ac:cxnSpMkLst>
        </pc:cxnChg>
        <pc:cxnChg chg="mod">
          <ac:chgData name="Josh Reiss" userId="a90d6cd88c30b6c6" providerId="LiveId" clId="{CE2D6786-44EB-4303-BE9F-34D90EBA1EF3}" dt="2022-02-21T09:37:53.950" v="1103"/>
          <ac:cxnSpMkLst>
            <pc:docMk/>
            <pc:sldMk cId="672736832" sldId="340"/>
            <ac:cxnSpMk id="35" creationId="{80A9F8AB-A782-4084-9757-9946666FD76B}"/>
          </ac:cxnSpMkLst>
        </pc:cxnChg>
        <pc:cxnChg chg="mod">
          <ac:chgData name="Josh Reiss" userId="a90d6cd88c30b6c6" providerId="LiveId" clId="{CE2D6786-44EB-4303-BE9F-34D90EBA1EF3}" dt="2022-02-21T09:37:53.950" v="1103"/>
          <ac:cxnSpMkLst>
            <pc:docMk/>
            <pc:sldMk cId="672736832" sldId="340"/>
            <ac:cxnSpMk id="36" creationId="{819069B6-5447-4D65-AF87-3C51B41A1AE3}"/>
          </ac:cxnSpMkLst>
        </pc:cxnChg>
        <pc:cxnChg chg="mod">
          <ac:chgData name="Josh Reiss" userId="a90d6cd88c30b6c6" providerId="LiveId" clId="{CE2D6786-44EB-4303-BE9F-34D90EBA1EF3}" dt="2022-02-21T09:37:53.950" v="1103"/>
          <ac:cxnSpMkLst>
            <pc:docMk/>
            <pc:sldMk cId="672736832" sldId="340"/>
            <ac:cxnSpMk id="37" creationId="{8B9260B0-3120-409A-8D1A-72ABEF717E40}"/>
          </ac:cxnSpMkLst>
        </pc:cxnChg>
        <pc:cxnChg chg="mod">
          <ac:chgData name="Josh Reiss" userId="a90d6cd88c30b6c6" providerId="LiveId" clId="{CE2D6786-44EB-4303-BE9F-34D90EBA1EF3}" dt="2022-02-21T09:37:53.950" v="1103"/>
          <ac:cxnSpMkLst>
            <pc:docMk/>
            <pc:sldMk cId="672736832" sldId="340"/>
            <ac:cxnSpMk id="38" creationId="{CFCECE7B-AF0B-4505-A2A7-0B0234AC1981}"/>
          </ac:cxnSpMkLst>
        </pc:cxnChg>
        <pc:cxnChg chg="del mod">
          <ac:chgData name="Josh Reiss" userId="a90d6cd88c30b6c6" providerId="LiveId" clId="{CE2D6786-44EB-4303-BE9F-34D90EBA1EF3}" dt="2022-02-21T09:19:47.799" v="777" actId="478"/>
          <ac:cxnSpMkLst>
            <pc:docMk/>
            <pc:sldMk cId="672736832" sldId="340"/>
            <ac:cxnSpMk id="61" creationId="{00000000-0000-0000-0000-000000000000}"/>
          </ac:cxnSpMkLst>
        </pc:cxnChg>
        <pc:cxnChg chg="del mod">
          <ac:chgData name="Josh Reiss" userId="a90d6cd88c30b6c6" providerId="LiveId" clId="{CE2D6786-44EB-4303-BE9F-34D90EBA1EF3}" dt="2022-02-21T09:19:45.298" v="776" actId="478"/>
          <ac:cxnSpMkLst>
            <pc:docMk/>
            <pc:sldMk cId="672736832" sldId="340"/>
            <ac:cxnSpMk id="62"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65"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70" creationId="{00000000-0000-0000-0000-000000000000}"/>
          </ac:cxnSpMkLst>
        </pc:cxnChg>
      </pc:sldChg>
      <pc:sldChg chg="add del">
        <pc:chgData name="Josh Reiss" userId="a90d6cd88c30b6c6" providerId="LiveId" clId="{CE2D6786-44EB-4303-BE9F-34D90EBA1EF3}" dt="2021-12-17T23:24:17.800" v="379" actId="47"/>
        <pc:sldMkLst>
          <pc:docMk/>
          <pc:sldMk cId="1804348384" sldId="341"/>
        </pc:sldMkLst>
      </pc:sldChg>
      <pc:sldChg chg="new del">
        <pc:chgData name="Josh Reiss" userId="a90d6cd88c30b6c6" providerId="LiveId" clId="{CE2D6786-44EB-4303-BE9F-34D90EBA1EF3}" dt="2021-12-17T23:03:37.510" v="3" actId="680"/>
        <pc:sldMkLst>
          <pc:docMk/>
          <pc:sldMk cId="386141631" sldId="342"/>
        </pc:sldMkLst>
      </pc:sldChg>
      <pc:sldChg chg="modSp new mod ord">
        <pc:chgData name="Josh Reiss" userId="a90d6cd88c30b6c6" providerId="LiveId" clId="{CE2D6786-44EB-4303-BE9F-34D90EBA1EF3}" dt="2021-12-17T23:04:07.186" v="32"/>
        <pc:sldMkLst>
          <pc:docMk/>
          <pc:sldMk cId="2688241578" sldId="342"/>
        </pc:sldMkLst>
        <pc:spChg chg="mod">
          <ac:chgData name="Josh Reiss" userId="a90d6cd88c30b6c6" providerId="LiveId" clId="{CE2D6786-44EB-4303-BE9F-34D90EBA1EF3}" dt="2021-12-17T23:03:58.990" v="30" actId="20577"/>
          <ac:spMkLst>
            <pc:docMk/>
            <pc:sldMk cId="2688241578" sldId="342"/>
            <ac:spMk id="2" creationId="{D9888104-91A6-42D7-AC87-655D95E997E3}"/>
          </ac:spMkLst>
        </pc:spChg>
      </pc:sldChg>
      <pc:sldChg chg="addSp delSp modSp new mod">
        <pc:chgData name="Josh Reiss" userId="a90d6cd88c30b6c6" providerId="LiveId" clId="{CE2D6786-44EB-4303-BE9F-34D90EBA1EF3}" dt="2022-02-22T08:33:33.680" v="1471" actId="20578"/>
        <pc:sldMkLst>
          <pc:docMk/>
          <pc:sldMk cId="1229554816" sldId="343"/>
        </pc:sldMkLst>
        <pc:spChg chg="mod">
          <ac:chgData name="Josh Reiss" userId="a90d6cd88c30b6c6" providerId="LiveId" clId="{CE2D6786-44EB-4303-BE9F-34D90EBA1EF3}" dt="2021-12-18T01:27:20.336" v="431" actId="1076"/>
          <ac:spMkLst>
            <pc:docMk/>
            <pc:sldMk cId="1229554816" sldId="343"/>
            <ac:spMk id="2" creationId="{A17F879E-D24B-48F4-80BB-4E3C6F95B60D}"/>
          </ac:spMkLst>
        </pc:spChg>
        <pc:spChg chg="mod">
          <ac:chgData name="Josh Reiss" userId="a90d6cd88c30b6c6" providerId="LiveId" clId="{CE2D6786-44EB-4303-BE9F-34D90EBA1EF3}" dt="2022-02-22T08:33:33.680" v="1471" actId="20578"/>
          <ac:spMkLst>
            <pc:docMk/>
            <pc:sldMk cId="1229554816" sldId="343"/>
            <ac:spMk id="3" creationId="{C82C490A-692F-4B28-BF4C-70860E4FABB8}"/>
          </ac:spMkLst>
        </pc:spChg>
        <pc:spChg chg="add del">
          <ac:chgData name="Josh Reiss" userId="a90d6cd88c30b6c6" providerId="LiveId" clId="{CE2D6786-44EB-4303-BE9F-34D90EBA1EF3}" dt="2021-12-17T23:27:50.297" v="396"/>
          <ac:spMkLst>
            <pc:docMk/>
            <pc:sldMk cId="1229554816" sldId="343"/>
            <ac:spMk id="4" creationId="{F09FA224-6339-4214-BF13-01D950508D0F}"/>
          </ac:spMkLst>
        </pc:spChg>
        <pc:spChg chg="add del">
          <ac:chgData name="Josh Reiss" userId="a90d6cd88c30b6c6" providerId="LiveId" clId="{CE2D6786-44EB-4303-BE9F-34D90EBA1EF3}" dt="2021-12-17T23:27:50.297" v="396"/>
          <ac:spMkLst>
            <pc:docMk/>
            <pc:sldMk cId="1229554816" sldId="343"/>
            <ac:spMk id="5" creationId="{C28FCC4A-74D2-434A-8E5F-58A8582503C2}"/>
          </ac:spMkLst>
        </pc:spChg>
      </pc:sldChg>
      <pc:sldChg chg="add mod modShow">
        <pc:chgData name="Josh Reiss" userId="a90d6cd88c30b6c6" providerId="LiveId" clId="{CE2D6786-44EB-4303-BE9F-34D90EBA1EF3}" dt="2022-02-22T08:35:43.354" v="1472" actId="729"/>
        <pc:sldMkLst>
          <pc:docMk/>
          <pc:sldMk cId="1585101445" sldId="344"/>
        </pc:sldMkLst>
      </pc:sldChg>
      <pc:sldChg chg="modSp add mod modShow">
        <pc:chgData name="Josh Reiss" userId="a90d6cd88c30b6c6" providerId="LiveId" clId="{CE2D6786-44EB-4303-BE9F-34D90EBA1EF3}" dt="2022-02-22T08:35:43.354" v="1472" actId="729"/>
        <pc:sldMkLst>
          <pc:docMk/>
          <pc:sldMk cId="811557432" sldId="345"/>
        </pc:sldMkLst>
        <pc:spChg chg="mod">
          <ac:chgData name="Josh Reiss" userId="a90d6cd88c30b6c6" providerId="LiveId" clId="{CE2D6786-44EB-4303-BE9F-34D90EBA1EF3}" dt="2022-02-19T09:10:41.247" v="696" actId="27636"/>
          <ac:spMkLst>
            <pc:docMk/>
            <pc:sldMk cId="811557432" sldId="345"/>
            <ac:spMk id="3" creationId="{00000000-0000-0000-0000-000000000000}"/>
          </ac:spMkLst>
        </pc:spChg>
      </pc:sldChg>
      <pc:sldChg chg="addSp delSp modSp new mod">
        <pc:chgData name="Josh Reiss" userId="a90d6cd88c30b6c6" providerId="LiveId" clId="{CE2D6786-44EB-4303-BE9F-34D90EBA1EF3}" dt="2021-12-18T01:47:05.966" v="557" actId="6549"/>
        <pc:sldMkLst>
          <pc:docMk/>
          <pc:sldMk cId="1056313717" sldId="346"/>
        </pc:sldMkLst>
        <pc:spChg chg="mod">
          <ac:chgData name="Josh Reiss" userId="a90d6cd88c30b6c6" providerId="LiveId" clId="{CE2D6786-44EB-4303-BE9F-34D90EBA1EF3}" dt="2021-12-18T01:33:58.645" v="458" actId="20577"/>
          <ac:spMkLst>
            <pc:docMk/>
            <pc:sldMk cId="1056313717" sldId="346"/>
            <ac:spMk id="2" creationId="{02BE6D2E-F6CF-4211-9752-AE0D9003735F}"/>
          </ac:spMkLst>
        </pc:spChg>
        <pc:spChg chg="del">
          <ac:chgData name="Josh Reiss" userId="a90d6cd88c30b6c6" providerId="LiveId" clId="{CE2D6786-44EB-4303-BE9F-34D90EBA1EF3}" dt="2021-12-18T01:35:18.630" v="460"/>
          <ac:spMkLst>
            <pc:docMk/>
            <pc:sldMk cId="1056313717" sldId="346"/>
            <ac:spMk id="3" creationId="{ED80AE86-D6D3-48AF-881E-2B1A8E1219D8}"/>
          </ac:spMkLst>
        </pc:spChg>
        <pc:spChg chg="add mod">
          <ac:chgData name="Josh Reiss" userId="a90d6cd88c30b6c6" providerId="LiveId" clId="{CE2D6786-44EB-4303-BE9F-34D90EBA1EF3}" dt="2021-12-17T23:28:09.205" v="399" actId="1076"/>
          <ac:spMkLst>
            <pc:docMk/>
            <pc:sldMk cId="1056313717" sldId="346"/>
            <ac:spMk id="4" creationId="{1C746C78-9F86-4177-B1C8-3840F7EDEA4E}"/>
          </ac:spMkLst>
        </pc:spChg>
        <pc:spChg chg="add del mod">
          <ac:chgData name="Josh Reiss" userId="a90d6cd88c30b6c6" providerId="LiveId" clId="{CE2D6786-44EB-4303-BE9F-34D90EBA1EF3}" dt="2021-12-18T01:34:51.629" v="459" actId="478"/>
          <ac:spMkLst>
            <pc:docMk/>
            <pc:sldMk cId="1056313717" sldId="346"/>
            <ac:spMk id="5" creationId="{FA22E265-C0CE-4E3A-81F3-D73D3E6363B2}"/>
          </ac:spMkLst>
        </pc:spChg>
        <pc:spChg chg="add mod">
          <ac:chgData name="Josh Reiss" userId="a90d6cd88c30b6c6" providerId="LiveId" clId="{CE2D6786-44EB-4303-BE9F-34D90EBA1EF3}" dt="2021-12-18T01:47:05.966" v="557" actId="6549"/>
          <ac:spMkLst>
            <pc:docMk/>
            <pc:sldMk cId="1056313717" sldId="346"/>
            <ac:spMk id="6" creationId="{F857FA62-ADF3-4740-9F37-5DC5808AD0DD}"/>
          </ac:spMkLst>
        </pc:spChg>
        <pc:graphicFrameChg chg="add mod">
          <ac:chgData name="Josh Reiss" userId="a90d6cd88c30b6c6" providerId="LiveId" clId="{CE2D6786-44EB-4303-BE9F-34D90EBA1EF3}" dt="2021-12-18T01:43:53.168" v="531" actId="1076"/>
          <ac:graphicFrameMkLst>
            <pc:docMk/>
            <pc:sldMk cId="1056313717" sldId="346"/>
            <ac:graphicFrameMk id="7" creationId="{C4A349D1-77F3-4594-A3EC-81452D88F128}"/>
          </ac:graphicFrameMkLst>
        </pc:graphicFrameChg>
      </pc:sldChg>
      <pc:sldChg chg="addSp delSp modSp add mod">
        <pc:chgData name="Josh Reiss" userId="a90d6cd88c30b6c6" providerId="LiveId" clId="{CE2D6786-44EB-4303-BE9F-34D90EBA1EF3}" dt="2022-02-21T09:11:44.272" v="718" actId="1076"/>
        <pc:sldMkLst>
          <pc:docMk/>
          <pc:sldMk cId="270256415" sldId="347"/>
        </pc:sldMkLst>
        <pc:spChg chg="mod">
          <ac:chgData name="Josh Reiss" userId="a90d6cd88c30b6c6" providerId="LiveId" clId="{CE2D6786-44EB-4303-BE9F-34D90EBA1EF3}" dt="2022-02-21T09:09:49.569" v="703" actId="1076"/>
          <ac:spMkLst>
            <pc:docMk/>
            <pc:sldMk cId="270256415" sldId="347"/>
            <ac:spMk id="2" creationId="{02BE6D2E-F6CF-4211-9752-AE0D9003735F}"/>
          </ac:spMkLst>
        </pc:spChg>
        <pc:spChg chg="del mod">
          <ac:chgData name="Josh Reiss" userId="a90d6cd88c30b6c6" providerId="LiveId" clId="{CE2D6786-44EB-4303-BE9F-34D90EBA1EF3}" dt="2021-12-18T21:03:35.212" v="650" actId="478"/>
          <ac:spMkLst>
            <pc:docMk/>
            <pc:sldMk cId="270256415" sldId="347"/>
            <ac:spMk id="3" creationId="{ED80AE86-D6D3-48AF-881E-2B1A8E1219D8}"/>
          </ac:spMkLst>
        </pc:spChg>
        <pc:spChg chg="mod">
          <ac:chgData name="Josh Reiss" userId="a90d6cd88c30b6c6" providerId="LiveId" clId="{CE2D6786-44EB-4303-BE9F-34D90EBA1EF3}" dt="2022-02-21T09:10:56.761" v="709" actId="14100"/>
          <ac:spMkLst>
            <pc:docMk/>
            <pc:sldMk cId="270256415" sldId="347"/>
            <ac:spMk id="5" creationId="{FA22E265-C0CE-4E3A-81F3-D73D3E6363B2}"/>
          </ac:spMkLst>
        </pc:spChg>
        <pc:spChg chg="add mod">
          <ac:chgData name="Josh Reiss" userId="a90d6cd88c30b6c6" providerId="LiveId" clId="{CE2D6786-44EB-4303-BE9F-34D90EBA1EF3}" dt="2022-02-21T09:11:44.272" v="718" actId="1076"/>
          <ac:spMkLst>
            <pc:docMk/>
            <pc:sldMk cId="270256415" sldId="347"/>
            <ac:spMk id="6" creationId="{EA181374-80D6-4176-B365-C5851B54A6A9}"/>
          </ac:spMkLst>
        </pc:spChg>
        <pc:spChg chg="add del mod">
          <ac:chgData name="Josh Reiss" userId="a90d6cd88c30b6c6" providerId="LiveId" clId="{CE2D6786-44EB-4303-BE9F-34D90EBA1EF3}" dt="2021-12-18T21:02:06.882" v="634" actId="478"/>
          <ac:spMkLst>
            <pc:docMk/>
            <pc:sldMk cId="270256415" sldId="347"/>
            <ac:spMk id="7" creationId="{D5398E95-367C-4524-A647-089686ADD8AF}"/>
          </ac:spMkLst>
        </pc:spChg>
        <pc:spChg chg="add del">
          <ac:chgData name="Josh Reiss" userId="a90d6cd88c30b6c6" providerId="LiveId" clId="{CE2D6786-44EB-4303-BE9F-34D90EBA1EF3}" dt="2021-12-18T21:02:22.135" v="636" actId="11529"/>
          <ac:spMkLst>
            <pc:docMk/>
            <pc:sldMk cId="270256415" sldId="347"/>
            <ac:spMk id="8" creationId="{6EF09C85-12BA-421B-9ED1-1D5D6206666C}"/>
          </ac:spMkLst>
        </pc:spChg>
        <pc:spChg chg="add del mod">
          <ac:chgData name="Josh Reiss" userId="a90d6cd88c30b6c6" providerId="LiveId" clId="{CE2D6786-44EB-4303-BE9F-34D90EBA1EF3}" dt="2021-12-18T21:03:38.478" v="651" actId="478"/>
          <ac:spMkLst>
            <pc:docMk/>
            <pc:sldMk cId="270256415" sldId="347"/>
            <ac:spMk id="9" creationId="{B0FD0E3A-D766-4F0A-AC0D-B8F8219F4D27}"/>
          </ac:spMkLst>
        </pc:spChg>
        <pc:spChg chg="add mod">
          <ac:chgData name="Josh Reiss" userId="a90d6cd88c30b6c6" providerId="LiveId" clId="{CE2D6786-44EB-4303-BE9F-34D90EBA1EF3}" dt="2022-02-21T09:11:12.940" v="712" actId="692"/>
          <ac:spMkLst>
            <pc:docMk/>
            <pc:sldMk cId="270256415" sldId="347"/>
            <ac:spMk id="10" creationId="{24C4788B-1D6D-4652-BAC6-0058D3062CE3}"/>
          </ac:spMkLst>
        </pc:spChg>
      </pc:sldChg>
      <pc:sldChg chg="modSp add del">
        <pc:chgData name="Josh Reiss" userId="a90d6cd88c30b6c6" providerId="LiveId" clId="{CE2D6786-44EB-4303-BE9F-34D90EBA1EF3}" dt="2022-02-21T09:41:37.586" v="1173" actId="2696"/>
        <pc:sldMkLst>
          <pc:docMk/>
          <pc:sldMk cId="2774977627" sldId="348"/>
        </pc:sldMkLst>
        <pc:spChg chg="mod">
          <ac:chgData name="Josh Reiss" userId="a90d6cd88c30b6c6" providerId="LiveId" clId="{CE2D6786-44EB-4303-BE9F-34D90EBA1EF3}" dt="2022-02-21T09:41:35.983" v="1172"/>
          <ac:spMkLst>
            <pc:docMk/>
            <pc:sldMk cId="2774977627" sldId="348"/>
            <ac:spMk id="2" creationId="{E9CB6FF5-ECFF-46DC-9829-433154EF046E}"/>
          </ac:spMkLst>
        </pc:spChg>
      </pc:sldChg>
    </pc:docChg>
  </pc:docChgLst>
  <pc:docChgLst>
    <pc:chgData name="Josh Reiss" userId="a90d6cd88c30b6c6" providerId="LiveId" clId="{7C2DCB1A-65A4-4688-9DCF-D8CA67CEAFDD}"/>
    <pc:docChg chg="undo custSel delSld modSld">
      <pc:chgData name="Josh Reiss" userId="a90d6cd88c30b6c6" providerId="LiveId" clId="{7C2DCB1A-65A4-4688-9DCF-D8CA67CEAFDD}" dt="2020-11-25T06:24:39.450" v="101" actId="47"/>
      <pc:docMkLst>
        <pc:docMk/>
      </pc:docMkLst>
      <pc:sldChg chg="delSp modSp mod">
        <pc:chgData name="Josh Reiss" userId="a90d6cd88c30b6c6" providerId="LiveId" clId="{7C2DCB1A-65A4-4688-9DCF-D8CA67CEAFDD}" dt="2020-11-25T06:24:35.452" v="100" actId="1038"/>
        <pc:sldMkLst>
          <pc:docMk/>
          <pc:sldMk cId="1582420652" sldId="257"/>
        </pc:sldMkLst>
        <pc:spChg chg="mod">
          <ac:chgData name="Josh Reiss" userId="a90d6cd88c30b6c6" providerId="LiveId" clId="{7C2DCB1A-65A4-4688-9DCF-D8CA67CEAFDD}" dt="2020-11-25T06:24:35.452" v="100" actId="1038"/>
          <ac:spMkLst>
            <pc:docMk/>
            <pc:sldMk cId="1582420652" sldId="257"/>
            <ac:spMk id="4" creationId="{7A79CF97-31B3-41C2-A64F-E99DD7B1F12C}"/>
          </ac:spMkLst>
        </pc:spChg>
        <pc:spChg chg="mod">
          <ac:chgData name="Josh Reiss" userId="a90d6cd88c30b6c6" providerId="LiveId" clId="{7C2DCB1A-65A4-4688-9DCF-D8CA67CEAFDD}" dt="2020-11-25T06:24:10.436" v="66" actId="14100"/>
          <ac:spMkLst>
            <pc:docMk/>
            <pc:sldMk cId="1582420652" sldId="257"/>
            <ac:spMk id="5" creationId="{9E48C44B-FE42-49A8-8A7D-C048A696651C}"/>
          </ac:spMkLst>
        </pc:spChg>
        <pc:spChg chg="mod">
          <ac:chgData name="Josh Reiss" userId="a90d6cd88c30b6c6" providerId="LiveId" clId="{7C2DCB1A-65A4-4688-9DCF-D8CA67CEAFDD}" dt="2020-11-25T06:24:10.436" v="66" actId="14100"/>
          <ac:spMkLst>
            <pc:docMk/>
            <pc:sldMk cId="1582420652" sldId="257"/>
            <ac:spMk id="6" creationId="{37489C1F-E2B3-4960-9F89-5F73DB9CEB44}"/>
          </ac:spMkLst>
        </pc:spChg>
        <pc:spChg chg="mod">
          <ac:chgData name="Josh Reiss" userId="a90d6cd88c30b6c6" providerId="LiveId" clId="{7C2DCB1A-65A4-4688-9DCF-D8CA67CEAFDD}" dt="2020-11-25T06:24:10.436" v="66" actId="14100"/>
          <ac:spMkLst>
            <pc:docMk/>
            <pc:sldMk cId="1582420652" sldId="257"/>
            <ac:spMk id="7" creationId="{39A1FCAC-50DF-49C5-BE6D-56FE10FA2C47}"/>
          </ac:spMkLst>
        </pc:spChg>
        <pc:spChg chg="mod">
          <ac:chgData name="Josh Reiss" userId="a90d6cd88c30b6c6" providerId="LiveId" clId="{7C2DCB1A-65A4-4688-9DCF-D8CA67CEAFDD}" dt="2020-11-25T06:24:20.810" v="76" actId="1037"/>
          <ac:spMkLst>
            <pc:docMk/>
            <pc:sldMk cId="1582420652" sldId="257"/>
            <ac:spMk id="8" creationId="{1B554ED9-52A5-4144-8605-BC09A875C4D7}"/>
          </ac:spMkLst>
        </pc:spChg>
        <pc:spChg chg="del">
          <ac:chgData name="Josh Reiss" userId="a90d6cd88c30b6c6" providerId="LiveId" clId="{7C2DCB1A-65A4-4688-9DCF-D8CA67CEAFDD}" dt="2020-11-25T06:23:05.090" v="49" actId="478"/>
          <ac:spMkLst>
            <pc:docMk/>
            <pc:sldMk cId="1582420652" sldId="257"/>
            <ac:spMk id="48" creationId="{56E8D1B5-5E61-4824-9A44-E5A4B4CB9496}"/>
          </ac:spMkLst>
        </pc:spChg>
        <pc:cxnChg chg="mod">
          <ac:chgData name="Josh Reiss" userId="a90d6cd88c30b6c6" providerId="LiveId" clId="{7C2DCB1A-65A4-4688-9DCF-D8CA67CEAFDD}" dt="2020-11-25T06:24:35.452" v="100" actId="1038"/>
          <ac:cxnSpMkLst>
            <pc:docMk/>
            <pc:sldMk cId="1582420652" sldId="257"/>
            <ac:cxnSpMk id="10" creationId="{0819F297-DA48-4270-B759-2DCA0A379870}"/>
          </ac:cxnSpMkLst>
        </pc:cxnChg>
        <pc:cxnChg chg="mod">
          <ac:chgData name="Josh Reiss" userId="a90d6cd88c30b6c6" providerId="LiveId" clId="{7C2DCB1A-65A4-4688-9DCF-D8CA67CEAFDD}" dt="2020-11-25T06:24:10.436" v="66" actId="14100"/>
          <ac:cxnSpMkLst>
            <pc:docMk/>
            <pc:sldMk cId="1582420652" sldId="257"/>
            <ac:cxnSpMk id="13" creationId="{8D33BF42-94E8-4C5F-A5CC-736C1274A073}"/>
          </ac:cxnSpMkLst>
        </pc:cxnChg>
        <pc:cxnChg chg="mod">
          <ac:chgData name="Josh Reiss" userId="a90d6cd88c30b6c6" providerId="LiveId" clId="{7C2DCB1A-65A4-4688-9DCF-D8CA67CEAFDD}" dt="2020-11-25T06:24:20.810" v="76" actId="1037"/>
          <ac:cxnSpMkLst>
            <pc:docMk/>
            <pc:sldMk cId="1582420652" sldId="257"/>
            <ac:cxnSpMk id="16" creationId="{E186FA5F-EF80-476C-9843-1931D13DF20E}"/>
          </ac:cxnSpMkLst>
        </pc:cxnChg>
        <pc:cxnChg chg="mod">
          <ac:chgData name="Josh Reiss" userId="a90d6cd88c30b6c6" providerId="LiveId" clId="{7C2DCB1A-65A4-4688-9DCF-D8CA67CEAFDD}" dt="2020-11-25T06:24:10.436" v="66" actId="14100"/>
          <ac:cxnSpMkLst>
            <pc:docMk/>
            <pc:sldMk cId="1582420652" sldId="257"/>
            <ac:cxnSpMk id="20" creationId="{D6D1D574-F11C-46FD-82B0-91BECF09FD04}"/>
          </ac:cxnSpMkLst>
        </pc:cxnChg>
        <pc:cxnChg chg="mod">
          <ac:chgData name="Josh Reiss" userId="a90d6cd88c30b6c6" providerId="LiveId" clId="{7C2DCB1A-65A4-4688-9DCF-D8CA67CEAFDD}" dt="2020-11-25T06:24:10.436" v="66" actId="14100"/>
          <ac:cxnSpMkLst>
            <pc:docMk/>
            <pc:sldMk cId="1582420652" sldId="257"/>
            <ac:cxnSpMk id="24" creationId="{9449CA9C-2DCA-4F92-9EA8-1A64D41C51BC}"/>
          </ac:cxnSpMkLst>
        </pc:cxnChg>
        <pc:cxnChg chg="del mod">
          <ac:chgData name="Josh Reiss" userId="a90d6cd88c30b6c6" providerId="LiveId" clId="{7C2DCB1A-65A4-4688-9DCF-D8CA67CEAFDD}" dt="2020-11-25T06:23:05.090" v="49" actId="478"/>
          <ac:cxnSpMkLst>
            <pc:docMk/>
            <pc:sldMk cId="1582420652" sldId="257"/>
            <ac:cxnSpMk id="39" creationId="{6489F3AD-214A-433C-ABE4-EBBC6F1D391F}"/>
          </ac:cxnSpMkLst>
        </pc:cxnChg>
        <pc:cxnChg chg="del mod">
          <ac:chgData name="Josh Reiss" userId="a90d6cd88c30b6c6" providerId="LiveId" clId="{7C2DCB1A-65A4-4688-9DCF-D8CA67CEAFDD}" dt="2020-11-25T06:23:05.090" v="49" actId="478"/>
          <ac:cxnSpMkLst>
            <pc:docMk/>
            <pc:sldMk cId="1582420652" sldId="257"/>
            <ac:cxnSpMk id="42" creationId="{4E7F9A93-929F-46B7-B1DE-E1C2C912488F}"/>
          </ac:cxnSpMkLst>
        </pc:cxnChg>
      </pc:sldChg>
      <pc:sldChg chg="del">
        <pc:chgData name="Josh Reiss" userId="a90d6cd88c30b6c6" providerId="LiveId" clId="{7C2DCB1A-65A4-4688-9DCF-D8CA67CEAFDD}" dt="2020-11-25T06:24:39.450" v="101" actId="47"/>
        <pc:sldMkLst>
          <pc:docMk/>
          <pc:sldMk cId="2022186972" sldId="258"/>
        </pc:sldMkLst>
      </pc:sldChg>
    </pc:docChg>
  </pc:docChgLst>
  <pc:docChgLst>
    <pc:chgData name="Josh Reiss" userId="a90d6cd88c30b6c6" providerId="LiveId" clId="{DBD16F9C-04BC-46F4-8CB5-F49176DB148F}"/>
    <pc:docChg chg="undo custSel addSld modSld">
      <pc:chgData name="Josh Reiss" userId="a90d6cd88c30b6c6" providerId="LiveId" clId="{DBD16F9C-04BC-46F4-8CB5-F49176DB148F}" dt="2020-11-21T15:52:36.398" v="191" actId="20577"/>
      <pc:docMkLst>
        <pc:docMk/>
      </pc:docMkLst>
      <pc:sldChg chg="new">
        <pc:chgData name="Josh Reiss" userId="a90d6cd88c30b6c6" providerId="LiveId" clId="{DBD16F9C-04BC-46F4-8CB5-F49176DB148F}" dt="2020-11-21T07:03:15.072" v="0" actId="680"/>
        <pc:sldMkLst>
          <pc:docMk/>
          <pc:sldMk cId="1862733517" sldId="256"/>
        </pc:sldMkLst>
      </pc:sldChg>
      <pc:sldChg chg="addSp delSp modSp new mod">
        <pc:chgData name="Josh Reiss" userId="a90d6cd88c30b6c6" providerId="LiveId" clId="{DBD16F9C-04BC-46F4-8CB5-F49176DB148F}" dt="2020-11-21T15:52:14.479" v="181" actId="14100"/>
        <pc:sldMkLst>
          <pc:docMk/>
          <pc:sldMk cId="1582420652" sldId="257"/>
        </pc:sldMkLst>
        <pc:spChg chg="del">
          <ac:chgData name="Josh Reiss" userId="a90d6cd88c30b6c6" providerId="LiveId" clId="{DBD16F9C-04BC-46F4-8CB5-F49176DB148F}" dt="2020-11-21T07:03:27.820" v="2" actId="478"/>
          <ac:spMkLst>
            <pc:docMk/>
            <pc:sldMk cId="1582420652" sldId="257"/>
            <ac:spMk id="2" creationId="{B41262E7-A5D3-4832-8C1F-70AC0B5B51AD}"/>
          </ac:spMkLst>
        </pc:spChg>
        <pc:spChg chg="del">
          <ac:chgData name="Josh Reiss" userId="a90d6cd88c30b6c6" providerId="LiveId" clId="{DBD16F9C-04BC-46F4-8CB5-F49176DB148F}" dt="2020-11-21T07:03:27.820" v="2" actId="478"/>
          <ac:spMkLst>
            <pc:docMk/>
            <pc:sldMk cId="1582420652" sldId="257"/>
            <ac:spMk id="3" creationId="{1E043322-4A69-4595-9070-3D78AE3B6020}"/>
          </ac:spMkLst>
        </pc:spChg>
        <pc:spChg chg="add mod">
          <ac:chgData name="Josh Reiss" userId="a90d6cd88c30b6c6" providerId="LiveId" clId="{DBD16F9C-04BC-46F4-8CB5-F49176DB148F}" dt="2020-11-21T07:09:32.857" v="141" actId="1038"/>
          <ac:spMkLst>
            <pc:docMk/>
            <pc:sldMk cId="1582420652" sldId="257"/>
            <ac:spMk id="4" creationId="{7A79CF97-31B3-41C2-A64F-E99DD7B1F12C}"/>
          </ac:spMkLst>
        </pc:spChg>
        <pc:spChg chg="add mod">
          <ac:chgData name="Josh Reiss" userId="a90d6cd88c30b6c6" providerId="LiveId" clId="{DBD16F9C-04BC-46F4-8CB5-F49176DB148F}" dt="2020-11-21T07:09:50.750" v="159" actId="408"/>
          <ac:spMkLst>
            <pc:docMk/>
            <pc:sldMk cId="1582420652" sldId="257"/>
            <ac:spMk id="5" creationId="{9E48C44B-FE42-49A8-8A7D-C048A696651C}"/>
          </ac:spMkLst>
        </pc:spChg>
        <pc:spChg chg="add mod">
          <ac:chgData name="Josh Reiss" userId="a90d6cd88c30b6c6" providerId="LiveId" clId="{DBD16F9C-04BC-46F4-8CB5-F49176DB148F}" dt="2020-11-21T07:09:50.750" v="159" actId="408"/>
          <ac:spMkLst>
            <pc:docMk/>
            <pc:sldMk cId="1582420652" sldId="257"/>
            <ac:spMk id="6" creationId="{37489C1F-E2B3-4960-9F89-5F73DB9CEB44}"/>
          </ac:spMkLst>
        </pc:spChg>
        <pc:spChg chg="add mod">
          <ac:chgData name="Josh Reiss" userId="a90d6cd88c30b6c6" providerId="LiveId" clId="{DBD16F9C-04BC-46F4-8CB5-F49176DB148F}" dt="2020-11-21T07:09:59.538" v="160" actId="1076"/>
          <ac:spMkLst>
            <pc:docMk/>
            <pc:sldMk cId="1582420652" sldId="257"/>
            <ac:spMk id="7" creationId="{39A1FCAC-50DF-49C5-BE6D-56FE10FA2C47}"/>
          </ac:spMkLst>
        </pc:spChg>
        <pc:spChg chg="add mod">
          <ac:chgData name="Josh Reiss" userId="a90d6cd88c30b6c6" providerId="LiveId" clId="{DBD16F9C-04BC-46F4-8CB5-F49176DB148F}" dt="2020-11-21T07:09:28.586" v="133" actId="1037"/>
          <ac:spMkLst>
            <pc:docMk/>
            <pc:sldMk cId="1582420652" sldId="257"/>
            <ac:spMk id="8" creationId="{1B554ED9-52A5-4144-8605-BC09A875C4D7}"/>
          </ac:spMkLst>
        </pc:spChg>
        <pc:spChg chg="add del mod">
          <ac:chgData name="Josh Reiss" userId="a90d6cd88c30b6c6" providerId="LiveId" clId="{DBD16F9C-04BC-46F4-8CB5-F49176DB148F}" dt="2020-11-21T15:51:06.417" v="162"/>
          <ac:spMkLst>
            <pc:docMk/>
            <pc:sldMk cId="1582420652" sldId="257"/>
            <ac:spMk id="29" creationId="{3DB822DB-4F7F-4BD0-921F-42D446CB5160}"/>
          </ac:spMkLst>
        </pc:spChg>
        <pc:spChg chg="add del mod">
          <ac:chgData name="Josh Reiss" userId="a90d6cd88c30b6c6" providerId="LiveId" clId="{DBD16F9C-04BC-46F4-8CB5-F49176DB148F}" dt="2020-11-21T15:51:06.417" v="162"/>
          <ac:spMkLst>
            <pc:docMk/>
            <pc:sldMk cId="1582420652" sldId="257"/>
            <ac:spMk id="30" creationId="{319290E4-3904-41EF-82F8-369CDFD55016}"/>
          </ac:spMkLst>
        </pc:spChg>
        <pc:spChg chg="add del mod">
          <ac:chgData name="Josh Reiss" userId="a90d6cd88c30b6c6" providerId="LiveId" clId="{DBD16F9C-04BC-46F4-8CB5-F49176DB148F}" dt="2020-11-21T15:51:06.417" v="162"/>
          <ac:spMkLst>
            <pc:docMk/>
            <pc:sldMk cId="1582420652" sldId="257"/>
            <ac:spMk id="31" creationId="{75CD36A7-64BF-4B19-A6B2-348D53006088}"/>
          </ac:spMkLst>
        </pc:spChg>
        <pc:spChg chg="add del mod">
          <ac:chgData name="Josh Reiss" userId="a90d6cd88c30b6c6" providerId="LiveId" clId="{DBD16F9C-04BC-46F4-8CB5-F49176DB148F}" dt="2020-11-21T15:51:06.417" v="162"/>
          <ac:spMkLst>
            <pc:docMk/>
            <pc:sldMk cId="1582420652" sldId="257"/>
            <ac:spMk id="32" creationId="{EBA0E9A8-F377-4183-BE89-A27DCF485CAB}"/>
          </ac:spMkLst>
        </pc:spChg>
        <pc:spChg chg="add del mod">
          <ac:chgData name="Josh Reiss" userId="a90d6cd88c30b6c6" providerId="LiveId" clId="{DBD16F9C-04BC-46F4-8CB5-F49176DB148F}" dt="2020-11-21T15:51:06.417" v="162"/>
          <ac:spMkLst>
            <pc:docMk/>
            <pc:sldMk cId="1582420652" sldId="257"/>
            <ac:spMk id="33" creationId="{7DBC8140-FB70-49FE-97B0-6CDF313BD328}"/>
          </ac:spMkLst>
        </pc:spChg>
        <pc:spChg chg="add mod">
          <ac:chgData name="Josh Reiss" userId="a90d6cd88c30b6c6" providerId="LiveId" clId="{DBD16F9C-04BC-46F4-8CB5-F49176DB148F}" dt="2020-11-21T15:52:14.479" v="181" actId="14100"/>
          <ac:spMkLst>
            <pc:docMk/>
            <pc:sldMk cId="1582420652" sldId="257"/>
            <ac:spMk id="48" creationId="{56E8D1B5-5E61-4824-9A44-E5A4B4CB9496}"/>
          </ac:spMkLst>
        </pc:spChg>
        <pc:cxnChg chg="add mod">
          <ac:chgData name="Josh Reiss" userId="a90d6cd88c30b6c6" providerId="LiveId" clId="{DBD16F9C-04BC-46F4-8CB5-F49176DB148F}" dt="2020-11-21T07:09:50.750" v="159" actId="408"/>
          <ac:cxnSpMkLst>
            <pc:docMk/>
            <pc:sldMk cId="1582420652" sldId="257"/>
            <ac:cxnSpMk id="10" creationId="{0819F297-DA48-4270-B759-2DCA0A379870}"/>
          </ac:cxnSpMkLst>
        </pc:cxnChg>
        <pc:cxnChg chg="add mod">
          <ac:chgData name="Josh Reiss" userId="a90d6cd88c30b6c6" providerId="LiveId" clId="{DBD16F9C-04BC-46F4-8CB5-F49176DB148F}" dt="2020-11-21T07:09:50.750" v="159" actId="408"/>
          <ac:cxnSpMkLst>
            <pc:docMk/>
            <pc:sldMk cId="1582420652" sldId="257"/>
            <ac:cxnSpMk id="13" creationId="{8D33BF42-94E8-4C5F-A5CC-736C1274A073}"/>
          </ac:cxnSpMkLst>
        </pc:cxnChg>
        <pc:cxnChg chg="add mod">
          <ac:chgData name="Josh Reiss" userId="a90d6cd88c30b6c6" providerId="LiveId" clId="{DBD16F9C-04BC-46F4-8CB5-F49176DB148F}" dt="2020-11-21T07:09:50.750" v="159" actId="408"/>
          <ac:cxnSpMkLst>
            <pc:docMk/>
            <pc:sldMk cId="1582420652" sldId="257"/>
            <ac:cxnSpMk id="16" creationId="{E186FA5F-EF80-476C-9843-1931D13DF20E}"/>
          </ac:cxnSpMkLst>
        </pc:cxnChg>
        <pc:cxnChg chg="add mod">
          <ac:chgData name="Josh Reiss" userId="a90d6cd88c30b6c6" providerId="LiveId" clId="{DBD16F9C-04BC-46F4-8CB5-F49176DB148F}" dt="2020-11-21T07:09:59.538" v="160" actId="1076"/>
          <ac:cxnSpMkLst>
            <pc:docMk/>
            <pc:sldMk cId="1582420652" sldId="257"/>
            <ac:cxnSpMk id="20" creationId="{D6D1D574-F11C-46FD-82B0-91BECF09FD04}"/>
          </ac:cxnSpMkLst>
        </pc:cxnChg>
        <pc:cxnChg chg="add del">
          <ac:chgData name="Josh Reiss" userId="a90d6cd88c30b6c6" providerId="LiveId" clId="{DBD16F9C-04BC-46F4-8CB5-F49176DB148F}" dt="2020-11-21T07:07:47.579" v="76" actId="11529"/>
          <ac:cxnSpMkLst>
            <pc:docMk/>
            <pc:sldMk cId="1582420652" sldId="257"/>
            <ac:cxnSpMk id="22" creationId="{040B7137-4F3C-4455-8D68-728FCB17BCFE}"/>
          </ac:cxnSpMkLst>
        </pc:cxnChg>
        <pc:cxnChg chg="add mod">
          <ac:chgData name="Josh Reiss" userId="a90d6cd88c30b6c6" providerId="LiveId" clId="{DBD16F9C-04BC-46F4-8CB5-F49176DB148F}" dt="2020-11-21T07:09:59.538" v="160" actId="1076"/>
          <ac:cxnSpMkLst>
            <pc:docMk/>
            <pc:sldMk cId="1582420652" sldId="257"/>
            <ac:cxnSpMk id="24" creationId="{9449CA9C-2DCA-4F92-9EA8-1A64D41C51BC}"/>
          </ac:cxnSpMkLst>
        </pc:cxnChg>
        <pc:cxnChg chg="add del mod">
          <ac:chgData name="Josh Reiss" userId="a90d6cd88c30b6c6" providerId="LiveId" clId="{DBD16F9C-04BC-46F4-8CB5-F49176DB148F}" dt="2020-11-21T15:51:06.417" v="162"/>
          <ac:cxnSpMkLst>
            <pc:docMk/>
            <pc:sldMk cId="1582420652" sldId="257"/>
            <ac:cxnSpMk id="34" creationId="{19D4CDCC-6C9A-4648-89EB-D47F8E85F024}"/>
          </ac:cxnSpMkLst>
        </pc:cxnChg>
        <pc:cxnChg chg="add del mod">
          <ac:chgData name="Josh Reiss" userId="a90d6cd88c30b6c6" providerId="LiveId" clId="{DBD16F9C-04BC-46F4-8CB5-F49176DB148F}" dt="2020-11-21T15:51:06.417" v="162"/>
          <ac:cxnSpMkLst>
            <pc:docMk/>
            <pc:sldMk cId="1582420652" sldId="257"/>
            <ac:cxnSpMk id="35" creationId="{C15EF8A8-6E28-41E6-AD18-DE5D35619820}"/>
          </ac:cxnSpMkLst>
        </pc:cxnChg>
        <pc:cxnChg chg="add del mod">
          <ac:chgData name="Josh Reiss" userId="a90d6cd88c30b6c6" providerId="LiveId" clId="{DBD16F9C-04BC-46F4-8CB5-F49176DB148F}" dt="2020-11-21T15:51:06.417" v="162"/>
          <ac:cxnSpMkLst>
            <pc:docMk/>
            <pc:sldMk cId="1582420652" sldId="257"/>
            <ac:cxnSpMk id="36" creationId="{C043D45F-3282-41A9-994B-669012F74BF9}"/>
          </ac:cxnSpMkLst>
        </pc:cxnChg>
        <pc:cxnChg chg="add del mod">
          <ac:chgData name="Josh Reiss" userId="a90d6cd88c30b6c6" providerId="LiveId" clId="{DBD16F9C-04BC-46F4-8CB5-F49176DB148F}" dt="2020-11-21T15:51:06.417" v="162"/>
          <ac:cxnSpMkLst>
            <pc:docMk/>
            <pc:sldMk cId="1582420652" sldId="257"/>
            <ac:cxnSpMk id="37" creationId="{FC49D2E0-B2C2-4F0E-AA99-06EBAD4D8391}"/>
          </ac:cxnSpMkLst>
        </pc:cxnChg>
        <pc:cxnChg chg="add del mod">
          <ac:chgData name="Josh Reiss" userId="a90d6cd88c30b6c6" providerId="LiveId" clId="{DBD16F9C-04BC-46F4-8CB5-F49176DB148F}" dt="2020-11-21T15:51:06.417" v="162"/>
          <ac:cxnSpMkLst>
            <pc:docMk/>
            <pc:sldMk cId="1582420652" sldId="257"/>
            <ac:cxnSpMk id="38" creationId="{ABFC830B-7E34-485D-92DE-EDCBD66F22A4}"/>
          </ac:cxnSpMkLst>
        </pc:cxnChg>
        <pc:cxnChg chg="add mod">
          <ac:chgData name="Josh Reiss" userId="a90d6cd88c30b6c6" providerId="LiveId" clId="{DBD16F9C-04BC-46F4-8CB5-F49176DB148F}" dt="2020-11-21T15:51:25.442" v="166" actId="14100"/>
          <ac:cxnSpMkLst>
            <pc:docMk/>
            <pc:sldMk cId="1582420652" sldId="257"/>
            <ac:cxnSpMk id="39" creationId="{6489F3AD-214A-433C-ABE4-EBBC6F1D391F}"/>
          </ac:cxnSpMkLst>
        </pc:cxnChg>
        <pc:cxnChg chg="add mod">
          <ac:chgData name="Josh Reiss" userId="a90d6cd88c30b6c6" providerId="LiveId" clId="{DBD16F9C-04BC-46F4-8CB5-F49176DB148F}" dt="2020-11-21T15:51:48.079" v="171" actId="14100"/>
          <ac:cxnSpMkLst>
            <pc:docMk/>
            <pc:sldMk cId="1582420652" sldId="257"/>
            <ac:cxnSpMk id="42" creationId="{4E7F9A93-929F-46B7-B1DE-E1C2C912488F}"/>
          </ac:cxnSpMkLst>
        </pc:cxnChg>
      </pc:sldChg>
      <pc:sldChg chg="addSp modSp add mod">
        <pc:chgData name="Josh Reiss" userId="a90d6cd88c30b6c6" providerId="LiveId" clId="{DBD16F9C-04BC-46F4-8CB5-F49176DB148F}" dt="2020-11-21T15:52:36.398" v="191" actId="20577"/>
        <pc:sldMkLst>
          <pc:docMk/>
          <pc:sldMk cId="2022186972" sldId="258"/>
        </pc:sldMkLst>
        <pc:spChg chg="add mod">
          <ac:chgData name="Josh Reiss" userId="a90d6cd88c30b6c6" providerId="LiveId" clId="{DBD16F9C-04BC-46F4-8CB5-F49176DB148F}" dt="2020-11-21T15:52:36.398" v="191" actId="20577"/>
          <ac:spMkLst>
            <pc:docMk/>
            <pc:sldMk cId="2022186972" sldId="258"/>
            <ac:spMk id="15" creationId="{B0996855-84FF-4627-9637-129FDE5D3294}"/>
          </ac:spMkLst>
        </pc:spChg>
      </pc:sldChg>
    </pc:docChg>
  </pc:docChgLst>
  <pc:docChgLst>
    <pc:chgData name="Josh Reiss" userId="a90d6cd88c30b6c6" providerId="LiveId" clId="{165483D8-A2BC-4523-909C-405FC0CA66D0}"/>
    <pc:docChg chg="undo custSel modSld">
      <pc:chgData name="Josh Reiss" userId="a90d6cd88c30b6c6" providerId="LiveId" clId="{165483D8-A2BC-4523-909C-405FC0CA66D0}" dt="2021-06-28T14:40:13.815" v="112" actId="1037"/>
      <pc:docMkLst>
        <pc:docMk/>
      </pc:docMkLst>
      <pc:sldChg chg="addSp delSp modSp mod">
        <pc:chgData name="Josh Reiss" userId="a90d6cd88c30b6c6" providerId="LiveId" clId="{165483D8-A2BC-4523-909C-405FC0CA66D0}" dt="2021-06-28T14:40:13.815" v="112" actId="1037"/>
        <pc:sldMkLst>
          <pc:docMk/>
          <pc:sldMk cId="1862733517" sldId="256"/>
        </pc:sldMkLst>
        <pc:spChg chg="del">
          <ac:chgData name="Josh Reiss" userId="a90d6cd88c30b6c6" providerId="LiveId" clId="{165483D8-A2BC-4523-909C-405FC0CA66D0}" dt="2021-06-28T14:39:08.644" v="11" actId="478"/>
          <ac:spMkLst>
            <pc:docMk/>
            <pc:sldMk cId="1862733517" sldId="256"/>
            <ac:spMk id="2" creationId="{BE3432DD-8D3F-47E2-BEA8-EFE20E5B942C}"/>
          </ac:spMkLst>
        </pc:spChg>
        <pc:spChg chg="add mod">
          <ac:chgData name="Josh Reiss" userId="a90d6cd88c30b6c6" providerId="LiveId" clId="{165483D8-A2BC-4523-909C-405FC0CA66D0}" dt="2021-06-28T14:37:57.438" v="0"/>
          <ac:spMkLst>
            <pc:docMk/>
            <pc:sldMk cId="1862733517" sldId="256"/>
            <ac:spMk id="4" creationId="{2340F8CE-123B-4B3A-A57A-12FDEAD3DE89}"/>
          </ac:spMkLst>
        </pc:spChg>
        <pc:spChg chg="add del mod">
          <ac:chgData name="Josh Reiss" userId="a90d6cd88c30b6c6" providerId="LiveId" clId="{165483D8-A2BC-4523-909C-405FC0CA66D0}" dt="2021-06-28T14:38:17.514" v="3" actId="478"/>
          <ac:spMkLst>
            <pc:docMk/>
            <pc:sldMk cId="1862733517" sldId="256"/>
            <ac:spMk id="5" creationId="{5BC5578A-3D46-471E-BB49-E765B08B1C07}"/>
          </ac:spMkLst>
        </pc:spChg>
        <pc:spChg chg="add del mod">
          <ac:chgData name="Josh Reiss" userId="a90d6cd88c30b6c6" providerId="LiveId" clId="{165483D8-A2BC-4523-909C-405FC0CA66D0}" dt="2021-06-28T14:39:51.703" v="21" actId="478"/>
          <ac:spMkLst>
            <pc:docMk/>
            <pc:sldMk cId="1862733517" sldId="256"/>
            <ac:spMk id="6" creationId="{94235E21-6A0C-443D-82CE-EF134570060F}"/>
          </ac:spMkLst>
        </pc:spChg>
        <pc:spChg chg="add del mod">
          <ac:chgData name="Josh Reiss" userId="a90d6cd88c30b6c6" providerId="LiveId" clId="{165483D8-A2BC-4523-909C-405FC0CA66D0}" dt="2021-06-28T14:39:51.703" v="21" actId="478"/>
          <ac:spMkLst>
            <pc:docMk/>
            <pc:sldMk cId="1862733517" sldId="256"/>
            <ac:spMk id="7" creationId="{B93640E8-E802-4D80-B68C-0BDEB5B9F246}"/>
          </ac:spMkLst>
        </pc:spChg>
        <pc:spChg chg="add mod">
          <ac:chgData name="Josh Reiss" userId="a90d6cd88c30b6c6" providerId="LiveId" clId="{165483D8-A2BC-4523-909C-405FC0CA66D0}" dt="2021-06-28T14:40:13.815" v="112" actId="1037"/>
          <ac:spMkLst>
            <pc:docMk/>
            <pc:sldMk cId="1862733517" sldId="256"/>
            <ac:spMk id="8" creationId="{CA191ED1-E3B1-407F-B748-8DC5731895C3}"/>
          </ac:spMkLst>
        </pc:spChg>
        <pc:spChg chg="add mod">
          <ac:chgData name="Josh Reiss" userId="a90d6cd88c30b6c6" providerId="LiveId" clId="{165483D8-A2BC-4523-909C-405FC0CA66D0}" dt="2021-06-28T14:40:13.815" v="112" actId="1037"/>
          <ac:spMkLst>
            <pc:docMk/>
            <pc:sldMk cId="1862733517" sldId="256"/>
            <ac:spMk id="17" creationId="{5C54E9AB-0639-4023-8AFA-E46FDD0F9C45}"/>
          </ac:spMkLst>
        </pc:spChg>
        <pc:cxnChg chg="add mod">
          <ac:chgData name="Josh Reiss" userId="a90d6cd88c30b6c6" providerId="LiveId" clId="{165483D8-A2BC-4523-909C-405FC0CA66D0}" dt="2021-06-28T14:40:13.815" v="112" actId="1037"/>
          <ac:cxnSpMkLst>
            <pc:docMk/>
            <pc:sldMk cId="1862733517" sldId="256"/>
            <ac:cxnSpMk id="9" creationId="{801EF83B-E837-4C88-848B-5FF8A1A96068}"/>
          </ac:cxnSpMkLst>
        </pc:cxnChg>
        <pc:cxnChg chg="add del mod">
          <ac:chgData name="Josh Reiss" userId="a90d6cd88c30b6c6" providerId="LiveId" clId="{165483D8-A2BC-4523-909C-405FC0CA66D0}" dt="2021-06-28T14:39:51.703" v="21" actId="478"/>
          <ac:cxnSpMkLst>
            <pc:docMk/>
            <pc:sldMk cId="1862733517" sldId="256"/>
            <ac:cxnSpMk id="10" creationId="{B7EFE6A8-6331-461B-AF17-BF9BAE2A36BF}"/>
          </ac:cxnSpMkLst>
        </pc:cxnChg>
        <pc:cxnChg chg="add del mod">
          <ac:chgData name="Josh Reiss" userId="a90d6cd88c30b6c6" providerId="LiveId" clId="{165483D8-A2BC-4523-909C-405FC0CA66D0}" dt="2021-06-28T14:39:51.703" v="21" actId="478"/>
          <ac:cxnSpMkLst>
            <pc:docMk/>
            <pc:sldMk cId="1862733517" sldId="256"/>
            <ac:cxnSpMk id="11" creationId="{B4A93506-7B8B-4B4D-AFD7-9659D16344EB}"/>
          </ac:cxnSpMkLst>
        </pc:cxnChg>
        <pc:cxnChg chg="add del mod">
          <ac:chgData name="Josh Reiss" userId="a90d6cd88c30b6c6" providerId="LiveId" clId="{165483D8-A2BC-4523-909C-405FC0CA66D0}" dt="2021-06-28T14:39:51.703" v="21" actId="478"/>
          <ac:cxnSpMkLst>
            <pc:docMk/>
            <pc:sldMk cId="1862733517" sldId="256"/>
            <ac:cxnSpMk id="12" creationId="{7A3FE4E4-AE40-42A9-95F8-C166C134871E}"/>
          </ac:cxnSpMkLst>
        </pc:cxnChg>
        <pc:cxnChg chg="add del mod">
          <ac:chgData name="Josh Reiss" userId="a90d6cd88c30b6c6" providerId="LiveId" clId="{165483D8-A2BC-4523-909C-405FC0CA66D0}" dt="2021-06-28T14:39:51.703" v="21" actId="478"/>
          <ac:cxnSpMkLst>
            <pc:docMk/>
            <pc:sldMk cId="1862733517" sldId="256"/>
            <ac:cxnSpMk id="13" creationId="{7145FB9C-E1D8-4EFF-9E11-F0CF29B0975C}"/>
          </ac:cxnSpMkLst>
        </pc:cxnChg>
        <pc:cxnChg chg="add del mod">
          <ac:chgData name="Josh Reiss" userId="a90d6cd88c30b6c6" providerId="LiveId" clId="{165483D8-A2BC-4523-909C-405FC0CA66D0}" dt="2021-06-28T14:39:24.036" v="14" actId="21"/>
          <ac:cxnSpMkLst>
            <pc:docMk/>
            <pc:sldMk cId="1862733517" sldId="256"/>
            <ac:cxnSpMk id="14" creationId="{4959A8E1-ED4F-4036-AA02-38ED9E165BF4}"/>
          </ac:cxnSpMkLst>
        </pc:cxnChg>
        <pc:cxnChg chg="add del mod">
          <ac:chgData name="Josh Reiss" userId="a90d6cd88c30b6c6" providerId="LiveId" clId="{165483D8-A2BC-4523-909C-405FC0CA66D0}" dt="2021-06-28T14:39:51.703" v="21" actId="478"/>
          <ac:cxnSpMkLst>
            <pc:docMk/>
            <pc:sldMk cId="1862733517" sldId="256"/>
            <ac:cxnSpMk id="18" creationId="{EE8D0F65-D993-41C7-B98B-698533B5F529}"/>
          </ac:cxnSpMkLst>
        </pc:cxnChg>
        <pc:cxnChg chg="add mod">
          <ac:chgData name="Josh Reiss" userId="a90d6cd88c30b6c6" providerId="LiveId" clId="{165483D8-A2BC-4523-909C-405FC0CA66D0}" dt="2021-06-28T14:40:13.815" v="112" actId="1037"/>
          <ac:cxnSpMkLst>
            <pc:docMk/>
            <pc:sldMk cId="1862733517" sldId="256"/>
            <ac:cxnSpMk id="19" creationId="{EA61C3B5-F1DE-4D00-AD60-8390D416C1E9}"/>
          </ac:cxnSpMkLst>
        </pc:cxnChg>
        <pc:cxnChg chg="add mod">
          <ac:chgData name="Josh Reiss" userId="a90d6cd88c30b6c6" providerId="LiveId" clId="{165483D8-A2BC-4523-909C-405FC0CA66D0}" dt="2021-06-28T14:40:13.815" v="112" actId="1037"/>
          <ac:cxnSpMkLst>
            <pc:docMk/>
            <pc:sldMk cId="1862733517" sldId="256"/>
            <ac:cxnSpMk id="22" creationId="{2AB85A4A-A64D-4DE7-B732-61B50F48B79F}"/>
          </ac:cxnSpMkLst>
        </pc:cxnChg>
      </pc:sldChg>
    </pc:docChg>
  </pc:docChgLst>
  <pc:docChgLst>
    <pc:chgData name="Josh Reiss" userId="a90d6cd88c30b6c6" providerId="LiveId" clId="{1EB5B9CC-56AB-4736-AB05-E5472AF423D5}"/>
    <pc:docChg chg="undo redo custSel addSld modSld">
      <pc:chgData name="Josh Reiss" userId="a90d6cd88c30b6c6" providerId="LiveId" clId="{1EB5B9CC-56AB-4736-AB05-E5472AF423D5}" dt="2021-05-19T16:01:36.174" v="100" actId="1076"/>
      <pc:docMkLst>
        <pc:docMk/>
      </pc:docMkLst>
      <pc:sldChg chg="addSp delSp modSp mod">
        <pc:chgData name="Josh Reiss" userId="a90d6cd88c30b6c6" providerId="LiveId" clId="{1EB5B9CC-56AB-4736-AB05-E5472AF423D5}" dt="2021-05-19T16:01:36.174" v="100" actId="1076"/>
        <pc:sldMkLst>
          <pc:docMk/>
          <pc:sldMk cId="1582420652" sldId="257"/>
        </pc:sldMkLst>
        <pc:spChg chg="mod">
          <ac:chgData name="Josh Reiss" userId="a90d6cd88c30b6c6" providerId="LiveId" clId="{1EB5B9CC-56AB-4736-AB05-E5472AF423D5}" dt="2021-05-19T16:01:36.174" v="100" actId="1076"/>
          <ac:spMkLst>
            <pc:docMk/>
            <pc:sldMk cId="1582420652" sldId="257"/>
            <ac:spMk id="4" creationId="{7A79CF97-31B3-41C2-A64F-E99DD7B1F12C}"/>
          </ac:spMkLst>
        </pc:spChg>
        <pc:spChg chg="mod">
          <ac:chgData name="Josh Reiss" userId="a90d6cd88c30b6c6" providerId="LiveId" clId="{1EB5B9CC-56AB-4736-AB05-E5472AF423D5}" dt="2021-05-19T16:01:36.174" v="100" actId="1076"/>
          <ac:spMkLst>
            <pc:docMk/>
            <pc:sldMk cId="1582420652" sldId="257"/>
            <ac:spMk id="5" creationId="{9E48C44B-FE42-49A8-8A7D-C048A696651C}"/>
          </ac:spMkLst>
        </pc:spChg>
        <pc:spChg chg="mod">
          <ac:chgData name="Josh Reiss" userId="a90d6cd88c30b6c6" providerId="LiveId" clId="{1EB5B9CC-56AB-4736-AB05-E5472AF423D5}" dt="2021-05-19T16:01:36.174" v="100" actId="1076"/>
          <ac:spMkLst>
            <pc:docMk/>
            <pc:sldMk cId="1582420652" sldId="257"/>
            <ac:spMk id="6" creationId="{37489C1F-E2B3-4960-9F89-5F73DB9CEB44}"/>
          </ac:spMkLst>
        </pc:spChg>
        <pc:spChg chg="mod">
          <ac:chgData name="Josh Reiss" userId="a90d6cd88c30b6c6" providerId="LiveId" clId="{1EB5B9CC-56AB-4736-AB05-E5472AF423D5}" dt="2021-05-19T16:01:36.174" v="100" actId="1076"/>
          <ac:spMkLst>
            <pc:docMk/>
            <pc:sldMk cId="1582420652" sldId="257"/>
            <ac:spMk id="7" creationId="{39A1FCAC-50DF-49C5-BE6D-56FE10FA2C47}"/>
          </ac:spMkLst>
        </pc:spChg>
        <pc:spChg chg="mod">
          <ac:chgData name="Josh Reiss" userId="a90d6cd88c30b6c6" providerId="LiveId" clId="{1EB5B9CC-56AB-4736-AB05-E5472AF423D5}" dt="2021-05-19T16:01:36.174" v="100" actId="1076"/>
          <ac:spMkLst>
            <pc:docMk/>
            <pc:sldMk cId="1582420652" sldId="257"/>
            <ac:spMk id="8" creationId="{1B554ED9-52A5-4144-8605-BC09A875C4D7}"/>
          </ac:spMkLst>
        </pc:spChg>
        <pc:cxnChg chg="mod">
          <ac:chgData name="Josh Reiss" userId="a90d6cd88c30b6c6" providerId="LiveId" clId="{1EB5B9CC-56AB-4736-AB05-E5472AF423D5}" dt="2021-05-19T16:01:36.174" v="100" actId="1076"/>
          <ac:cxnSpMkLst>
            <pc:docMk/>
            <pc:sldMk cId="1582420652" sldId="257"/>
            <ac:cxnSpMk id="10" creationId="{0819F297-DA48-4270-B759-2DCA0A379870}"/>
          </ac:cxnSpMkLst>
        </pc:cxnChg>
        <pc:cxnChg chg="mod">
          <ac:chgData name="Josh Reiss" userId="a90d6cd88c30b6c6" providerId="LiveId" clId="{1EB5B9CC-56AB-4736-AB05-E5472AF423D5}" dt="2021-05-19T16:01:36.174" v="100" actId="1076"/>
          <ac:cxnSpMkLst>
            <pc:docMk/>
            <pc:sldMk cId="1582420652" sldId="257"/>
            <ac:cxnSpMk id="13" creationId="{8D33BF42-94E8-4C5F-A5CC-736C1274A073}"/>
          </ac:cxnSpMkLst>
        </pc:cxnChg>
        <pc:cxnChg chg="add del mod">
          <ac:chgData name="Josh Reiss" userId="a90d6cd88c30b6c6" providerId="LiveId" clId="{1EB5B9CC-56AB-4736-AB05-E5472AF423D5}" dt="2021-05-19T15:56:30.113" v="17"/>
          <ac:cxnSpMkLst>
            <pc:docMk/>
            <pc:sldMk cId="1582420652" sldId="257"/>
            <ac:cxnSpMk id="14" creationId="{2CFC53EE-9EDF-4450-A6F5-57AF314C7909}"/>
          </ac:cxnSpMkLst>
        </pc:cxnChg>
        <pc:cxnChg chg="mod">
          <ac:chgData name="Josh Reiss" userId="a90d6cd88c30b6c6" providerId="LiveId" clId="{1EB5B9CC-56AB-4736-AB05-E5472AF423D5}" dt="2021-05-19T16:01:36.174" v="100" actId="1076"/>
          <ac:cxnSpMkLst>
            <pc:docMk/>
            <pc:sldMk cId="1582420652" sldId="257"/>
            <ac:cxnSpMk id="16" creationId="{E186FA5F-EF80-476C-9843-1931D13DF20E}"/>
          </ac:cxnSpMkLst>
        </pc:cxnChg>
        <pc:cxnChg chg="add del mod">
          <ac:chgData name="Josh Reiss" userId="a90d6cd88c30b6c6" providerId="LiveId" clId="{1EB5B9CC-56AB-4736-AB05-E5472AF423D5}" dt="2021-05-19T16:01:36.174" v="100" actId="1076"/>
          <ac:cxnSpMkLst>
            <pc:docMk/>
            <pc:sldMk cId="1582420652" sldId="257"/>
            <ac:cxnSpMk id="20" creationId="{D6D1D574-F11C-46FD-82B0-91BECF09FD04}"/>
          </ac:cxnSpMkLst>
        </pc:cxnChg>
        <pc:cxnChg chg="mod">
          <ac:chgData name="Josh Reiss" userId="a90d6cd88c30b6c6" providerId="LiveId" clId="{1EB5B9CC-56AB-4736-AB05-E5472AF423D5}" dt="2021-05-19T16:01:36.174" v="100" actId="1076"/>
          <ac:cxnSpMkLst>
            <pc:docMk/>
            <pc:sldMk cId="1582420652" sldId="257"/>
            <ac:cxnSpMk id="24" creationId="{9449CA9C-2DCA-4F92-9EA8-1A64D41C51BC}"/>
          </ac:cxnSpMkLst>
        </pc:cxnChg>
      </pc:sldChg>
      <pc:sldChg chg="addSp modSp new mod">
        <pc:chgData name="Josh Reiss" userId="a90d6cd88c30b6c6" providerId="LiveId" clId="{1EB5B9CC-56AB-4736-AB05-E5472AF423D5}" dt="2021-05-19T15:08:35.903" v="2" actId="1076"/>
        <pc:sldMkLst>
          <pc:docMk/>
          <pc:sldMk cId="1804348384" sldId="341"/>
        </pc:sldMkLst>
        <pc:spChg chg="mod">
          <ac:chgData name="Josh Reiss" userId="a90d6cd88c30b6c6" providerId="LiveId" clId="{1EB5B9CC-56AB-4736-AB05-E5472AF423D5}" dt="2021-05-19T15:08:33.092" v="1"/>
          <ac:spMkLst>
            <pc:docMk/>
            <pc:sldMk cId="1804348384" sldId="341"/>
            <ac:spMk id="5" creationId="{16F078F2-D27D-4F8C-9548-B01FAFF7D43E}"/>
          </ac:spMkLst>
        </pc:spChg>
        <pc:spChg chg="mod">
          <ac:chgData name="Josh Reiss" userId="a90d6cd88c30b6c6" providerId="LiveId" clId="{1EB5B9CC-56AB-4736-AB05-E5472AF423D5}" dt="2021-05-19T15:08:33.092" v="1"/>
          <ac:spMkLst>
            <pc:docMk/>
            <pc:sldMk cId="1804348384" sldId="341"/>
            <ac:spMk id="6" creationId="{D290214C-0801-490F-BC4E-1A49DDC221B2}"/>
          </ac:spMkLst>
        </pc:spChg>
        <pc:spChg chg="mod">
          <ac:chgData name="Josh Reiss" userId="a90d6cd88c30b6c6" providerId="LiveId" clId="{1EB5B9CC-56AB-4736-AB05-E5472AF423D5}" dt="2021-05-19T15:08:33.092" v="1"/>
          <ac:spMkLst>
            <pc:docMk/>
            <pc:sldMk cId="1804348384" sldId="341"/>
            <ac:spMk id="9" creationId="{B2DC78A0-B885-4836-989E-967B53659AAF}"/>
          </ac:spMkLst>
        </pc:spChg>
        <pc:spChg chg="mod">
          <ac:chgData name="Josh Reiss" userId="a90d6cd88c30b6c6" providerId="LiveId" clId="{1EB5B9CC-56AB-4736-AB05-E5472AF423D5}" dt="2021-05-19T15:08:33.092" v="1"/>
          <ac:spMkLst>
            <pc:docMk/>
            <pc:sldMk cId="1804348384" sldId="341"/>
            <ac:spMk id="10" creationId="{BC2BD01C-FC3C-4C17-85A4-A9A5C42EF5CF}"/>
          </ac:spMkLst>
        </pc:spChg>
        <pc:spChg chg="mod">
          <ac:chgData name="Josh Reiss" userId="a90d6cd88c30b6c6" providerId="LiveId" clId="{1EB5B9CC-56AB-4736-AB05-E5472AF423D5}" dt="2021-05-19T15:08:33.092" v="1"/>
          <ac:spMkLst>
            <pc:docMk/>
            <pc:sldMk cId="1804348384" sldId="341"/>
            <ac:spMk id="12" creationId="{B1D3FC70-A535-4CEF-9F3F-84C697EEFACE}"/>
          </ac:spMkLst>
        </pc:spChg>
        <pc:spChg chg="mod">
          <ac:chgData name="Josh Reiss" userId="a90d6cd88c30b6c6" providerId="LiveId" clId="{1EB5B9CC-56AB-4736-AB05-E5472AF423D5}" dt="2021-05-19T15:08:33.092" v="1"/>
          <ac:spMkLst>
            <pc:docMk/>
            <pc:sldMk cId="1804348384" sldId="341"/>
            <ac:spMk id="17" creationId="{3258127E-3AFD-494F-A3EE-D2727C557C8F}"/>
          </ac:spMkLst>
        </pc:spChg>
        <pc:spChg chg="mod">
          <ac:chgData name="Josh Reiss" userId="a90d6cd88c30b6c6" providerId="LiveId" clId="{1EB5B9CC-56AB-4736-AB05-E5472AF423D5}" dt="2021-05-19T15:08:33.092" v="1"/>
          <ac:spMkLst>
            <pc:docMk/>
            <pc:sldMk cId="1804348384" sldId="341"/>
            <ac:spMk id="18" creationId="{51166597-D23E-4E0F-8819-9E0483D6435F}"/>
          </ac:spMkLst>
        </pc:spChg>
        <pc:spChg chg="mod">
          <ac:chgData name="Josh Reiss" userId="a90d6cd88c30b6c6" providerId="LiveId" clId="{1EB5B9CC-56AB-4736-AB05-E5472AF423D5}" dt="2021-05-19T15:08:33.092" v="1"/>
          <ac:spMkLst>
            <pc:docMk/>
            <pc:sldMk cId="1804348384" sldId="341"/>
            <ac:spMk id="24" creationId="{5E4E3980-E8BC-4F46-A932-6F15360CDC46}"/>
          </ac:spMkLst>
        </pc:spChg>
        <pc:spChg chg="mod">
          <ac:chgData name="Josh Reiss" userId="a90d6cd88c30b6c6" providerId="LiveId" clId="{1EB5B9CC-56AB-4736-AB05-E5472AF423D5}" dt="2021-05-19T15:08:33.092" v="1"/>
          <ac:spMkLst>
            <pc:docMk/>
            <pc:sldMk cId="1804348384" sldId="341"/>
            <ac:spMk id="25" creationId="{0CCA90BE-6412-4AB8-8180-B2902C53EDDE}"/>
          </ac:spMkLst>
        </pc:spChg>
        <pc:spChg chg="mod">
          <ac:chgData name="Josh Reiss" userId="a90d6cd88c30b6c6" providerId="LiveId" clId="{1EB5B9CC-56AB-4736-AB05-E5472AF423D5}" dt="2021-05-19T15:08:33.092" v="1"/>
          <ac:spMkLst>
            <pc:docMk/>
            <pc:sldMk cId="1804348384" sldId="341"/>
            <ac:spMk id="27" creationId="{7906B6B5-CCBD-4B0D-A5F8-79A46D8C4186}"/>
          </ac:spMkLst>
        </pc:spChg>
        <pc:spChg chg="mod">
          <ac:chgData name="Josh Reiss" userId="a90d6cd88c30b6c6" providerId="LiveId" clId="{1EB5B9CC-56AB-4736-AB05-E5472AF423D5}" dt="2021-05-19T15:08:33.092" v="1"/>
          <ac:spMkLst>
            <pc:docMk/>
            <pc:sldMk cId="1804348384" sldId="341"/>
            <ac:spMk id="28" creationId="{DCF07BE2-AFB7-47CD-9175-CA26CF0E4F43}"/>
          </ac:spMkLst>
        </pc:spChg>
        <pc:grpChg chg="add mod">
          <ac:chgData name="Josh Reiss" userId="a90d6cd88c30b6c6" providerId="LiveId" clId="{1EB5B9CC-56AB-4736-AB05-E5472AF423D5}" dt="2021-05-19T15:08:35.903" v="2" actId="1076"/>
          <ac:grpSpMkLst>
            <pc:docMk/>
            <pc:sldMk cId="1804348384" sldId="341"/>
            <ac:grpSpMk id="4" creationId="{022BD31F-26F6-416D-A543-E67ED74CA752}"/>
          </ac:grpSpMkLst>
        </pc:grpChg>
        <pc:grpChg chg="mod">
          <ac:chgData name="Josh Reiss" userId="a90d6cd88c30b6c6" providerId="LiveId" clId="{1EB5B9CC-56AB-4736-AB05-E5472AF423D5}" dt="2021-05-19T15:08:33.092" v="1"/>
          <ac:grpSpMkLst>
            <pc:docMk/>
            <pc:sldMk cId="1804348384" sldId="341"/>
            <ac:grpSpMk id="21" creationId="{70B2698F-6DB1-44B6-98C7-3334DC805D3E}"/>
          </ac:grpSpMkLst>
        </pc:grpChg>
        <pc:cxnChg chg="mod">
          <ac:chgData name="Josh Reiss" userId="a90d6cd88c30b6c6" providerId="LiveId" clId="{1EB5B9CC-56AB-4736-AB05-E5472AF423D5}" dt="2021-05-19T15:08:33.092" v="1"/>
          <ac:cxnSpMkLst>
            <pc:docMk/>
            <pc:sldMk cId="1804348384" sldId="341"/>
            <ac:cxnSpMk id="7" creationId="{CB9400F1-F4DF-45D9-B0B6-E81A141215B7}"/>
          </ac:cxnSpMkLst>
        </pc:cxnChg>
        <pc:cxnChg chg="mod">
          <ac:chgData name="Josh Reiss" userId="a90d6cd88c30b6c6" providerId="LiveId" clId="{1EB5B9CC-56AB-4736-AB05-E5472AF423D5}" dt="2021-05-19T15:08:33.092" v="1"/>
          <ac:cxnSpMkLst>
            <pc:docMk/>
            <pc:sldMk cId="1804348384" sldId="341"/>
            <ac:cxnSpMk id="8" creationId="{F94CA188-EEDB-4C4B-AA12-538F78CA4E68}"/>
          </ac:cxnSpMkLst>
        </pc:cxnChg>
        <pc:cxnChg chg="mod">
          <ac:chgData name="Josh Reiss" userId="a90d6cd88c30b6c6" providerId="LiveId" clId="{1EB5B9CC-56AB-4736-AB05-E5472AF423D5}" dt="2021-05-19T15:08:33.092" v="1"/>
          <ac:cxnSpMkLst>
            <pc:docMk/>
            <pc:sldMk cId="1804348384" sldId="341"/>
            <ac:cxnSpMk id="11" creationId="{D1940105-6FE2-43A5-8734-4A3C65B3A79C}"/>
          </ac:cxnSpMkLst>
        </pc:cxnChg>
        <pc:cxnChg chg="mod">
          <ac:chgData name="Josh Reiss" userId="a90d6cd88c30b6c6" providerId="LiveId" clId="{1EB5B9CC-56AB-4736-AB05-E5472AF423D5}" dt="2021-05-19T15:08:33.092" v="1"/>
          <ac:cxnSpMkLst>
            <pc:docMk/>
            <pc:sldMk cId="1804348384" sldId="341"/>
            <ac:cxnSpMk id="13" creationId="{19726DBA-E269-4512-A49F-CC91103EDB68}"/>
          </ac:cxnSpMkLst>
        </pc:cxnChg>
        <pc:cxnChg chg="mod">
          <ac:chgData name="Josh Reiss" userId="a90d6cd88c30b6c6" providerId="LiveId" clId="{1EB5B9CC-56AB-4736-AB05-E5472AF423D5}" dt="2021-05-19T15:08:33.092" v="1"/>
          <ac:cxnSpMkLst>
            <pc:docMk/>
            <pc:sldMk cId="1804348384" sldId="341"/>
            <ac:cxnSpMk id="14" creationId="{C0A2C704-D50E-4575-AB8B-2214E0039577}"/>
          </ac:cxnSpMkLst>
        </pc:cxnChg>
        <pc:cxnChg chg="mod">
          <ac:chgData name="Josh Reiss" userId="a90d6cd88c30b6c6" providerId="LiveId" clId="{1EB5B9CC-56AB-4736-AB05-E5472AF423D5}" dt="2021-05-19T15:08:33.092" v="1"/>
          <ac:cxnSpMkLst>
            <pc:docMk/>
            <pc:sldMk cId="1804348384" sldId="341"/>
            <ac:cxnSpMk id="15" creationId="{BCE14A01-35A3-464D-8094-82F17638CA74}"/>
          </ac:cxnSpMkLst>
        </pc:cxnChg>
        <pc:cxnChg chg="mod">
          <ac:chgData name="Josh Reiss" userId="a90d6cd88c30b6c6" providerId="LiveId" clId="{1EB5B9CC-56AB-4736-AB05-E5472AF423D5}" dt="2021-05-19T15:08:33.092" v="1"/>
          <ac:cxnSpMkLst>
            <pc:docMk/>
            <pc:sldMk cId="1804348384" sldId="341"/>
            <ac:cxnSpMk id="16" creationId="{F5B5276E-47EE-4862-8C9D-48098C4AFD89}"/>
          </ac:cxnSpMkLst>
        </pc:cxnChg>
        <pc:cxnChg chg="mod">
          <ac:chgData name="Josh Reiss" userId="a90d6cd88c30b6c6" providerId="LiveId" clId="{1EB5B9CC-56AB-4736-AB05-E5472AF423D5}" dt="2021-05-19T15:08:33.092" v="1"/>
          <ac:cxnSpMkLst>
            <pc:docMk/>
            <pc:sldMk cId="1804348384" sldId="341"/>
            <ac:cxnSpMk id="19" creationId="{17092813-3A0D-4663-B49B-EE68D14A3D85}"/>
          </ac:cxnSpMkLst>
        </pc:cxnChg>
        <pc:cxnChg chg="mod">
          <ac:chgData name="Josh Reiss" userId="a90d6cd88c30b6c6" providerId="LiveId" clId="{1EB5B9CC-56AB-4736-AB05-E5472AF423D5}" dt="2021-05-19T15:08:33.092" v="1"/>
          <ac:cxnSpMkLst>
            <pc:docMk/>
            <pc:sldMk cId="1804348384" sldId="341"/>
            <ac:cxnSpMk id="20" creationId="{7A80F184-9635-4793-BFF0-190D59D1A8EA}"/>
          </ac:cxnSpMkLst>
        </pc:cxnChg>
        <pc:cxnChg chg="mod">
          <ac:chgData name="Josh Reiss" userId="a90d6cd88c30b6c6" providerId="LiveId" clId="{1EB5B9CC-56AB-4736-AB05-E5472AF423D5}" dt="2021-05-19T15:08:33.092" v="1"/>
          <ac:cxnSpMkLst>
            <pc:docMk/>
            <pc:sldMk cId="1804348384" sldId="341"/>
            <ac:cxnSpMk id="22" creationId="{1390F1D6-FF98-4235-9280-54417690FE01}"/>
          </ac:cxnSpMkLst>
        </pc:cxnChg>
        <pc:cxnChg chg="mod">
          <ac:chgData name="Josh Reiss" userId="a90d6cd88c30b6c6" providerId="LiveId" clId="{1EB5B9CC-56AB-4736-AB05-E5472AF423D5}" dt="2021-05-19T15:08:33.092" v="1"/>
          <ac:cxnSpMkLst>
            <pc:docMk/>
            <pc:sldMk cId="1804348384" sldId="341"/>
            <ac:cxnSpMk id="23" creationId="{4146DDEC-17B2-486E-9BE8-20066BAE37D8}"/>
          </ac:cxnSpMkLst>
        </pc:cxnChg>
        <pc:cxnChg chg="mod">
          <ac:chgData name="Josh Reiss" userId="a90d6cd88c30b6c6" providerId="LiveId" clId="{1EB5B9CC-56AB-4736-AB05-E5472AF423D5}" dt="2021-05-19T15:08:33.092" v="1"/>
          <ac:cxnSpMkLst>
            <pc:docMk/>
            <pc:sldMk cId="1804348384" sldId="341"/>
            <ac:cxnSpMk id="26" creationId="{AE8B698A-021A-4B48-ABB5-7777480EF9B3}"/>
          </ac:cxnSpMkLst>
        </pc:cxnChg>
      </pc:sldChg>
    </pc:docChg>
  </pc:docChgLst>
  <pc:docChgLst>
    <pc:chgData name="Josh Reiss" userId="a90d6cd88c30b6c6" providerId="LiveId" clId="{6D63CEA9-622C-4A32-9FB2-D76C703A2C65}"/>
    <pc:docChg chg="undo custSel delSld modSld">
      <pc:chgData name="Josh Reiss" userId="a90d6cd88c30b6c6" providerId="LiveId" clId="{6D63CEA9-622C-4A32-9FB2-D76C703A2C65}" dt="2022-03-17T10:47:32.036" v="11" actId="1076"/>
      <pc:docMkLst>
        <pc:docMk/>
      </pc:docMkLst>
      <pc:sldChg chg="del">
        <pc:chgData name="Josh Reiss" userId="a90d6cd88c30b6c6" providerId="LiveId" clId="{6D63CEA9-622C-4A32-9FB2-D76C703A2C65}" dt="2022-03-17T10:31:34.485" v="10" actId="47"/>
        <pc:sldMkLst>
          <pc:docMk/>
          <pc:sldMk cId="3716683099" sldId="258"/>
        </pc:sldMkLst>
      </pc:sldChg>
      <pc:sldChg chg="del">
        <pc:chgData name="Josh Reiss" userId="a90d6cd88c30b6c6" providerId="LiveId" clId="{6D63CEA9-622C-4A32-9FB2-D76C703A2C65}" dt="2022-03-17T10:31:34.485" v="10" actId="47"/>
        <pc:sldMkLst>
          <pc:docMk/>
          <pc:sldMk cId="722391171" sldId="259"/>
        </pc:sldMkLst>
      </pc:sldChg>
      <pc:sldChg chg="del">
        <pc:chgData name="Josh Reiss" userId="a90d6cd88c30b6c6" providerId="LiveId" clId="{6D63CEA9-622C-4A32-9FB2-D76C703A2C65}" dt="2022-03-17T10:31:34.485" v="10" actId="47"/>
        <pc:sldMkLst>
          <pc:docMk/>
          <pc:sldMk cId="2919578433" sldId="260"/>
        </pc:sldMkLst>
      </pc:sldChg>
      <pc:sldChg chg="del">
        <pc:chgData name="Josh Reiss" userId="a90d6cd88c30b6c6" providerId="LiveId" clId="{6D63CEA9-622C-4A32-9FB2-D76C703A2C65}" dt="2022-03-17T10:31:34.485" v="10" actId="47"/>
        <pc:sldMkLst>
          <pc:docMk/>
          <pc:sldMk cId="2879517915" sldId="273"/>
        </pc:sldMkLst>
      </pc:sldChg>
      <pc:sldChg chg="del">
        <pc:chgData name="Josh Reiss" userId="a90d6cd88c30b6c6" providerId="LiveId" clId="{6D63CEA9-622C-4A32-9FB2-D76C703A2C65}" dt="2022-03-17T10:30:49.536" v="9" actId="47"/>
        <pc:sldMkLst>
          <pc:docMk/>
          <pc:sldMk cId="90723974" sldId="278"/>
        </pc:sldMkLst>
      </pc:sldChg>
      <pc:sldChg chg="del">
        <pc:chgData name="Josh Reiss" userId="a90d6cd88c30b6c6" providerId="LiveId" clId="{6D63CEA9-622C-4A32-9FB2-D76C703A2C65}" dt="2022-03-17T10:30:49.536" v="9" actId="47"/>
        <pc:sldMkLst>
          <pc:docMk/>
          <pc:sldMk cId="672736832" sldId="340"/>
        </pc:sldMkLst>
      </pc:sldChg>
      <pc:sldChg chg="modSp mod">
        <pc:chgData name="Josh Reiss" userId="a90d6cd88c30b6c6" providerId="LiveId" clId="{6D63CEA9-622C-4A32-9FB2-D76C703A2C65}" dt="2022-03-17T10:29:51.713" v="3" actId="403"/>
        <pc:sldMkLst>
          <pc:docMk/>
          <pc:sldMk cId="2688241578" sldId="342"/>
        </pc:sldMkLst>
        <pc:spChg chg="mod">
          <ac:chgData name="Josh Reiss" userId="a90d6cd88c30b6c6" providerId="LiveId" clId="{6D63CEA9-622C-4A32-9FB2-D76C703A2C65}" dt="2022-03-17T10:29:51.713" v="3" actId="403"/>
          <ac:spMkLst>
            <pc:docMk/>
            <pc:sldMk cId="2688241578" sldId="342"/>
            <ac:spMk id="3" creationId="{2AB7AB1B-DA52-4461-AD47-BC417E4E75DB}"/>
          </ac:spMkLst>
        </pc:spChg>
      </pc:sldChg>
      <pc:sldChg chg="modSp mod">
        <pc:chgData name="Josh Reiss" userId="a90d6cd88c30b6c6" providerId="LiveId" clId="{6D63CEA9-622C-4A32-9FB2-D76C703A2C65}" dt="2022-03-17T10:30:41.564" v="8" actId="207"/>
        <pc:sldMkLst>
          <pc:docMk/>
          <pc:sldMk cId="1229554816" sldId="343"/>
        </pc:sldMkLst>
        <pc:spChg chg="mod">
          <ac:chgData name="Josh Reiss" userId="a90d6cd88c30b6c6" providerId="LiveId" clId="{6D63CEA9-622C-4A32-9FB2-D76C703A2C65}" dt="2022-03-17T10:30:41.564" v="8" actId="207"/>
          <ac:spMkLst>
            <pc:docMk/>
            <pc:sldMk cId="1229554816" sldId="343"/>
            <ac:spMk id="3" creationId="{C82C490A-692F-4B28-BF4C-70860E4FABB8}"/>
          </ac:spMkLst>
        </pc:spChg>
      </pc:sldChg>
      <pc:sldChg chg="del">
        <pc:chgData name="Josh Reiss" userId="a90d6cd88c30b6c6" providerId="LiveId" clId="{6D63CEA9-622C-4A32-9FB2-D76C703A2C65}" dt="2022-03-17T10:31:34.485" v="10" actId="47"/>
        <pc:sldMkLst>
          <pc:docMk/>
          <pc:sldMk cId="1585101445" sldId="344"/>
        </pc:sldMkLst>
      </pc:sldChg>
      <pc:sldChg chg="del">
        <pc:chgData name="Josh Reiss" userId="a90d6cd88c30b6c6" providerId="LiveId" clId="{6D63CEA9-622C-4A32-9FB2-D76C703A2C65}" dt="2022-03-17T10:31:34.485" v="10" actId="47"/>
        <pc:sldMkLst>
          <pc:docMk/>
          <pc:sldMk cId="811557432" sldId="345"/>
        </pc:sldMkLst>
      </pc:sldChg>
      <pc:sldChg chg="del">
        <pc:chgData name="Josh Reiss" userId="a90d6cd88c30b6c6" providerId="LiveId" clId="{6D63CEA9-622C-4A32-9FB2-D76C703A2C65}" dt="2022-03-17T10:31:34.485" v="10" actId="47"/>
        <pc:sldMkLst>
          <pc:docMk/>
          <pc:sldMk cId="4234576827" sldId="349"/>
        </pc:sldMkLst>
      </pc:sldChg>
      <pc:sldChg chg="modSp mod">
        <pc:chgData name="Josh Reiss" userId="a90d6cd88c30b6c6" providerId="LiveId" clId="{6D63CEA9-622C-4A32-9FB2-D76C703A2C65}" dt="2022-03-17T10:47:32.036" v="11" actId="1076"/>
        <pc:sldMkLst>
          <pc:docMk/>
          <pc:sldMk cId="3345964499" sldId="350"/>
        </pc:sldMkLst>
        <pc:spChg chg="mod">
          <ac:chgData name="Josh Reiss" userId="a90d6cd88c30b6c6" providerId="LiveId" clId="{6D63CEA9-622C-4A32-9FB2-D76C703A2C65}" dt="2022-03-17T10:47:32.036" v="11" actId="1076"/>
          <ac:spMkLst>
            <pc:docMk/>
            <pc:sldMk cId="3345964499" sldId="350"/>
            <ac:spMk id="6" creationId="{00000000-0000-0000-0000-000000000000}"/>
          </ac:spMkLst>
        </pc:spChg>
      </pc:sldChg>
    </pc:docChg>
  </pc:docChgLst>
  <pc:docChgLst>
    <pc:chgData name="Josh Reiss" userId="a90d6cd88c30b6c6" providerId="LiveId" clId="{3B0D2C36-4565-4653-8878-580956ACA3E0}"/>
    <pc:docChg chg="undo custSel addSld modSld">
      <pc:chgData name="Josh Reiss" userId="a90d6cd88c30b6c6" providerId="LiveId" clId="{3B0D2C36-4565-4653-8878-580956ACA3E0}" dt="2022-03-17T10:27:19.133" v="1110" actId="1036"/>
      <pc:docMkLst>
        <pc:docMk/>
      </pc:docMkLst>
      <pc:sldChg chg="modSp mod">
        <pc:chgData name="Josh Reiss" userId="a90d6cd88c30b6c6" providerId="LiveId" clId="{3B0D2C36-4565-4653-8878-580956ACA3E0}" dt="2022-03-17T07:28:56.658" v="110" actId="6549"/>
        <pc:sldMkLst>
          <pc:docMk/>
          <pc:sldMk cId="1229554816" sldId="343"/>
        </pc:sldMkLst>
        <pc:spChg chg="mod">
          <ac:chgData name="Josh Reiss" userId="a90d6cd88c30b6c6" providerId="LiveId" clId="{3B0D2C36-4565-4653-8878-580956ACA3E0}" dt="2022-03-17T07:28:56.658" v="110" actId="6549"/>
          <ac:spMkLst>
            <pc:docMk/>
            <pc:sldMk cId="1229554816" sldId="343"/>
            <ac:spMk id="3" creationId="{C82C490A-692F-4B28-BF4C-70860E4FABB8}"/>
          </ac:spMkLst>
        </pc:spChg>
      </pc:sldChg>
      <pc:sldChg chg="modSp new mod modNotesTx">
        <pc:chgData name="Josh Reiss" userId="a90d6cd88c30b6c6" providerId="LiveId" clId="{3B0D2C36-4565-4653-8878-580956ACA3E0}" dt="2022-03-17T07:33:16.717" v="154" actId="14100"/>
        <pc:sldMkLst>
          <pc:docMk/>
          <pc:sldMk cId="1491171525" sldId="346"/>
        </pc:sldMkLst>
        <pc:spChg chg="mod">
          <ac:chgData name="Josh Reiss" userId="a90d6cd88c30b6c6" providerId="LiveId" clId="{3B0D2C36-4565-4653-8878-580956ACA3E0}" dt="2022-03-15T14:28:30.204" v="21" actId="14100"/>
          <ac:spMkLst>
            <pc:docMk/>
            <pc:sldMk cId="1491171525" sldId="346"/>
            <ac:spMk id="2" creationId="{498F5842-8099-41E0-8EE7-3C21CA98813F}"/>
          </ac:spMkLst>
        </pc:spChg>
        <pc:spChg chg="mod">
          <ac:chgData name="Josh Reiss" userId="a90d6cd88c30b6c6" providerId="LiveId" clId="{3B0D2C36-4565-4653-8878-580956ACA3E0}" dt="2022-03-17T07:33:16.717" v="154" actId="14100"/>
          <ac:spMkLst>
            <pc:docMk/>
            <pc:sldMk cId="1491171525" sldId="346"/>
            <ac:spMk id="3" creationId="{48880E21-C7EF-4B1B-9C68-7D64855CA6AC}"/>
          </ac:spMkLst>
        </pc:spChg>
      </pc:sldChg>
      <pc:sldChg chg="modSp add mod modNotesTx">
        <pc:chgData name="Josh Reiss" userId="a90d6cd88c30b6c6" providerId="LiveId" clId="{3B0D2C36-4565-4653-8878-580956ACA3E0}" dt="2022-03-17T07:49:31.603" v="304" actId="6549"/>
        <pc:sldMkLst>
          <pc:docMk/>
          <pc:sldMk cId="1132399524" sldId="347"/>
        </pc:sldMkLst>
        <pc:spChg chg="mod">
          <ac:chgData name="Josh Reiss" userId="a90d6cd88c30b6c6" providerId="LiveId" clId="{3B0D2C36-4565-4653-8878-580956ACA3E0}" dt="2022-03-15T14:30:52.837" v="60" actId="20577"/>
          <ac:spMkLst>
            <pc:docMk/>
            <pc:sldMk cId="1132399524" sldId="347"/>
            <ac:spMk id="2" creationId="{498F5842-8099-41E0-8EE7-3C21CA98813F}"/>
          </ac:spMkLst>
        </pc:spChg>
        <pc:spChg chg="mod">
          <ac:chgData name="Josh Reiss" userId="a90d6cd88c30b6c6" providerId="LiveId" clId="{3B0D2C36-4565-4653-8878-580956ACA3E0}" dt="2022-03-17T07:49:31.603" v="304" actId="6549"/>
          <ac:spMkLst>
            <pc:docMk/>
            <pc:sldMk cId="1132399524" sldId="347"/>
            <ac:spMk id="3" creationId="{48880E21-C7EF-4B1B-9C68-7D64855CA6AC}"/>
          </ac:spMkLst>
        </pc:spChg>
      </pc:sldChg>
      <pc:sldChg chg="modSp add mod">
        <pc:chgData name="Josh Reiss" userId="a90d6cd88c30b6c6" providerId="LiveId" clId="{3B0D2C36-4565-4653-8878-580956ACA3E0}" dt="2022-03-17T10:18:03.058" v="722" actId="20577"/>
        <pc:sldMkLst>
          <pc:docMk/>
          <pc:sldMk cId="2969670582" sldId="348"/>
        </pc:sldMkLst>
        <pc:spChg chg="mod">
          <ac:chgData name="Josh Reiss" userId="a90d6cd88c30b6c6" providerId="LiveId" clId="{3B0D2C36-4565-4653-8878-580956ACA3E0}" dt="2022-03-17T07:50:16.977" v="331" actId="20577"/>
          <ac:spMkLst>
            <pc:docMk/>
            <pc:sldMk cId="2969670582" sldId="348"/>
            <ac:spMk id="2" creationId="{498F5842-8099-41E0-8EE7-3C21CA98813F}"/>
          </ac:spMkLst>
        </pc:spChg>
        <pc:spChg chg="mod">
          <ac:chgData name="Josh Reiss" userId="a90d6cd88c30b6c6" providerId="LiveId" clId="{3B0D2C36-4565-4653-8878-580956ACA3E0}" dt="2022-03-17T10:18:03.058" v="722" actId="20577"/>
          <ac:spMkLst>
            <pc:docMk/>
            <pc:sldMk cId="2969670582" sldId="348"/>
            <ac:spMk id="3" creationId="{48880E21-C7EF-4B1B-9C68-7D64855CA6AC}"/>
          </ac:spMkLst>
        </pc:spChg>
      </pc:sldChg>
      <pc:sldChg chg="new">
        <pc:chgData name="Josh Reiss" userId="a90d6cd88c30b6c6" providerId="LiveId" clId="{3B0D2C36-4565-4653-8878-580956ACA3E0}" dt="2022-03-17T09:52:05.091" v="533" actId="680"/>
        <pc:sldMkLst>
          <pc:docMk/>
          <pc:sldMk cId="4234576827" sldId="349"/>
        </pc:sldMkLst>
      </pc:sldChg>
      <pc:sldChg chg="addSp delSp modSp add mod">
        <pc:chgData name="Josh Reiss" userId="a90d6cd88c30b6c6" providerId="LiveId" clId="{3B0D2C36-4565-4653-8878-580956ACA3E0}" dt="2022-03-17T10:27:19.133" v="1110" actId="1036"/>
        <pc:sldMkLst>
          <pc:docMk/>
          <pc:sldMk cId="3345964499" sldId="350"/>
        </pc:sldMkLst>
        <pc:spChg chg="mod">
          <ac:chgData name="Josh Reiss" userId="a90d6cd88c30b6c6" providerId="LiveId" clId="{3B0D2C36-4565-4653-8878-580956ACA3E0}" dt="2022-03-17T10:26:52.024" v="1082" actId="14100"/>
          <ac:spMkLst>
            <pc:docMk/>
            <pc:sldMk cId="3345964499" sldId="350"/>
            <ac:spMk id="2" creationId="{00000000-0000-0000-0000-000000000000}"/>
          </ac:spMkLst>
        </pc:spChg>
        <pc:spChg chg="mod">
          <ac:chgData name="Josh Reiss" userId="a90d6cd88c30b6c6" providerId="LiveId" clId="{3B0D2C36-4565-4653-8878-580956ACA3E0}" dt="2022-03-17T10:08:20.941" v="546" actId="20577"/>
          <ac:spMkLst>
            <pc:docMk/>
            <pc:sldMk cId="3345964499" sldId="350"/>
            <ac:spMk id="6" creationId="{00000000-0000-0000-0000-000000000000}"/>
          </ac:spMkLst>
        </pc:spChg>
        <pc:spChg chg="mod">
          <ac:chgData name="Josh Reiss" userId="a90d6cd88c30b6c6" providerId="LiveId" clId="{3B0D2C36-4565-4653-8878-580956ACA3E0}" dt="2022-03-17T10:23:49.377" v="949" actId="1076"/>
          <ac:spMkLst>
            <pc:docMk/>
            <pc:sldMk cId="3345964499" sldId="350"/>
            <ac:spMk id="7" creationId="{00000000-0000-0000-0000-000000000000}"/>
          </ac:spMkLst>
        </pc:spChg>
        <pc:spChg chg="add del">
          <ac:chgData name="Josh Reiss" userId="a90d6cd88c30b6c6" providerId="LiveId" clId="{3B0D2C36-4565-4653-8878-580956ACA3E0}" dt="2022-03-17T10:19:10.731" v="775" actId="478"/>
          <ac:spMkLst>
            <pc:docMk/>
            <pc:sldMk cId="3345964499" sldId="350"/>
            <ac:spMk id="8" creationId="{7AA6782D-8F72-4CC4-A43D-DC82A6F0A6E0}"/>
          </ac:spMkLst>
        </pc:spChg>
        <pc:spChg chg="add mod">
          <ac:chgData name="Josh Reiss" userId="a90d6cd88c30b6c6" providerId="LiveId" clId="{3B0D2C36-4565-4653-8878-580956ACA3E0}" dt="2022-03-17T10:27:19.133" v="1110" actId="1036"/>
          <ac:spMkLst>
            <pc:docMk/>
            <pc:sldMk cId="3345964499" sldId="350"/>
            <ac:spMk id="17" creationId="{672CE15E-1183-4CB0-8FED-051DE02B6F8D}"/>
          </ac:spMkLst>
        </pc:spChg>
        <pc:spChg chg="mod">
          <ac:chgData name="Josh Reiss" userId="a90d6cd88c30b6c6" providerId="LiveId" clId="{3B0D2C36-4565-4653-8878-580956ACA3E0}" dt="2022-03-17T10:17:16.728" v="708"/>
          <ac:spMkLst>
            <pc:docMk/>
            <pc:sldMk cId="3345964499" sldId="350"/>
            <ac:spMk id="19" creationId="{F26AC600-5387-48AB-8CA5-EC2B8566538D}"/>
          </ac:spMkLst>
        </pc:spChg>
        <pc:spChg chg="mod">
          <ac:chgData name="Josh Reiss" userId="a90d6cd88c30b6c6" providerId="LiveId" clId="{3B0D2C36-4565-4653-8878-580956ACA3E0}" dt="2022-03-17T10:17:16.728" v="708"/>
          <ac:spMkLst>
            <pc:docMk/>
            <pc:sldMk cId="3345964499" sldId="350"/>
            <ac:spMk id="20" creationId="{F0D9FADD-84EE-446F-AC23-36EB2B335DBB}"/>
          </ac:spMkLst>
        </pc:spChg>
        <pc:spChg chg="mod">
          <ac:chgData name="Josh Reiss" userId="a90d6cd88c30b6c6" providerId="LiveId" clId="{3B0D2C36-4565-4653-8878-580956ACA3E0}" dt="2022-03-17T10:17:16.728" v="708"/>
          <ac:spMkLst>
            <pc:docMk/>
            <pc:sldMk cId="3345964499" sldId="350"/>
            <ac:spMk id="21" creationId="{48224466-230D-4F65-BD71-3187A7D616F4}"/>
          </ac:spMkLst>
        </pc:spChg>
        <pc:spChg chg="mod">
          <ac:chgData name="Josh Reiss" userId="a90d6cd88c30b6c6" providerId="LiveId" clId="{3B0D2C36-4565-4653-8878-580956ACA3E0}" dt="2022-03-17T10:17:16.728" v="708"/>
          <ac:spMkLst>
            <pc:docMk/>
            <pc:sldMk cId="3345964499" sldId="350"/>
            <ac:spMk id="22" creationId="{910C7C15-3F98-4D64-9A40-8188EDE4BD9C}"/>
          </ac:spMkLst>
        </pc:spChg>
        <pc:spChg chg="del mod topLvl">
          <ac:chgData name="Josh Reiss" userId="a90d6cd88c30b6c6" providerId="LiveId" clId="{3B0D2C36-4565-4653-8878-580956ACA3E0}" dt="2022-03-17T10:21:35.830" v="855" actId="478"/>
          <ac:spMkLst>
            <pc:docMk/>
            <pc:sldMk cId="3345964499" sldId="350"/>
            <ac:spMk id="27" creationId="{9EB151BD-25D5-4F50-83E8-2C6AD46275CD}"/>
          </ac:spMkLst>
        </pc:spChg>
        <pc:spChg chg="mod topLvl">
          <ac:chgData name="Josh Reiss" userId="a90d6cd88c30b6c6" providerId="LiveId" clId="{3B0D2C36-4565-4653-8878-580956ACA3E0}" dt="2022-03-17T10:27:19.133" v="1110" actId="1036"/>
          <ac:spMkLst>
            <pc:docMk/>
            <pc:sldMk cId="3345964499" sldId="350"/>
            <ac:spMk id="28" creationId="{5D102C73-8150-4EC4-9304-421D13B3B945}"/>
          </ac:spMkLst>
        </pc:spChg>
        <pc:spChg chg="mod topLvl">
          <ac:chgData name="Josh Reiss" userId="a90d6cd88c30b6c6" providerId="LiveId" clId="{3B0D2C36-4565-4653-8878-580956ACA3E0}" dt="2022-03-17T10:27:19.133" v="1110" actId="1036"/>
          <ac:spMkLst>
            <pc:docMk/>
            <pc:sldMk cId="3345964499" sldId="350"/>
            <ac:spMk id="31" creationId="{512B2082-2374-435A-839A-B4927B49D6BA}"/>
          </ac:spMkLst>
        </pc:spChg>
        <pc:spChg chg="del">
          <ac:chgData name="Josh Reiss" userId="a90d6cd88c30b6c6" providerId="LiveId" clId="{3B0D2C36-4565-4653-8878-580956ACA3E0}" dt="2022-03-17T10:16:46.877" v="700" actId="21"/>
          <ac:spMkLst>
            <pc:docMk/>
            <pc:sldMk cId="3345964499" sldId="350"/>
            <ac:spMk id="32" creationId="{7F3D6DD7-8857-438E-9EF0-01CAF3A40F59}"/>
          </ac:spMkLst>
        </pc:spChg>
        <pc:spChg chg="mod topLvl">
          <ac:chgData name="Josh Reiss" userId="a90d6cd88c30b6c6" providerId="LiveId" clId="{3B0D2C36-4565-4653-8878-580956ACA3E0}" dt="2022-03-17T10:27:19.133" v="1110" actId="1036"/>
          <ac:spMkLst>
            <pc:docMk/>
            <pc:sldMk cId="3345964499" sldId="350"/>
            <ac:spMk id="33" creationId="{D78E52A5-2653-414D-98C7-4108D0F97C1B}"/>
          </ac:spMkLst>
        </pc:spChg>
        <pc:spChg chg="mod">
          <ac:chgData name="Josh Reiss" userId="a90d6cd88c30b6c6" providerId="LiveId" clId="{3B0D2C36-4565-4653-8878-580956ACA3E0}" dt="2022-03-17T10:23:54.285" v="950" actId="1076"/>
          <ac:spMkLst>
            <pc:docMk/>
            <pc:sldMk cId="3345964499" sldId="350"/>
            <ac:spMk id="39" creationId="{98483EFA-3531-45C8-B08F-16550CAF8E08}"/>
          </ac:spMkLst>
        </pc:spChg>
        <pc:spChg chg="add mod">
          <ac:chgData name="Josh Reiss" userId="a90d6cd88c30b6c6" providerId="LiveId" clId="{3B0D2C36-4565-4653-8878-580956ACA3E0}" dt="2022-03-17T10:27:19.133" v="1110" actId="1036"/>
          <ac:spMkLst>
            <pc:docMk/>
            <pc:sldMk cId="3345964499" sldId="350"/>
            <ac:spMk id="40" creationId="{5ECA9959-606A-4A85-847D-912C9A44678E}"/>
          </ac:spMkLst>
        </pc:spChg>
        <pc:grpChg chg="add del mod">
          <ac:chgData name="Josh Reiss" userId="a90d6cd88c30b6c6" providerId="LiveId" clId="{3B0D2C36-4565-4653-8878-580956ACA3E0}" dt="2022-03-17T10:17:18.158" v="709"/>
          <ac:grpSpMkLst>
            <pc:docMk/>
            <pc:sldMk cId="3345964499" sldId="350"/>
            <ac:grpSpMk id="18" creationId="{DC42DAAC-F434-4A4C-AA20-1AA02979528E}"/>
          </ac:grpSpMkLst>
        </pc:grpChg>
        <pc:grpChg chg="del mod">
          <ac:chgData name="Josh Reiss" userId="a90d6cd88c30b6c6" providerId="LiveId" clId="{3B0D2C36-4565-4653-8878-580956ACA3E0}" dt="2022-03-17T10:17:22.952" v="710" actId="165"/>
          <ac:grpSpMkLst>
            <pc:docMk/>
            <pc:sldMk cId="3345964499" sldId="350"/>
            <ac:grpSpMk id="26" creationId="{625A21A1-BD8A-4EAD-A616-1A88CB76D1FB}"/>
          </ac:grpSpMkLst>
        </pc:grpChg>
        <pc:cxnChg chg="mod">
          <ac:chgData name="Josh Reiss" userId="a90d6cd88c30b6c6" providerId="LiveId" clId="{3B0D2C36-4565-4653-8878-580956ACA3E0}" dt="2022-03-17T10:17:16.728" v="708"/>
          <ac:cxnSpMkLst>
            <pc:docMk/>
            <pc:sldMk cId="3345964499" sldId="350"/>
            <ac:cxnSpMk id="23" creationId="{E6EB91F3-FBFB-44A1-BBC8-F5FE1C9706AB}"/>
          </ac:cxnSpMkLst>
        </pc:cxnChg>
        <pc:cxnChg chg="mod">
          <ac:chgData name="Josh Reiss" userId="a90d6cd88c30b6c6" providerId="LiveId" clId="{3B0D2C36-4565-4653-8878-580956ACA3E0}" dt="2022-03-17T10:17:16.728" v="708"/>
          <ac:cxnSpMkLst>
            <pc:docMk/>
            <pc:sldMk cId="3345964499" sldId="350"/>
            <ac:cxnSpMk id="24" creationId="{99869602-175A-479A-88CA-570226313D0A}"/>
          </ac:cxnSpMkLst>
        </pc:cxnChg>
        <pc:cxnChg chg="mod">
          <ac:chgData name="Josh Reiss" userId="a90d6cd88c30b6c6" providerId="LiveId" clId="{3B0D2C36-4565-4653-8878-580956ACA3E0}" dt="2022-03-17T10:17:16.728" v="708"/>
          <ac:cxnSpMkLst>
            <pc:docMk/>
            <pc:sldMk cId="3345964499" sldId="350"/>
            <ac:cxnSpMk id="25" creationId="{B34FD3A2-A86A-4F2F-A527-4FD0D68BAB09}"/>
          </ac:cxnSpMkLst>
        </pc:cxnChg>
        <pc:cxnChg chg="mod">
          <ac:chgData name="Josh Reiss" userId="a90d6cd88c30b6c6" providerId="LiveId" clId="{3B0D2C36-4565-4653-8878-580956ACA3E0}" dt="2022-03-17T10:17:16.728" v="708"/>
          <ac:cxnSpMkLst>
            <pc:docMk/>
            <pc:sldMk cId="3345964499" sldId="350"/>
            <ac:cxnSpMk id="29" creationId="{68B00098-7FA6-4FBB-88C1-29B7DE2E9EE8}"/>
          </ac:cxnSpMkLst>
        </pc:cxnChg>
        <pc:cxnChg chg="add mod">
          <ac:chgData name="Josh Reiss" userId="a90d6cd88c30b6c6" providerId="LiveId" clId="{3B0D2C36-4565-4653-8878-580956ACA3E0}" dt="2022-03-17T10:27:19.133" v="1110" actId="1036"/>
          <ac:cxnSpMkLst>
            <pc:docMk/>
            <pc:sldMk cId="3345964499" sldId="350"/>
            <ac:cxnSpMk id="30" creationId="{E4415CC3-8DD4-4EAC-8A2F-A3878A9F629E}"/>
          </ac:cxnSpMkLst>
        </pc:cxnChg>
        <pc:cxnChg chg="del mod topLvl">
          <ac:chgData name="Josh Reiss" userId="a90d6cd88c30b6c6" providerId="LiveId" clId="{3B0D2C36-4565-4653-8878-580956ACA3E0}" dt="2022-03-17T10:21:35.830" v="855" actId="478"/>
          <ac:cxnSpMkLst>
            <pc:docMk/>
            <pc:sldMk cId="3345964499" sldId="350"/>
            <ac:cxnSpMk id="34" creationId="{BDA74B67-C854-4DEB-A9DC-1E58E1F2ED5B}"/>
          </ac:cxnSpMkLst>
        </pc:cxnChg>
        <pc:cxnChg chg="mod topLvl">
          <ac:chgData name="Josh Reiss" userId="a90d6cd88c30b6c6" providerId="LiveId" clId="{3B0D2C36-4565-4653-8878-580956ACA3E0}" dt="2022-03-17T10:27:19.133" v="1110" actId="1036"/>
          <ac:cxnSpMkLst>
            <pc:docMk/>
            <pc:sldMk cId="3345964499" sldId="350"/>
            <ac:cxnSpMk id="35" creationId="{80A9F8AB-A782-4084-9757-9946666FD76B}"/>
          </ac:cxnSpMkLst>
        </pc:cxnChg>
        <pc:cxnChg chg="mod topLvl">
          <ac:chgData name="Josh Reiss" userId="a90d6cd88c30b6c6" providerId="LiveId" clId="{3B0D2C36-4565-4653-8878-580956ACA3E0}" dt="2022-03-17T10:27:19.133" v="1110" actId="1036"/>
          <ac:cxnSpMkLst>
            <pc:docMk/>
            <pc:sldMk cId="3345964499" sldId="350"/>
            <ac:cxnSpMk id="36" creationId="{819069B6-5447-4D65-AF87-3C51B41A1AE3}"/>
          </ac:cxnSpMkLst>
        </pc:cxnChg>
        <pc:cxnChg chg="del mod">
          <ac:chgData name="Josh Reiss" userId="a90d6cd88c30b6c6" providerId="LiveId" clId="{3B0D2C36-4565-4653-8878-580956ACA3E0}" dt="2022-03-17T10:17:13.231" v="707" actId="21"/>
          <ac:cxnSpMkLst>
            <pc:docMk/>
            <pc:sldMk cId="3345964499" sldId="350"/>
            <ac:cxnSpMk id="37" creationId="{8B9260B0-3120-409A-8D1A-72ABEF717E40}"/>
          </ac:cxnSpMkLst>
        </pc:cxnChg>
        <pc:cxnChg chg="del mod topLvl">
          <ac:chgData name="Josh Reiss" userId="a90d6cd88c30b6c6" providerId="LiveId" clId="{3B0D2C36-4565-4653-8878-580956ACA3E0}" dt="2022-03-17T10:19:54.201" v="782" actId="478"/>
          <ac:cxnSpMkLst>
            <pc:docMk/>
            <pc:sldMk cId="3345964499" sldId="350"/>
            <ac:cxnSpMk id="38" creationId="{CFCECE7B-AF0B-4505-A2A7-0B0234AC1981}"/>
          </ac:cxnSpMkLst>
        </pc:cxnChg>
        <pc:cxnChg chg="add mod">
          <ac:chgData name="Josh Reiss" userId="a90d6cd88c30b6c6" providerId="LiveId" clId="{3B0D2C36-4565-4653-8878-580956ACA3E0}" dt="2022-03-17T10:27:19.133" v="1110" actId="1036"/>
          <ac:cxnSpMkLst>
            <pc:docMk/>
            <pc:sldMk cId="3345964499" sldId="350"/>
            <ac:cxnSpMk id="41" creationId="{8E654547-C479-4EB5-8DBB-5229446D8D04}"/>
          </ac:cxnSpMkLst>
        </pc:cxnChg>
      </pc:sldChg>
    </pc:docChg>
  </pc:docChgLst>
  <pc:docChgLst>
    <pc:chgData name="Josh Reiss" userId="a90d6cd88c30b6c6" providerId="LiveId" clId="{C6C1D705-D654-4A2F-A1E6-B0556F0A8C65}"/>
    <pc:docChg chg="custSel addSld modSld">
      <pc:chgData name="Josh Reiss" userId="a90d6cd88c30b6c6" providerId="LiveId" clId="{C6C1D705-D654-4A2F-A1E6-B0556F0A8C65}" dt="2021-01-19T08:15:37.978" v="1" actId="27636"/>
      <pc:docMkLst>
        <pc:docMk/>
      </pc:docMkLst>
      <pc:sldChg chg="modSp add mod">
        <pc:chgData name="Josh Reiss" userId="a90d6cd88c30b6c6" providerId="LiveId" clId="{C6C1D705-D654-4A2F-A1E6-B0556F0A8C65}" dt="2021-01-19T08:15:37.978" v="1" actId="27636"/>
        <pc:sldMkLst>
          <pc:docMk/>
          <pc:sldMk cId="672736832" sldId="340"/>
        </pc:sldMkLst>
        <pc:spChg chg="mod">
          <ac:chgData name="Josh Reiss" userId="a90d6cd88c30b6c6" providerId="LiveId" clId="{C6C1D705-D654-4A2F-A1E6-B0556F0A8C65}" dt="2021-01-19T08:15:37.978" v="1" actId="27636"/>
          <ac:spMkLst>
            <pc:docMk/>
            <pc:sldMk cId="672736832" sldId="34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06A3B-885D-47A2-BBBF-3C17C577BFA5}" type="datetimeFigureOut">
              <a:rPr lang="en-GB" smtClean="0"/>
              <a:t>17/03/2022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1D951-C98B-42A2-8282-D55336F714E5}" type="slidenum">
              <a:rPr lang="en-GB" smtClean="0"/>
              <a:t>‹#›</a:t>
            </a:fld>
            <a:endParaRPr lang="en-GB"/>
          </a:p>
        </p:txBody>
      </p:sp>
    </p:spTree>
    <p:extLst>
      <p:ext uri="{BB962C8B-B14F-4D97-AF65-F5344CB8AC3E}">
        <p14:creationId xmlns:p14="http://schemas.microsoft.com/office/powerpoint/2010/main" val="36879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 popular performance technique, defined as a small, quasi-periodic variation in the pitch of a tone. Vibrato can also be added to any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audio signal as an audio effect.</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t>
                </a:r>
                <a:r>
                  <a:rPr lang="en-US" sz="1800" dirty="0" err="1">
                    <a:solidFill>
                      <a:srgbClr val="000000"/>
                    </a:solidFill>
                    <a:effectLst/>
                    <a:latin typeface="Times New Roman" panose="02020603050405020304" pitchFamily="18" charset="0"/>
                    <a:ea typeface="ヒラギノ角ゴ Pro W3"/>
                  </a:rPr>
                  <a:t>characterised</a:t>
                </a:r>
                <a:r>
                  <a:rPr lang="en-US" sz="1800" dirty="0">
                    <a:solidFill>
                      <a:srgbClr val="000000"/>
                    </a:solidFill>
                    <a:effectLst/>
                    <a:latin typeface="Times New Roman" panose="02020603050405020304" pitchFamily="18" charset="0"/>
                    <a:ea typeface="ヒラギノ角ゴ Pro W3"/>
                  </a:rPr>
                  <a:t> by its </a:t>
                </a:r>
                <a:r>
                  <a:rPr lang="en-US" sz="1800" i="1" dirty="0">
                    <a:solidFill>
                      <a:srgbClr val="000000"/>
                    </a:solidFill>
                    <a:effectLst/>
                    <a:latin typeface="Times New Roman" panose="02020603050405020304" pitchFamily="18" charset="0"/>
                    <a:ea typeface="ヒラギノ角ゴ Pro W3"/>
                  </a:rPr>
                  <a:t>type</a:t>
                </a:r>
                <a:r>
                  <a:rPr lang="en-US" sz="1800" dirty="0">
                    <a:solidFill>
                      <a:srgbClr val="000000"/>
                    </a:solidFill>
                    <a:effectLst/>
                    <a:latin typeface="Times New Roman" panose="02020603050405020304" pitchFamily="18" charset="0"/>
                    <a:ea typeface="ヒラギノ角ゴ Pro W3"/>
                  </a:rPr>
                  <a:t> of variation (the form of a periodic waveform), its </a:t>
                </a:r>
                <a:r>
                  <a:rPr lang="en-US" sz="1800" dirty="0">
                    <a:solidFill>
                      <a:srgbClr val="000000"/>
                    </a:solidFill>
                    <a:effectLst/>
                    <a:latin typeface="Times New Roman Italic" panose="02020503050405090304" pitchFamily="18" charset="0"/>
                    <a:ea typeface="ヒラギノ角ゴ Pro W3"/>
                  </a:rPr>
                  <a:t>frequency </a:t>
                </a:r>
                <a:r>
                  <a:rPr lang="en-US" sz="1800" dirty="0">
                    <a:solidFill>
                      <a:srgbClr val="000000"/>
                    </a:solidFill>
                    <a:effectLst/>
                    <a:latin typeface="Times New Roman" panose="02020603050405020304" pitchFamily="18" charset="0"/>
                    <a:ea typeface="ヒラギノ角ゴ Pro W3"/>
                  </a:rPr>
                  <a:t>(how often the pitch changes) and </a:t>
                </a:r>
                <a:r>
                  <a:rPr lang="en-US" sz="1800" dirty="0">
                    <a:solidFill>
                      <a:srgbClr val="000000"/>
                    </a:solidFill>
                    <a:effectLst/>
                    <a:latin typeface="Times New Roman Italic" panose="02020503050405090304" pitchFamily="18" charset="0"/>
                    <a:ea typeface="ヒラギノ角ゴ Pro W3"/>
                  </a:rPr>
                  <a:t>width </a:t>
                </a:r>
                <a:r>
                  <a:rPr lang="en-US" sz="1800" dirty="0">
                    <a:solidFill>
                      <a:srgbClr val="000000"/>
                    </a:solidFill>
                    <a:effectLst/>
                    <a:latin typeface="Times New Roman" panose="02020603050405020304" pitchFamily="18" charset="0"/>
                    <a:ea typeface="ヒラギノ角ゴ Pro W3"/>
                  </a:rPr>
                  <a:t>(total amount of pitch variation).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The vibrato effect works by changing the playback speed of sampled audio. Playing a sound faster raises its pitch, and playing it slower lowers the pitch. To add a vibrato, then, the playback speed needs to be periodically varied to be faster and slower than normal. This can be achieved by controlling the playback rate on buffered audio sources, but we would like to be able to add vibrato to any audio stream. Hence we will add vibrato through the use of </a:t>
                </a:r>
                <a:r>
                  <a:rPr lang="en-US" sz="1800" dirty="0">
                    <a:solidFill>
                      <a:srgbClr val="000000"/>
                    </a:solidFill>
                    <a:effectLst/>
                    <a:latin typeface="Times New Roman Italic" panose="02020503050405090304" pitchFamily="18" charset="0"/>
                    <a:ea typeface="ヒラギノ角ゴ Pro W3"/>
                  </a:rPr>
                  <a:t>modulated delay lines</a:t>
                </a:r>
                <a:r>
                  <a:rPr lang="en-US" sz="1800" dirty="0">
                    <a:solidFill>
                      <a:srgbClr val="000000"/>
                    </a:solidFill>
                    <a:effectLst/>
                    <a:latin typeface="Times New Roman" panose="02020603050405020304" pitchFamily="18" charset="0"/>
                    <a:ea typeface="ヒラギノ角ゴ Pro W3"/>
                  </a:rPr>
                  <a:t>.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14:m>
                  <m:oMath xmlns:m="http://schemas.openxmlformats.org/officeDocument/2006/math">
                    <m:r>
                      <a:rPr lang="en-US" sz="1800" i="1" kern="1200">
                        <a:solidFill>
                          <a:srgbClr val="000000"/>
                        </a:solidFill>
                        <a:effectLst/>
                        <a:latin typeface="Cambria Math" panose="02040503050406030204" pitchFamily="18" charset="0"/>
                        <a:ea typeface="Times New Roman" panose="02020603050405020304" pitchFamily="18" charset="0"/>
                      </a:rPr>
                      <m:t>𝑀</m:t>
                    </m:r>
                    <m:d>
                      <m:dPr>
                        <m:ctrlPr>
                          <a:rPr lang="en-GB" sz="1800" i="1" kern="1200">
                            <a:solidFill>
                              <a:srgbClr val="000000"/>
                            </a:solidFill>
                            <a:effectLst/>
                            <a:latin typeface="Cambria Math" panose="02040503050406030204" pitchFamily="18" charset="0"/>
                            <a:ea typeface="ヒラギノ角ゴ Pro W3"/>
                          </a:rPr>
                        </m:ctrlPr>
                      </m:dPr>
                      <m:e>
                        <m:r>
                          <a:rPr lang="en-US" sz="1800" i="1" kern="1200">
                            <a:solidFill>
                              <a:srgbClr val="000000"/>
                            </a:solidFill>
                            <a:effectLst/>
                            <a:latin typeface="Cambria Math" panose="02040503050406030204" pitchFamily="18" charset="0"/>
                            <a:ea typeface="ヒラギノ角ゴ Pro W3"/>
                          </a:rPr>
                          <m:t>𝑡</m:t>
                        </m:r>
                      </m:e>
                    </m:d>
                  </m:oMath>
                </a14:m>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Choice>
        <mc:Fallback xmlns="">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 popular performance technique, defined as a small, quasi-periodic variation in the pitch of a tone. Vibrato can also be added to any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audio signal as an audio effect.</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t>
                </a:r>
                <a:r>
                  <a:rPr lang="en-US" sz="1800" dirty="0" err="1">
                    <a:solidFill>
                      <a:srgbClr val="000000"/>
                    </a:solidFill>
                    <a:effectLst/>
                    <a:latin typeface="Times New Roman" panose="02020603050405020304" pitchFamily="18" charset="0"/>
                    <a:ea typeface="ヒラギノ角ゴ Pro W3"/>
                  </a:rPr>
                  <a:t>characterised</a:t>
                </a:r>
                <a:r>
                  <a:rPr lang="en-US" sz="1800" dirty="0">
                    <a:solidFill>
                      <a:srgbClr val="000000"/>
                    </a:solidFill>
                    <a:effectLst/>
                    <a:latin typeface="Times New Roman" panose="02020603050405020304" pitchFamily="18" charset="0"/>
                    <a:ea typeface="ヒラギノ角ゴ Pro W3"/>
                  </a:rPr>
                  <a:t> by its </a:t>
                </a:r>
                <a:r>
                  <a:rPr lang="en-US" sz="1800" i="1" dirty="0">
                    <a:solidFill>
                      <a:srgbClr val="000000"/>
                    </a:solidFill>
                    <a:effectLst/>
                    <a:latin typeface="Times New Roman" panose="02020603050405020304" pitchFamily="18" charset="0"/>
                    <a:ea typeface="ヒラギノ角ゴ Pro W3"/>
                  </a:rPr>
                  <a:t>type</a:t>
                </a:r>
                <a:r>
                  <a:rPr lang="en-US" sz="1800" dirty="0">
                    <a:solidFill>
                      <a:srgbClr val="000000"/>
                    </a:solidFill>
                    <a:effectLst/>
                    <a:latin typeface="Times New Roman" panose="02020603050405020304" pitchFamily="18" charset="0"/>
                    <a:ea typeface="ヒラギノ角ゴ Pro W3"/>
                  </a:rPr>
                  <a:t> of variation (the form of a periodic waveform), its </a:t>
                </a:r>
                <a:r>
                  <a:rPr lang="en-US" sz="1800" dirty="0">
                    <a:solidFill>
                      <a:srgbClr val="000000"/>
                    </a:solidFill>
                    <a:effectLst/>
                    <a:latin typeface="Times New Roman Italic" panose="02020503050405090304" pitchFamily="18" charset="0"/>
                    <a:ea typeface="ヒラギノ角ゴ Pro W3"/>
                  </a:rPr>
                  <a:t>frequency </a:t>
                </a:r>
                <a:r>
                  <a:rPr lang="en-US" sz="1800" dirty="0">
                    <a:solidFill>
                      <a:srgbClr val="000000"/>
                    </a:solidFill>
                    <a:effectLst/>
                    <a:latin typeface="Times New Roman" panose="02020603050405020304" pitchFamily="18" charset="0"/>
                    <a:ea typeface="ヒラギノ角ゴ Pro W3"/>
                  </a:rPr>
                  <a:t>(how often the pitch changes) and </a:t>
                </a:r>
                <a:r>
                  <a:rPr lang="en-US" sz="1800" dirty="0">
                    <a:solidFill>
                      <a:srgbClr val="000000"/>
                    </a:solidFill>
                    <a:effectLst/>
                    <a:latin typeface="Times New Roman Italic" panose="02020503050405090304" pitchFamily="18" charset="0"/>
                    <a:ea typeface="ヒラギノ角ゴ Pro W3"/>
                  </a:rPr>
                  <a:t>width </a:t>
                </a:r>
                <a:r>
                  <a:rPr lang="en-US" sz="1800" dirty="0">
                    <a:solidFill>
                      <a:srgbClr val="000000"/>
                    </a:solidFill>
                    <a:effectLst/>
                    <a:latin typeface="Times New Roman" panose="02020603050405020304" pitchFamily="18" charset="0"/>
                    <a:ea typeface="ヒラギノ角ゴ Pro W3"/>
                  </a:rPr>
                  <a:t>(total amount of pitch variation).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The vibrato effect works by changing the playback speed of sampled audio. Playing a sound faster raises its pitch, and playing it slower lowers the pitch. To add a vibrato, then, the playback speed needs to be periodically varied to be faster and slower than normal. This can be achieved by controlling the playback rate on buffered audio sources, but we would like to be able to add vibrato to any audio stream. Hence we will add vibrato through the use of </a:t>
                </a:r>
                <a:r>
                  <a:rPr lang="en-US" sz="1800" dirty="0">
                    <a:solidFill>
                      <a:srgbClr val="000000"/>
                    </a:solidFill>
                    <a:effectLst/>
                    <a:latin typeface="Times New Roman Italic" panose="02020503050405090304" pitchFamily="18" charset="0"/>
                    <a:ea typeface="ヒラギノ角ゴ Pro W3"/>
                  </a:rPr>
                  <a:t>modulated delay lines</a:t>
                </a:r>
                <a:r>
                  <a:rPr lang="en-US" sz="1800" dirty="0">
                    <a:solidFill>
                      <a:srgbClr val="000000"/>
                    </a:solidFill>
                    <a:effectLst/>
                    <a:latin typeface="Times New Roman" panose="02020603050405020304" pitchFamily="18" charset="0"/>
                    <a:ea typeface="ヒラギノ角ゴ Pro W3"/>
                  </a:rPr>
                  <a:t>.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r>
                  <a:rPr lang="en-US" sz="1800" i="0" kern="1200">
                    <a:solidFill>
                      <a:srgbClr val="000000"/>
                    </a:solidFill>
                    <a:effectLst/>
                    <a:latin typeface="Cambria Math" panose="02040503050406030204" pitchFamily="18" charset="0"/>
                    <a:ea typeface="Times New Roman" panose="02020603050405020304" pitchFamily="18" charset="0"/>
                  </a:rPr>
                  <a:t>𝑀</a:t>
                </a:r>
                <a:r>
                  <a:rPr lang="en-GB" sz="1800" i="0" kern="1200">
                    <a:solidFill>
                      <a:srgbClr val="000000"/>
                    </a:solidFill>
                    <a:effectLst/>
                    <a:latin typeface="Cambria Math" panose="02040503050406030204" pitchFamily="18" charset="0"/>
                  </a:rPr>
                  <a:t>(</a:t>
                </a:r>
                <a:r>
                  <a:rPr lang="en-US" sz="1800" i="0" kern="1200">
                    <a:solidFill>
                      <a:srgbClr val="000000"/>
                    </a:solidFill>
                    <a:effectLst/>
                    <a:latin typeface="Cambria Math" panose="02040503050406030204" pitchFamily="18" charset="0"/>
                    <a:ea typeface="ヒラギノ角ゴ Pro W3"/>
                  </a:rPr>
                  <a:t>𝑡)</a:t>
                </a:r>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Fallback>
      </mc:AlternateContent>
      <p:sp>
        <p:nvSpPr>
          <p:cNvPr id="4" name="Slide Number Placeholder 3"/>
          <p:cNvSpPr>
            <a:spLocks noGrp="1"/>
          </p:cNvSpPr>
          <p:nvPr>
            <p:ph type="sldNum" sz="quarter" idx="5"/>
          </p:nvPr>
        </p:nvSpPr>
        <p:spPr/>
        <p:txBody>
          <a:bodyPr/>
          <a:lstStyle/>
          <a:p>
            <a:fld id="{D0B1D951-C98B-42A2-8282-D55336F714E5}" type="slidenum">
              <a:rPr lang="en-GB" smtClean="0"/>
              <a:t>3</a:t>
            </a:fld>
            <a:endParaRPr lang="en-GB"/>
          </a:p>
        </p:txBody>
      </p:sp>
    </p:spTree>
    <p:extLst>
      <p:ext uri="{BB962C8B-B14F-4D97-AF65-F5344CB8AC3E}">
        <p14:creationId xmlns:p14="http://schemas.microsoft.com/office/powerpoint/2010/main" val="210994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14:m>
                  <m:oMath xmlns:m="http://schemas.openxmlformats.org/officeDocument/2006/math">
                    <m:r>
                      <a:rPr lang="en-US" sz="1800" i="1" kern="1200">
                        <a:solidFill>
                          <a:srgbClr val="000000"/>
                        </a:solidFill>
                        <a:effectLst/>
                        <a:latin typeface="Cambria Math" panose="02040503050406030204" pitchFamily="18" charset="0"/>
                        <a:ea typeface="Times New Roman" panose="02020603050405020304" pitchFamily="18" charset="0"/>
                      </a:rPr>
                      <m:t>𝑀</m:t>
                    </m:r>
                    <m:d>
                      <m:dPr>
                        <m:ctrlPr>
                          <a:rPr lang="en-GB" sz="1800" i="1" kern="1200">
                            <a:solidFill>
                              <a:srgbClr val="000000"/>
                            </a:solidFill>
                            <a:effectLst/>
                            <a:latin typeface="Cambria Math" panose="02040503050406030204" pitchFamily="18" charset="0"/>
                            <a:ea typeface="ヒラギノ角ゴ Pro W3"/>
                          </a:rPr>
                        </m:ctrlPr>
                      </m:dPr>
                      <m:e>
                        <m:r>
                          <a:rPr lang="en-US" sz="1800" i="1" kern="1200">
                            <a:solidFill>
                              <a:srgbClr val="000000"/>
                            </a:solidFill>
                            <a:effectLst/>
                            <a:latin typeface="Cambria Math" panose="02040503050406030204" pitchFamily="18" charset="0"/>
                            <a:ea typeface="ヒラギノ角ゴ Pro W3"/>
                          </a:rPr>
                          <m:t>𝑡</m:t>
                        </m:r>
                      </m:e>
                    </m:d>
                  </m:oMath>
                </a14:m>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Choice>
        <mc:Fallback xmlns="">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 popular performance technique, defined as a small, quasi-periodic variation in the pitch of a tone. Vibrato can also be added to any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audio signal as an audio effect.</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t>
                </a:r>
                <a:r>
                  <a:rPr lang="en-US" sz="1800" dirty="0" err="1">
                    <a:solidFill>
                      <a:srgbClr val="000000"/>
                    </a:solidFill>
                    <a:effectLst/>
                    <a:latin typeface="Times New Roman" panose="02020603050405020304" pitchFamily="18" charset="0"/>
                    <a:ea typeface="ヒラギノ角ゴ Pro W3"/>
                  </a:rPr>
                  <a:t>characterised</a:t>
                </a:r>
                <a:r>
                  <a:rPr lang="en-US" sz="1800" dirty="0">
                    <a:solidFill>
                      <a:srgbClr val="000000"/>
                    </a:solidFill>
                    <a:effectLst/>
                    <a:latin typeface="Times New Roman" panose="02020603050405020304" pitchFamily="18" charset="0"/>
                    <a:ea typeface="ヒラギノ角ゴ Pro W3"/>
                  </a:rPr>
                  <a:t> by its </a:t>
                </a:r>
                <a:r>
                  <a:rPr lang="en-US" sz="1800" i="1" dirty="0">
                    <a:solidFill>
                      <a:srgbClr val="000000"/>
                    </a:solidFill>
                    <a:effectLst/>
                    <a:latin typeface="Times New Roman" panose="02020603050405020304" pitchFamily="18" charset="0"/>
                    <a:ea typeface="ヒラギノ角ゴ Pro W3"/>
                  </a:rPr>
                  <a:t>type</a:t>
                </a:r>
                <a:r>
                  <a:rPr lang="en-US" sz="1800" dirty="0">
                    <a:solidFill>
                      <a:srgbClr val="000000"/>
                    </a:solidFill>
                    <a:effectLst/>
                    <a:latin typeface="Times New Roman" panose="02020603050405020304" pitchFamily="18" charset="0"/>
                    <a:ea typeface="ヒラギノ角ゴ Pro W3"/>
                  </a:rPr>
                  <a:t> of variation (the form of a periodic waveform), its </a:t>
                </a:r>
                <a:r>
                  <a:rPr lang="en-US" sz="1800" dirty="0">
                    <a:solidFill>
                      <a:srgbClr val="000000"/>
                    </a:solidFill>
                    <a:effectLst/>
                    <a:latin typeface="Times New Roman Italic" panose="02020503050405090304" pitchFamily="18" charset="0"/>
                    <a:ea typeface="ヒラギノ角ゴ Pro W3"/>
                  </a:rPr>
                  <a:t>frequency </a:t>
                </a:r>
                <a:r>
                  <a:rPr lang="en-US" sz="1800" dirty="0">
                    <a:solidFill>
                      <a:srgbClr val="000000"/>
                    </a:solidFill>
                    <a:effectLst/>
                    <a:latin typeface="Times New Roman" panose="02020603050405020304" pitchFamily="18" charset="0"/>
                    <a:ea typeface="ヒラギノ角ゴ Pro W3"/>
                  </a:rPr>
                  <a:t>(how often the pitch changes) and </a:t>
                </a:r>
                <a:r>
                  <a:rPr lang="en-US" sz="1800" dirty="0">
                    <a:solidFill>
                      <a:srgbClr val="000000"/>
                    </a:solidFill>
                    <a:effectLst/>
                    <a:latin typeface="Times New Roman Italic" panose="02020503050405090304" pitchFamily="18" charset="0"/>
                    <a:ea typeface="ヒラギノ角ゴ Pro W3"/>
                  </a:rPr>
                  <a:t>width </a:t>
                </a:r>
                <a:r>
                  <a:rPr lang="en-US" sz="1800" dirty="0">
                    <a:solidFill>
                      <a:srgbClr val="000000"/>
                    </a:solidFill>
                    <a:effectLst/>
                    <a:latin typeface="Times New Roman" panose="02020603050405020304" pitchFamily="18" charset="0"/>
                    <a:ea typeface="ヒラギノ角ゴ Pro W3"/>
                  </a:rPr>
                  <a:t>(total amount of pitch variation).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The vibrato effect works by changing the playback speed of sampled audio. Playing a sound faster raises its pitch, and playing it slower lowers the pitch. To add a vibrato, then, the playback speed needs to be periodically varied to be faster and slower than normal. This can be achieved by controlling the playback rate on buffered audio sources, but we would like to be able to add vibrato to any audio stream. Hence we will add vibrato through the use of </a:t>
                </a:r>
                <a:r>
                  <a:rPr lang="en-US" sz="1800" dirty="0">
                    <a:solidFill>
                      <a:srgbClr val="000000"/>
                    </a:solidFill>
                    <a:effectLst/>
                    <a:latin typeface="Times New Roman Italic" panose="02020503050405090304" pitchFamily="18" charset="0"/>
                    <a:ea typeface="ヒラギノ角ゴ Pro W3"/>
                  </a:rPr>
                  <a:t>modulated delay lines</a:t>
                </a:r>
                <a:r>
                  <a:rPr lang="en-US" sz="1800" dirty="0">
                    <a:solidFill>
                      <a:srgbClr val="000000"/>
                    </a:solidFill>
                    <a:effectLst/>
                    <a:latin typeface="Times New Roman" panose="02020603050405020304" pitchFamily="18" charset="0"/>
                    <a:ea typeface="ヒラギノ角ゴ Pro W3"/>
                  </a:rPr>
                  <a:t>.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r>
                  <a:rPr lang="en-US" sz="1800" i="0" kern="1200">
                    <a:solidFill>
                      <a:srgbClr val="000000"/>
                    </a:solidFill>
                    <a:effectLst/>
                    <a:latin typeface="Cambria Math" panose="02040503050406030204" pitchFamily="18" charset="0"/>
                    <a:ea typeface="Times New Roman" panose="02020603050405020304" pitchFamily="18" charset="0"/>
                  </a:rPr>
                  <a:t>𝑀</a:t>
                </a:r>
                <a:r>
                  <a:rPr lang="en-GB" sz="1800" i="0" kern="1200">
                    <a:solidFill>
                      <a:srgbClr val="000000"/>
                    </a:solidFill>
                    <a:effectLst/>
                    <a:latin typeface="Cambria Math" panose="02040503050406030204" pitchFamily="18" charset="0"/>
                  </a:rPr>
                  <a:t>(</a:t>
                </a:r>
                <a:r>
                  <a:rPr lang="en-US" sz="1800" i="0" kern="1200">
                    <a:solidFill>
                      <a:srgbClr val="000000"/>
                    </a:solidFill>
                    <a:effectLst/>
                    <a:latin typeface="Cambria Math" panose="02040503050406030204" pitchFamily="18" charset="0"/>
                    <a:ea typeface="ヒラギノ角ゴ Pro W3"/>
                  </a:rPr>
                  <a:t>𝑡)</a:t>
                </a:r>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Fallback>
      </mc:AlternateContent>
      <p:sp>
        <p:nvSpPr>
          <p:cNvPr id="4" name="Slide Number Placeholder 3"/>
          <p:cNvSpPr>
            <a:spLocks noGrp="1"/>
          </p:cNvSpPr>
          <p:nvPr>
            <p:ph type="sldNum" sz="quarter" idx="5"/>
          </p:nvPr>
        </p:nvSpPr>
        <p:spPr/>
        <p:txBody>
          <a:bodyPr/>
          <a:lstStyle/>
          <a:p>
            <a:fld id="{D0B1D951-C98B-42A2-8282-D55336F714E5}" type="slidenum">
              <a:rPr lang="en-GB" smtClean="0"/>
              <a:t>4</a:t>
            </a:fld>
            <a:endParaRPr lang="en-GB"/>
          </a:p>
        </p:txBody>
      </p:sp>
    </p:spTree>
    <p:extLst>
      <p:ext uri="{BB962C8B-B14F-4D97-AF65-F5344CB8AC3E}">
        <p14:creationId xmlns:p14="http://schemas.microsoft.com/office/powerpoint/2010/main" val="2122567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14:m>
                  <m:oMath xmlns:m="http://schemas.openxmlformats.org/officeDocument/2006/math">
                    <m:r>
                      <a:rPr lang="en-US" sz="1800" i="1" kern="1200">
                        <a:solidFill>
                          <a:srgbClr val="000000"/>
                        </a:solidFill>
                        <a:effectLst/>
                        <a:latin typeface="Cambria Math" panose="02040503050406030204" pitchFamily="18" charset="0"/>
                        <a:ea typeface="Times New Roman" panose="02020603050405020304" pitchFamily="18" charset="0"/>
                      </a:rPr>
                      <m:t>𝑀</m:t>
                    </m:r>
                    <m:d>
                      <m:dPr>
                        <m:ctrlPr>
                          <a:rPr lang="en-GB" sz="1800" i="1" kern="1200">
                            <a:solidFill>
                              <a:srgbClr val="000000"/>
                            </a:solidFill>
                            <a:effectLst/>
                            <a:latin typeface="Cambria Math" panose="02040503050406030204" pitchFamily="18" charset="0"/>
                            <a:ea typeface="ヒラギノ角ゴ Pro W3"/>
                          </a:rPr>
                        </m:ctrlPr>
                      </m:dPr>
                      <m:e>
                        <m:r>
                          <a:rPr lang="en-US" sz="1800" i="1" kern="1200">
                            <a:solidFill>
                              <a:srgbClr val="000000"/>
                            </a:solidFill>
                            <a:effectLst/>
                            <a:latin typeface="Cambria Math" panose="02040503050406030204" pitchFamily="18" charset="0"/>
                            <a:ea typeface="ヒラギノ角ゴ Pro W3"/>
                          </a:rPr>
                          <m:t>𝑡</m:t>
                        </m:r>
                      </m:e>
                    </m:d>
                  </m:oMath>
                </a14:m>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Choice>
        <mc:Fallback xmlns="">
          <p:sp>
            <p:nvSpPr>
              <p:cNvPr id="3" name="Notes Placeholder 2"/>
              <p:cNvSpPr>
                <a:spLocks noGrp="1"/>
              </p:cNvSpPr>
              <p:nvPr>
                <p:ph type="body" idx="1"/>
              </p:nvPr>
            </p:nvSpPr>
            <p:spPr/>
            <p:txBody>
              <a:bodyPr/>
              <a:lstStyle/>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 popular performance technique, defined as a small, quasi-periodic variation in the pitch of a tone. Vibrato can also be added to any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audio signal as an audio effect.</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Vibrato is </a:t>
                </a:r>
                <a:r>
                  <a:rPr lang="en-US" sz="1800" dirty="0" err="1">
                    <a:solidFill>
                      <a:srgbClr val="000000"/>
                    </a:solidFill>
                    <a:effectLst/>
                    <a:latin typeface="Times New Roman" panose="02020603050405020304" pitchFamily="18" charset="0"/>
                    <a:ea typeface="ヒラギノ角ゴ Pro W3"/>
                  </a:rPr>
                  <a:t>characterised</a:t>
                </a:r>
                <a:r>
                  <a:rPr lang="en-US" sz="1800" dirty="0">
                    <a:solidFill>
                      <a:srgbClr val="000000"/>
                    </a:solidFill>
                    <a:effectLst/>
                    <a:latin typeface="Times New Roman" panose="02020603050405020304" pitchFamily="18" charset="0"/>
                    <a:ea typeface="ヒラギノ角ゴ Pro W3"/>
                  </a:rPr>
                  <a:t> by its </a:t>
                </a:r>
                <a:r>
                  <a:rPr lang="en-US" sz="1800" i="1" dirty="0">
                    <a:solidFill>
                      <a:srgbClr val="000000"/>
                    </a:solidFill>
                    <a:effectLst/>
                    <a:latin typeface="Times New Roman" panose="02020603050405020304" pitchFamily="18" charset="0"/>
                    <a:ea typeface="ヒラギノ角ゴ Pro W3"/>
                  </a:rPr>
                  <a:t>type</a:t>
                </a:r>
                <a:r>
                  <a:rPr lang="en-US" sz="1800" dirty="0">
                    <a:solidFill>
                      <a:srgbClr val="000000"/>
                    </a:solidFill>
                    <a:effectLst/>
                    <a:latin typeface="Times New Roman" panose="02020603050405020304" pitchFamily="18" charset="0"/>
                    <a:ea typeface="ヒラギノ角ゴ Pro W3"/>
                  </a:rPr>
                  <a:t> of variation (the form of a periodic waveform), its </a:t>
                </a:r>
                <a:r>
                  <a:rPr lang="en-US" sz="1800" dirty="0">
                    <a:solidFill>
                      <a:srgbClr val="000000"/>
                    </a:solidFill>
                    <a:effectLst/>
                    <a:latin typeface="Times New Roman Italic" panose="02020503050405090304" pitchFamily="18" charset="0"/>
                    <a:ea typeface="ヒラギノ角ゴ Pro W3"/>
                  </a:rPr>
                  <a:t>frequency </a:t>
                </a:r>
                <a:r>
                  <a:rPr lang="en-US" sz="1800" dirty="0">
                    <a:solidFill>
                      <a:srgbClr val="000000"/>
                    </a:solidFill>
                    <a:effectLst/>
                    <a:latin typeface="Times New Roman" panose="02020603050405020304" pitchFamily="18" charset="0"/>
                    <a:ea typeface="ヒラギノ角ゴ Pro W3"/>
                  </a:rPr>
                  <a:t>(how often the pitch changes) and </a:t>
                </a:r>
                <a:r>
                  <a:rPr lang="en-US" sz="1800" dirty="0">
                    <a:solidFill>
                      <a:srgbClr val="000000"/>
                    </a:solidFill>
                    <a:effectLst/>
                    <a:latin typeface="Times New Roman Italic" panose="02020503050405090304" pitchFamily="18" charset="0"/>
                    <a:ea typeface="ヒラギノ角ゴ Pro W3"/>
                  </a:rPr>
                  <a:t>width </a:t>
                </a:r>
                <a:r>
                  <a:rPr lang="en-US" sz="1800" dirty="0">
                    <a:solidFill>
                      <a:srgbClr val="000000"/>
                    </a:solidFill>
                    <a:effectLst/>
                    <a:latin typeface="Times New Roman" panose="02020603050405020304" pitchFamily="18" charset="0"/>
                    <a:ea typeface="ヒラギノ角ゴ Pro W3"/>
                  </a:rPr>
                  <a:t>(total amount of pitch variation).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The vibrato effect works by changing the playback speed of sampled audio. Playing a sound faster raises its pitch, and playing it slower lowers the pitch. To add a vibrato, then, the playback speed needs to be periodically varied to be faster and slower than normal. This can be achieved by controlling the playback rate on buffered audio sources, but we would like to be able to add vibrato to any audio stream. Hence we will add vibrato through the use of </a:t>
                </a:r>
                <a:r>
                  <a:rPr lang="en-US" sz="1800" dirty="0">
                    <a:solidFill>
                      <a:srgbClr val="000000"/>
                    </a:solidFill>
                    <a:effectLst/>
                    <a:latin typeface="Times New Roman Italic" panose="02020503050405090304" pitchFamily="18" charset="0"/>
                    <a:ea typeface="ヒラギノ角ゴ Pro W3"/>
                  </a:rPr>
                  <a:t>modulated delay lines</a:t>
                </a:r>
                <a:r>
                  <a:rPr lang="en-US" sz="1800" dirty="0">
                    <a:solidFill>
                      <a:srgbClr val="000000"/>
                    </a:solidFill>
                    <a:effectLst/>
                    <a:latin typeface="Times New Roman" panose="02020603050405020304" pitchFamily="18" charset="0"/>
                    <a:ea typeface="ヒラギノ角ゴ Pro W3"/>
                  </a:rPr>
                  <a:t>. </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A </a:t>
                </a:r>
                <a:r>
                  <a:rPr lang="en-US" sz="1800" dirty="0">
                    <a:solidFill>
                      <a:srgbClr val="000000"/>
                    </a:solidFill>
                    <a:effectLst/>
                    <a:latin typeface="Times New Roman Italic" panose="02020503050405090304" pitchFamily="18" charset="0"/>
                    <a:ea typeface="ヒラギノ角ゴ Pro W3"/>
                  </a:rPr>
                  <a:t>modulated delay line is </a:t>
                </a:r>
                <a:r>
                  <a:rPr lang="en-US" sz="1800" dirty="0">
                    <a:solidFill>
                      <a:srgbClr val="000000"/>
                    </a:solidFill>
                    <a:effectLst/>
                    <a:latin typeface="Times New Roman" panose="02020603050405020304" pitchFamily="18" charset="0"/>
                    <a:ea typeface="ヒラギノ角ゴ Pro W3"/>
                  </a:rPr>
                  <a:t>a delay line whose delay length changes over time. Delay alone will not introduce a pitch shift. If a constant delay is applied, the sound will be delayed but otherwise identical to the original. But now suppose that  the delay</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decreases each sample by a constant amount Then less samples need to be played out to complete one period of a periodic waveform. So the playback rate increases. That periodic waveform appears to be shorter, and hence higher in frequency. Similarly, if the length of the delay line increases</a:t>
                </a:r>
                <a:r>
                  <a:rPr lang="en-US" sz="1800" dirty="0">
                    <a:solidFill>
                      <a:srgbClr val="000000"/>
                    </a:solidFill>
                    <a:effectLst/>
                    <a:latin typeface="Times New Roman Italic" panose="02020503050405090304" pitchFamily="18" charset="0"/>
                    <a:ea typeface="ヒラギノ角ゴ Pro W3"/>
                  </a:rPr>
                  <a:t> </a:t>
                </a:r>
                <a:r>
                  <a:rPr lang="en-US" sz="1800" dirty="0">
                    <a:solidFill>
                      <a:srgbClr val="000000"/>
                    </a:solidFill>
                    <a:effectLst/>
                    <a:latin typeface="Times New Roman" panose="02020603050405020304" pitchFamily="18" charset="0"/>
                    <a:ea typeface="ヒラギノ角ゴ Pro W3"/>
                  </a:rPr>
                  <a:t>each sample, then a periodic waveform appears to be longer, and its frequency will be lowered.</a:t>
                </a:r>
                <a:endParaRPr lang="en-GB" sz="1800" dirty="0">
                  <a:solidFill>
                    <a:srgbClr val="000000"/>
                  </a:solidFill>
                  <a:effectLst/>
                  <a:latin typeface="Times New Roman" panose="02020603050405020304" pitchFamily="18" charset="0"/>
                  <a:ea typeface="ヒラギノ角ゴ Pro W3"/>
                </a:endParaRPr>
              </a:p>
              <a:p>
                <a:pPr algn="just">
                  <a:lnSpc>
                    <a:spcPct val="150000"/>
                  </a:lnSpc>
                  <a:spcBef>
                    <a:spcPts val="500"/>
                  </a:spcBef>
                  <a:spcAft>
                    <a:spcPts val="500"/>
                  </a:spcAft>
                </a:pPr>
                <a:r>
                  <a:rPr lang="en-US" sz="1800" dirty="0">
                    <a:solidFill>
                      <a:srgbClr val="000000"/>
                    </a:solidFill>
                    <a:effectLst/>
                    <a:latin typeface="Times New Roman" panose="02020603050405020304" pitchFamily="18" charset="0"/>
                    <a:ea typeface="ヒラギノ角ゴ Pro W3"/>
                  </a:rPr>
                  <a:t>In fact, the pitch shift depends on the </a:t>
                </a:r>
                <a:r>
                  <a:rPr lang="en-US" sz="1800" i="1" dirty="0">
                    <a:solidFill>
                      <a:srgbClr val="000000"/>
                    </a:solidFill>
                    <a:effectLst/>
                    <a:latin typeface="Times New Roman" panose="02020603050405020304" pitchFamily="18" charset="0"/>
                    <a:ea typeface="ヒラギノ角ゴ Pro W3"/>
                  </a:rPr>
                  <a:t>time </a:t>
                </a:r>
                <a:r>
                  <a:rPr lang="en-US" sz="1800" dirty="0">
                    <a:solidFill>
                      <a:srgbClr val="000000"/>
                    </a:solidFill>
                    <a:effectLst/>
                    <a:latin typeface="Times New Roman Italic" panose="02020503050405090304" pitchFamily="18" charset="0"/>
                    <a:ea typeface="ヒラギノ角ゴ Pro W3"/>
                  </a:rPr>
                  <a:t>derivative</a:t>
                </a:r>
                <a:r>
                  <a:rPr lang="en-US" sz="1800" dirty="0">
                    <a:solidFill>
                      <a:srgbClr val="000000"/>
                    </a:solidFill>
                    <a:effectLst/>
                    <a:latin typeface="Times New Roman" panose="02020603050405020304" pitchFamily="18" charset="0"/>
                    <a:ea typeface="ヒラギノ角ゴ Pro W3"/>
                  </a:rPr>
                  <a:t> of delay length </a:t>
                </a:r>
                <a:r>
                  <a:rPr lang="en-GB" sz="1800" dirty="0">
                    <a:solidFill>
                      <a:srgbClr val="000000"/>
                    </a:solidFill>
                    <a:effectLst/>
                    <a:latin typeface="Times New Roman" panose="02020603050405020304" pitchFamily="18" charset="0"/>
                    <a:ea typeface="ヒラギノ角ゴ Pro W3"/>
                  </a:rPr>
                  <a:t>(Reiss &amp; McPherson, 2014)</a:t>
                </a:r>
                <a:r>
                  <a:rPr lang="en-US" sz="1800" dirty="0">
                    <a:solidFill>
                      <a:srgbClr val="000000"/>
                    </a:solidFill>
                    <a:effectLst/>
                    <a:latin typeface="Times New Roman" panose="02020603050405020304" pitchFamily="18" charset="0"/>
                    <a:ea typeface="ヒラギノ角ゴ Pro W3"/>
                  </a:rPr>
                  <a:t>. For a frequency component with frequency fc, the new frequency after modulating the delay with a time varying delay </a:t>
                </a:r>
                <a:r>
                  <a:rPr lang="en-US" sz="1800" i="0" kern="1200">
                    <a:solidFill>
                      <a:srgbClr val="000000"/>
                    </a:solidFill>
                    <a:effectLst/>
                    <a:latin typeface="Cambria Math" panose="02040503050406030204" pitchFamily="18" charset="0"/>
                    <a:ea typeface="Times New Roman" panose="02020603050405020304" pitchFamily="18" charset="0"/>
                  </a:rPr>
                  <a:t>𝑀</a:t>
                </a:r>
                <a:r>
                  <a:rPr lang="en-GB" sz="1800" i="0" kern="1200">
                    <a:solidFill>
                      <a:srgbClr val="000000"/>
                    </a:solidFill>
                    <a:effectLst/>
                    <a:latin typeface="Cambria Math" panose="02040503050406030204" pitchFamily="18" charset="0"/>
                  </a:rPr>
                  <a:t>(</a:t>
                </a:r>
                <a:r>
                  <a:rPr lang="en-US" sz="1800" i="0" kern="1200">
                    <a:solidFill>
                      <a:srgbClr val="000000"/>
                    </a:solidFill>
                    <a:effectLst/>
                    <a:latin typeface="Cambria Math" panose="02040503050406030204" pitchFamily="18" charset="0"/>
                    <a:ea typeface="ヒラギノ角ゴ Pro W3"/>
                  </a:rPr>
                  <a:t>𝑡)</a:t>
                </a:r>
                <a:r>
                  <a:rPr lang="en-US" sz="1800" kern="1200" dirty="0">
                    <a:solidFill>
                      <a:srgbClr val="000000"/>
                    </a:solidFill>
                    <a:effectLst/>
                    <a:latin typeface="Times New Roman" panose="02020603050405020304" pitchFamily="18" charset="0"/>
                    <a:ea typeface="ヒラギノ角ゴ Pro W3"/>
                  </a:rPr>
                  <a:t>,</a:t>
                </a:r>
                <a:r>
                  <a:rPr lang="en-US" sz="1800" dirty="0">
                    <a:solidFill>
                      <a:srgbClr val="000000"/>
                    </a:solidFill>
                    <a:effectLst/>
                    <a:latin typeface="Times New Roman" panose="02020603050405020304" pitchFamily="18" charset="0"/>
                    <a:ea typeface="ヒラギノ角ゴ Pro W3"/>
                  </a:rPr>
                  <a:t> is:</a:t>
                </a:r>
                <a:endParaRPr lang="en-GB" sz="1800" dirty="0">
                  <a:solidFill>
                    <a:srgbClr val="000000"/>
                  </a:solidFill>
                  <a:effectLst/>
                  <a:latin typeface="Times New Roman" panose="02020603050405020304" pitchFamily="18" charset="0"/>
                  <a:ea typeface="ヒラギノ角ゴ Pro W3"/>
                </a:endParaRPr>
              </a:p>
              <a:p>
                <a:endParaRPr lang="en-GB" dirty="0"/>
              </a:p>
            </p:txBody>
          </p:sp>
        </mc:Fallback>
      </mc:AlternateContent>
      <p:sp>
        <p:nvSpPr>
          <p:cNvPr id="4" name="Slide Number Placeholder 3"/>
          <p:cNvSpPr>
            <a:spLocks noGrp="1"/>
          </p:cNvSpPr>
          <p:nvPr>
            <p:ph type="sldNum" sz="quarter" idx="5"/>
          </p:nvPr>
        </p:nvSpPr>
        <p:spPr/>
        <p:txBody>
          <a:bodyPr/>
          <a:lstStyle/>
          <a:p>
            <a:fld id="{D0B1D951-C98B-42A2-8282-D55336F714E5}" type="slidenum">
              <a:rPr lang="en-GB" smtClean="0"/>
              <a:t>5</a:t>
            </a:fld>
            <a:endParaRPr lang="en-GB"/>
          </a:p>
        </p:txBody>
      </p:sp>
    </p:spTree>
    <p:extLst>
      <p:ext uri="{BB962C8B-B14F-4D97-AF65-F5344CB8AC3E}">
        <p14:creationId xmlns:p14="http://schemas.microsoft.com/office/powerpoint/2010/main" val="5916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C369-C9E4-4520-BC56-88448E62B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0852349-6B4C-488D-82E8-795C210AE6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D19B1E6-828F-4F3E-AC34-57F72B6367A8}"/>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454FAB28-6324-4226-A36E-5445813093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D829CE-6D1F-46B0-929E-FFFC0B562C90}"/>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4774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DFDE-2A02-4852-881F-3B5B41DDE6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9AD4ABC-C437-4947-A5F0-608FCA9F75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B213E3-F19B-446E-B43F-AF1BB97EC33F}"/>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3E841FB5-4915-4BF6-B0E6-73499246BD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BD1732-BC26-4B72-A252-98BBB34095A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64997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91FB-B9A3-482F-8FBC-4590E65500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E14089B-6073-428E-A790-EF055956BA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82DA15-2BDD-4AF4-BA6D-750DB238E010}"/>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B04A81FE-EDF7-4154-8325-45C59893ED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29DB88-078A-4423-8BA7-AC77FD9C53DE}"/>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06313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6536-3BDB-4174-A20F-9A761DB881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9821475-88FC-4509-A05F-6A64ACCBD3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7FB3A1-4FDC-40E2-8C37-87A43B0224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062AA93-86A6-4927-8504-56DDF629D4F9}"/>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B53E3AB0-E3C1-494C-B1AD-4AA344D28E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179DE5-21EF-43F4-B000-17E526EF9E74}"/>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02577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1886-43BB-4413-83B4-7807CFCE05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26F641-550F-4949-86DC-3D02373B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E150EE-DD86-478E-88BA-CF92008AA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DE9D8D8-00E0-4C79-BD54-24BD0C44B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2DE659-7815-43C6-BCCA-E1346ED89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DFD5B-CDBC-4952-ACFF-5D6F9882BBE1}"/>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8" name="Footer Placeholder 7">
            <a:extLst>
              <a:ext uri="{FF2B5EF4-FFF2-40B4-BE49-F238E27FC236}">
                <a16:creationId xmlns:a16="http://schemas.microsoft.com/office/drawing/2014/main" id="{6AFFA037-5E9F-459A-B177-52BC910AF16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149AF8-F012-4163-9FFB-EF0401CE8A2F}"/>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5108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C586-3A69-4708-9A07-B94A72CE30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EC69554-0D2D-4D06-967C-E0BEB2ADA711}"/>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4" name="Footer Placeholder 3">
            <a:extLst>
              <a:ext uri="{FF2B5EF4-FFF2-40B4-BE49-F238E27FC236}">
                <a16:creationId xmlns:a16="http://schemas.microsoft.com/office/drawing/2014/main" id="{9FAE7B4F-5ED1-47AF-B238-A84B1472F59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1FFE4FC-8EDE-4F38-8451-7A5849375BC6}"/>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60049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FCA45-62D5-4233-B3F3-BD1CE2F6079F}"/>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3" name="Footer Placeholder 2">
            <a:extLst>
              <a:ext uri="{FF2B5EF4-FFF2-40B4-BE49-F238E27FC236}">
                <a16:creationId xmlns:a16="http://schemas.microsoft.com/office/drawing/2014/main" id="{71C714D9-4002-4983-AF37-D4BE3FE0A4E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987E2D-5C67-4F2B-A26C-B394E603A408}"/>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296267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777F-332D-4B5B-810B-5C63C95093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7658529-C27E-4191-97FD-36D59D9B4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61BA99-EB73-49F7-995F-E29024704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66F865-E293-4805-A8D2-4E3D72046C82}"/>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0C5C81E1-1728-4DBC-972B-4147F320A8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7701BE-A421-4C41-BBB7-4EC80ADEFE2A}"/>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07787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5A17-30CD-4A84-B64E-6C24E1048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2A52357-D1DE-44CC-8324-9C498B0481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1705E25-C97D-4CF1-83A7-2876F918A6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39255-7446-46FF-9DCD-64CB991436C6}"/>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F687B610-3579-4CD1-82A3-C561709F55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46EEBE-0B97-433E-AACA-6F0900AE3065}"/>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875768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D960-DAC6-4331-A0FF-B8ADB879C1C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2CCB03-89EB-4ED3-91D2-61C67491F6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2910A7-EC15-4493-8B9F-26AC65E65104}"/>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FB8B288C-76E9-4876-BF75-1F9BABA3C4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5A89EC-CC4D-4C45-9D50-42DB3704A62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3017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59830-2398-40DA-B8C1-E466244D89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2CDA4E-A5D9-4BAC-A2ED-5CAFD94B9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161D00-4B32-4CA8-812E-295896987352}"/>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63D94240-6B49-4341-8F2D-BE59D3D020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9A4876-50A8-4F44-A3C4-D5A4D1716073}"/>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25974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8BE08-92CA-4E8E-AF4E-8DC96C924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8CB88EA-5F1B-4B32-BE85-E410E0434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C0FD3-C7BF-4C4E-B3F7-9AE57525F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648BBEC2-20CA-4DB5-9DB7-066F42C2A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EBDEF48-318D-40F6-87E5-5ED3EB0FB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B25D99-84F7-4196-A481-95D96E6D1950}" type="slidenum">
              <a:rPr lang="en-GB" smtClean="0"/>
              <a:t>‹#›</a:t>
            </a:fld>
            <a:endParaRPr lang="en-GB"/>
          </a:p>
        </p:txBody>
      </p:sp>
    </p:spTree>
    <p:extLst>
      <p:ext uri="{BB962C8B-B14F-4D97-AF65-F5344CB8AC3E}">
        <p14:creationId xmlns:p14="http://schemas.microsoft.com/office/powerpoint/2010/main" val="3418889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8104-91A6-42D7-AC87-655D95E997E3}"/>
              </a:ext>
            </a:extLst>
          </p:cNvPr>
          <p:cNvSpPr>
            <a:spLocks noGrp="1"/>
          </p:cNvSpPr>
          <p:nvPr>
            <p:ph type="ctrTitle"/>
          </p:nvPr>
        </p:nvSpPr>
        <p:spPr/>
        <p:txBody>
          <a:bodyPr/>
          <a:lstStyle/>
          <a:p>
            <a:r>
              <a:rPr lang="en-GB" dirty="0"/>
              <a:t>Delay in the Web Audio API</a:t>
            </a:r>
          </a:p>
        </p:txBody>
      </p:sp>
      <p:sp>
        <p:nvSpPr>
          <p:cNvPr id="3" name="Subtitle 2">
            <a:extLst>
              <a:ext uri="{FF2B5EF4-FFF2-40B4-BE49-F238E27FC236}">
                <a16:creationId xmlns:a16="http://schemas.microsoft.com/office/drawing/2014/main" id="{2AB7AB1B-DA52-4461-AD47-BC417E4E75DB}"/>
              </a:ext>
            </a:extLst>
          </p:cNvPr>
          <p:cNvSpPr>
            <a:spLocks noGrp="1"/>
          </p:cNvSpPr>
          <p:nvPr>
            <p:ph type="subTitle" idx="1"/>
          </p:nvPr>
        </p:nvSpPr>
        <p:spPr/>
        <p:txBody>
          <a:bodyPr>
            <a:normAutofit/>
          </a:bodyPr>
          <a:lstStyle/>
          <a:p>
            <a:r>
              <a:rPr lang="en-GB" sz="3600" dirty="0"/>
              <a:t>Part 2: Vibrato</a:t>
            </a:r>
          </a:p>
        </p:txBody>
      </p:sp>
    </p:spTree>
    <p:extLst>
      <p:ext uri="{BB962C8B-B14F-4D97-AF65-F5344CB8AC3E}">
        <p14:creationId xmlns:p14="http://schemas.microsoft.com/office/powerpoint/2010/main" val="2688241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879E-D24B-48F4-80BB-4E3C6F95B60D}"/>
              </a:ext>
            </a:extLst>
          </p:cNvPr>
          <p:cNvSpPr>
            <a:spLocks noGrp="1"/>
          </p:cNvSpPr>
          <p:nvPr>
            <p:ph type="title"/>
          </p:nvPr>
        </p:nvSpPr>
        <p:spPr>
          <a:xfrm>
            <a:off x="838200" y="66452"/>
            <a:ext cx="10515600" cy="1325563"/>
          </a:xfrm>
        </p:spPr>
        <p:txBody>
          <a:bodyPr/>
          <a:lstStyle/>
          <a:p>
            <a:r>
              <a:rPr lang="en-GB" dirty="0"/>
              <a:t>The </a:t>
            </a:r>
            <a:r>
              <a:rPr lang="en-GB" dirty="0" err="1"/>
              <a:t>DelayNode</a:t>
            </a:r>
            <a:endParaRPr lang="en-GB" dirty="0"/>
          </a:p>
        </p:txBody>
      </p:sp>
      <p:sp>
        <p:nvSpPr>
          <p:cNvPr id="3" name="Content Placeholder 2">
            <a:extLst>
              <a:ext uri="{FF2B5EF4-FFF2-40B4-BE49-F238E27FC236}">
                <a16:creationId xmlns:a16="http://schemas.microsoft.com/office/drawing/2014/main" id="{C82C490A-692F-4B28-BF4C-70860E4FABB8}"/>
              </a:ext>
            </a:extLst>
          </p:cNvPr>
          <p:cNvSpPr>
            <a:spLocks noGrp="1"/>
          </p:cNvSpPr>
          <p:nvPr>
            <p:ph idx="1"/>
          </p:nvPr>
        </p:nvSpPr>
        <p:spPr>
          <a:xfrm>
            <a:off x="99588" y="1315581"/>
            <a:ext cx="11968681" cy="5288419"/>
          </a:xfrm>
        </p:spPr>
        <p:txBody>
          <a:bodyPr>
            <a:normAutofit/>
          </a:bodyPr>
          <a:lstStyle/>
          <a:p>
            <a:pPr>
              <a:lnSpc>
                <a:spcPct val="100000"/>
              </a:lnSpc>
              <a:spcBef>
                <a:spcPts val="600"/>
              </a:spcBef>
            </a:pPr>
            <a:r>
              <a:rPr lang="en-GB" sz="3200" dirty="0"/>
              <a:t>The </a:t>
            </a:r>
            <a:r>
              <a:rPr lang="en-GB" sz="3200" dirty="0" err="1"/>
              <a:t>DelayNode</a:t>
            </a:r>
            <a:r>
              <a:rPr lang="en-GB" sz="3200" dirty="0"/>
              <a:t> passes input audio to output after some specified delay time</a:t>
            </a:r>
          </a:p>
          <a:p>
            <a:pPr>
              <a:lnSpc>
                <a:spcPct val="100000"/>
              </a:lnSpc>
              <a:spcBef>
                <a:spcPts val="600"/>
              </a:spcBef>
            </a:pPr>
            <a:r>
              <a:rPr lang="en-GB" sz="3200" dirty="0"/>
              <a:t>Example:  </a:t>
            </a:r>
            <a:r>
              <a:rPr lang="en-GB" dirty="0" err="1">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myNode</a:t>
            </a:r>
            <a:r>
              <a:rPr lang="en-GB"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 = new </a:t>
            </a:r>
            <a:r>
              <a:rPr lang="en-GB" dirty="0" err="1">
                <a:solidFill>
                  <a:srgbClr val="800080"/>
                </a:solidFill>
                <a:effectLst/>
                <a:latin typeface="Consolas" panose="020B0609020204030204" pitchFamily="49" charset="0"/>
                <a:ea typeface="Times New Roman" panose="02020603050405020304" pitchFamily="18" charset="0"/>
                <a:cs typeface="Times New Roman" panose="02020603050405020304" pitchFamily="18" charset="0"/>
              </a:rPr>
              <a:t>DelayNode</a:t>
            </a:r>
            <a:r>
              <a:rPr lang="en-GB"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b="1" dirty="0">
                <a:solidFill>
                  <a:srgbClr val="595959"/>
                </a:solidFill>
                <a:effectLst/>
                <a:latin typeface="Consolas" panose="020B0609020204030204" pitchFamily="49" charset="0"/>
                <a:ea typeface="Times New Roman" panose="02020603050405020304" pitchFamily="18" charset="0"/>
                <a:cs typeface="Times New Roman" panose="02020603050405020304" pitchFamily="18" charset="0"/>
              </a:rPr>
              <a:t>context</a:t>
            </a:r>
            <a:r>
              <a:rPr lang="en-GB"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,{delayTime:</a:t>
            </a:r>
            <a:r>
              <a:rPr lang="en-GB" b="1" dirty="0">
                <a:solidFill>
                  <a:srgbClr val="990099"/>
                </a:solidFill>
                <a:effectLst/>
                <a:latin typeface="Consolas" panose="020B0609020204030204" pitchFamily="49" charset="0"/>
                <a:ea typeface="Times New Roman" panose="02020603050405020304" pitchFamily="18" charset="0"/>
                <a:cs typeface="Times New Roman" panose="02020603050405020304" pitchFamily="18" charset="0"/>
              </a:rPr>
              <a:t>0.005</a:t>
            </a:r>
            <a:r>
              <a:rPr lang="en-GB"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a:t>
            </a:r>
          </a:p>
          <a:p>
            <a:pPr>
              <a:lnSpc>
                <a:spcPct val="100000"/>
              </a:lnSpc>
              <a:spcBef>
                <a:spcPts val="600"/>
              </a:spcBef>
            </a:pPr>
            <a:r>
              <a:rPr lang="en-GB" sz="3200" dirty="0"/>
              <a:t>Delay is simple but its uses are very powerful</a:t>
            </a:r>
          </a:p>
          <a:p>
            <a:pPr lvl="1">
              <a:lnSpc>
                <a:spcPct val="100000"/>
              </a:lnSpc>
              <a:spcBef>
                <a:spcPts val="600"/>
              </a:spcBef>
            </a:pPr>
            <a:r>
              <a:rPr lang="en-GB" sz="2800" dirty="0">
                <a:solidFill>
                  <a:srgbClr val="0F0F0F"/>
                </a:solidFill>
                <a:effectLst/>
                <a:ea typeface="Times New Roman" panose="02020603050405020304" pitchFamily="18" charset="0"/>
                <a:cs typeface="Times New Roman" panose="02020603050405020304" pitchFamily="18" charset="0"/>
              </a:rPr>
              <a:t>Comb filter</a:t>
            </a:r>
          </a:p>
          <a:p>
            <a:pPr lvl="1">
              <a:lnSpc>
                <a:spcPct val="100000"/>
              </a:lnSpc>
              <a:spcBef>
                <a:spcPts val="600"/>
              </a:spcBef>
            </a:pPr>
            <a:r>
              <a:rPr lang="en-GB" sz="2800" dirty="0">
                <a:solidFill>
                  <a:srgbClr val="0F0F0F"/>
                </a:solidFill>
                <a:ea typeface="Times New Roman" panose="02020603050405020304" pitchFamily="18" charset="0"/>
                <a:cs typeface="Times New Roman" panose="02020603050405020304" pitchFamily="18" charset="0"/>
              </a:rPr>
              <a:t>Feedback delay</a:t>
            </a:r>
          </a:p>
          <a:p>
            <a:pPr lvl="1">
              <a:lnSpc>
                <a:spcPct val="100000"/>
              </a:lnSpc>
              <a:spcBef>
                <a:spcPts val="600"/>
              </a:spcBef>
            </a:pPr>
            <a:r>
              <a:rPr lang="en-GB" sz="2800" dirty="0">
                <a:solidFill>
                  <a:srgbClr val="FF0000"/>
                </a:solidFill>
                <a:ea typeface="Times New Roman" panose="02020603050405020304" pitchFamily="18" charset="0"/>
                <a:cs typeface="Times New Roman" panose="02020603050405020304" pitchFamily="18" charset="0"/>
              </a:rPr>
              <a:t>Vibrato</a:t>
            </a:r>
            <a:endParaRPr lang="en-GB" sz="2800" dirty="0">
              <a:ea typeface="Times New Roman" panose="02020603050405020304" pitchFamily="18" charset="0"/>
              <a:cs typeface="Times New Roman" panose="02020603050405020304" pitchFamily="18" charset="0"/>
            </a:endParaRPr>
          </a:p>
          <a:p>
            <a:pPr lvl="1">
              <a:lnSpc>
                <a:spcPct val="100000"/>
              </a:lnSpc>
              <a:spcBef>
                <a:spcPts val="600"/>
              </a:spcBef>
            </a:pPr>
            <a:r>
              <a:rPr lang="en-GB" sz="2800" dirty="0">
                <a:effectLst/>
                <a:ea typeface="Times New Roman" panose="02020603050405020304" pitchFamily="18" charset="0"/>
                <a:cs typeface="Times New Roman" panose="02020603050405020304" pitchFamily="18" charset="0"/>
              </a:rPr>
              <a:t>Karplus-Strong algorithm</a:t>
            </a:r>
          </a:p>
        </p:txBody>
      </p:sp>
    </p:spTree>
    <p:extLst>
      <p:ext uri="{BB962C8B-B14F-4D97-AF65-F5344CB8AC3E}">
        <p14:creationId xmlns:p14="http://schemas.microsoft.com/office/powerpoint/2010/main" val="122955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5842-8099-41E0-8EE7-3C21CA98813F}"/>
              </a:ext>
            </a:extLst>
          </p:cNvPr>
          <p:cNvSpPr>
            <a:spLocks noGrp="1"/>
          </p:cNvSpPr>
          <p:nvPr>
            <p:ph type="title"/>
          </p:nvPr>
        </p:nvSpPr>
        <p:spPr>
          <a:xfrm>
            <a:off x="353085" y="131275"/>
            <a:ext cx="10515600" cy="881979"/>
          </a:xfrm>
        </p:spPr>
        <p:txBody>
          <a:bodyPr/>
          <a:lstStyle/>
          <a:p>
            <a:r>
              <a:rPr lang="en-GB" dirty="0"/>
              <a:t>Vibrato</a:t>
            </a:r>
          </a:p>
        </p:txBody>
      </p:sp>
      <p:sp>
        <p:nvSpPr>
          <p:cNvPr id="3" name="Content Placeholder 2">
            <a:extLst>
              <a:ext uri="{FF2B5EF4-FFF2-40B4-BE49-F238E27FC236}">
                <a16:creationId xmlns:a16="http://schemas.microsoft.com/office/drawing/2014/main" id="{48880E21-C7EF-4B1B-9C68-7D64855CA6AC}"/>
              </a:ext>
            </a:extLst>
          </p:cNvPr>
          <p:cNvSpPr>
            <a:spLocks noGrp="1"/>
          </p:cNvSpPr>
          <p:nvPr>
            <p:ph idx="1"/>
          </p:nvPr>
        </p:nvSpPr>
        <p:spPr>
          <a:xfrm>
            <a:off x="353085" y="1147481"/>
            <a:ext cx="11695480" cy="5579243"/>
          </a:xfrm>
        </p:spPr>
        <p:txBody>
          <a:bodyPr>
            <a:normAutofit/>
          </a:bodyPr>
          <a:lstStyle/>
          <a:p>
            <a:pPr algn="just">
              <a:lnSpc>
                <a:spcPct val="110000"/>
              </a:lnSpc>
              <a:spcBef>
                <a:spcPts val="0"/>
              </a:spcBef>
              <a:spcAft>
                <a:spcPts val="300"/>
              </a:spcAft>
            </a:pPr>
            <a:r>
              <a:rPr lang="en-US" dirty="0">
                <a:solidFill>
                  <a:srgbClr val="000000"/>
                </a:solidFill>
                <a:ea typeface="ヒラギノ角ゴ Pro W3"/>
              </a:rPr>
              <a:t>small, quasi-periodic variation in the pitch of a tone</a:t>
            </a:r>
          </a:p>
          <a:p>
            <a:pPr lvl="1" algn="just">
              <a:lnSpc>
                <a:spcPct val="110000"/>
              </a:lnSpc>
              <a:spcBef>
                <a:spcPts val="0"/>
              </a:spcBef>
              <a:spcAft>
                <a:spcPts val="300"/>
              </a:spcAft>
            </a:pPr>
            <a:r>
              <a:rPr lang="en-US" dirty="0">
                <a:solidFill>
                  <a:srgbClr val="000000"/>
                </a:solidFill>
                <a:ea typeface="ヒラギノ角ゴ Pro W3"/>
              </a:rPr>
              <a:t>popular </a:t>
            </a:r>
            <a:r>
              <a:rPr lang="en-US" dirty="0">
                <a:solidFill>
                  <a:srgbClr val="000000"/>
                </a:solidFill>
                <a:effectLst/>
                <a:ea typeface="ヒラギノ角ゴ Pro W3"/>
              </a:rPr>
              <a:t>performance technique</a:t>
            </a:r>
          </a:p>
          <a:p>
            <a:pPr lvl="1" algn="just">
              <a:lnSpc>
                <a:spcPct val="110000"/>
              </a:lnSpc>
              <a:spcBef>
                <a:spcPts val="0"/>
              </a:spcBef>
              <a:spcAft>
                <a:spcPts val="300"/>
              </a:spcAft>
            </a:pPr>
            <a:r>
              <a:rPr lang="en-US" dirty="0">
                <a:solidFill>
                  <a:srgbClr val="000000"/>
                </a:solidFill>
                <a:effectLst/>
                <a:ea typeface="ヒラギノ角ゴ Pro W3"/>
              </a:rPr>
              <a:t>can be added to any audio signal as an audio effect.</a:t>
            </a:r>
            <a:endParaRPr lang="en-GB" dirty="0">
              <a:solidFill>
                <a:srgbClr val="000000"/>
              </a:solidFill>
              <a:effectLst/>
              <a:ea typeface="ヒラギノ角ゴ Pro W3"/>
            </a:endParaRPr>
          </a:p>
          <a:p>
            <a:pPr algn="just">
              <a:lnSpc>
                <a:spcPct val="110000"/>
              </a:lnSpc>
              <a:spcBef>
                <a:spcPts val="0"/>
              </a:spcBef>
              <a:spcAft>
                <a:spcPts val="300"/>
              </a:spcAft>
            </a:pPr>
            <a:r>
              <a:rPr lang="en-US" sz="2800" dirty="0" err="1">
                <a:solidFill>
                  <a:srgbClr val="000000"/>
                </a:solidFill>
                <a:effectLst/>
                <a:ea typeface="ヒラギノ角ゴ Pro W3"/>
              </a:rPr>
              <a:t>characterised</a:t>
            </a:r>
            <a:r>
              <a:rPr lang="en-US" sz="2800" dirty="0">
                <a:solidFill>
                  <a:srgbClr val="000000"/>
                </a:solidFill>
                <a:effectLst/>
                <a:ea typeface="ヒラギノ角ゴ Pro W3"/>
              </a:rPr>
              <a:t> by</a:t>
            </a:r>
          </a:p>
          <a:p>
            <a:pPr lvl="1" algn="just">
              <a:lnSpc>
                <a:spcPct val="110000"/>
              </a:lnSpc>
              <a:spcBef>
                <a:spcPts val="0"/>
              </a:spcBef>
              <a:spcAft>
                <a:spcPts val="300"/>
              </a:spcAft>
            </a:pPr>
            <a:r>
              <a:rPr lang="en-US" i="1" dirty="0">
                <a:solidFill>
                  <a:srgbClr val="000000"/>
                </a:solidFill>
                <a:effectLst/>
                <a:ea typeface="ヒラギノ角ゴ Pro W3"/>
              </a:rPr>
              <a:t>type</a:t>
            </a:r>
            <a:r>
              <a:rPr lang="en-US" dirty="0">
                <a:solidFill>
                  <a:srgbClr val="000000"/>
                </a:solidFill>
                <a:effectLst/>
                <a:ea typeface="ヒラギノ角ゴ Pro W3"/>
              </a:rPr>
              <a:t> of variation (the form of a periodic waveform),</a:t>
            </a:r>
          </a:p>
          <a:p>
            <a:pPr lvl="1" algn="just">
              <a:lnSpc>
                <a:spcPct val="110000"/>
              </a:lnSpc>
              <a:spcBef>
                <a:spcPts val="0"/>
              </a:spcBef>
              <a:spcAft>
                <a:spcPts val="300"/>
              </a:spcAft>
            </a:pPr>
            <a:r>
              <a:rPr lang="en-US" dirty="0">
                <a:solidFill>
                  <a:srgbClr val="000000"/>
                </a:solidFill>
                <a:effectLst/>
                <a:ea typeface="ヒラギノ角ゴ Pro W3"/>
              </a:rPr>
              <a:t>LFO </a:t>
            </a:r>
            <a:r>
              <a:rPr lang="en-US" i="1" dirty="0">
                <a:solidFill>
                  <a:srgbClr val="000000"/>
                </a:solidFill>
                <a:effectLst/>
                <a:ea typeface="ヒラギノ角ゴ Pro W3"/>
              </a:rPr>
              <a:t>frequency</a:t>
            </a:r>
            <a:r>
              <a:rPr lang="en-US" dirty="0">
                <a:solidFill>
                  <a:srgbClr val="000000"/>
                </a:solidFill>
                <a:effectLst/>
                <a:ea typeface="ヒラギノ角ゴ Pro W3"/>
              </a:rPr>
              <a:t> (how often the pitch changes) </a:t>
            </a:r>
          </a:p>
          <a:p>
            <a:pPr lvl="1" algn="just">
              <a:lnSpc>
                <a:spcPct val="110000"/>
              </a:lnSpc>
              <a:spcBef>
                <a:spcPts val="0"/>
              </a:spcBef>
              <a:spcAft>
                <a:spcPts val="300"/>
              </a:spcAft>
            </a:pPr>
            <a:r>
              <a:rPr lang="en-US" i="1" dirty="0">
                <a:solidFill>
                  <a:srgbClr val="000000"/>
                </a:solidFill>
                <a:effectLst/>
                <a:ea typeface="ヒラギノ角ゴ Pro W3"/>
              </a:rPr>
              <a:t>width</a:t>
            </a:r>
            <a:r>
              <a:rPr lang="en-US" dirty="0">
                <a:solidFill>
                  <a:srgbClr val="000000"/>
                </a:solidFill>
                <a:effectLst/>
                <a:ea typeface="ヒラギノ角ゴ Pro W3"/>
              </a:rPr>
              <a:t> (total amount of pitch variation). </a:t>
            </a:r>
            <a:endParaRPr lang="en-GB" dirty="0">
              <a:solidFill>
                <a:srgbClr val="000000"/>
              </a:solidFill>
              <a:effectLst/>
              <a:ea typeface="ヒラギノ角ゴ Pro W3"/>
            </a:endParaRPr>
          </a:p>
          <a:p>
            <a:pPr algn="just">
              <a:lnSpc>
                <a:spcPct val="110000"/>
              </a:lnSpc>
              <a:spcBef>
                <a:spcPts val="0"/>
              </a:spcBef>
              <a:spcAft>
                <a:spcPts val="300"/>
              </a:spcAft>
            </a:pPr>
            <a:r>
              <a:rPr lang="en-US" sz="2800" dirty="0">
                <a:solidFill>
                  <a:srgbClr val="000000"/>
                </a:solidFill>
                <a:effectLst/>
                <a:ea typeface="ヒラギノ角ゴ Pro W3"/>
              </a:rPr>
              <a:t>works by changing the playback speed of sampled audio</a:t>
            </a:r>
            <a:endParaRPr lang="en-US" dirty="0">
              <a:solidFill>
                <a:srgbClr val="000000"/>
              </a:solidFill>
              <a:ea typeface="ヒラギノ角ゴ Pro W3"/>
            </a:endParaRPr>
          </a:p>
          <a:p>
            <a:pPr lvl="1" algn="just">
              <a:lnSpc>
                <a:spcPct val="110000"/>
              </a:lnSpc>
              <a:spcBef>
                <a:spcPts val="0"/>
              </a:spcBef>
              <a:spcAft>
                <a:spcPts val="300"/>
              </a:spcAft>
            </a:pPr>
            <a:r>
              <a:rPr lang="en-US" dirty="0">
                <a:solidFill>
                  <a:srgbClr val="000000"/>
                </a:solidFill>
                <a:effectLst/>
                <a:ea typeface="ヒラギノ角ゴ Pro W3"/>
              </a:rPr>
              <a:t>Playing a sound faster raises its pitch, and playing it slower lowers the pitch</a:t>
            </a:r>
            <a:endParaRPr lang="en-US" dirty="0">
              <a:solidFill>
                <a:srgbClr val="000000"/>
              </a:solidFill>
              <a:ea typeface="ヒラギノ角ゴ Pro W3"/>
            </a:endParaRPr>
          </a:p>
          <a:p>
            <a:pPr lvl="1" algn="just">
              <a:lnSpc>
                <a:spcPct val="110000"/>
              </a:lnSpc>
              <a:spcBef>
                <a:spcPts val="0"/>
              </a:spcBef>
              <a:spcAft>
                <a:spcPts val="300"/>
              </a:spcAft>
            </a:pPr>
            <a:r>
              <a:rPr lang="en-US" dirty="0">
                <a:solidFill>
                  <a:srgbClr val="000000"/>
                </a:solidFill>
                <a:effectLst/>
                <a:ea typeface="ヒラギノ角ゴ Pro W3"/>
              </a:rPr>
              <a:t>To add vibrato, playback speed needs to </a:t>
            </a:r>
            <a:r>
              <a:rPr lang="en-US" dirty="0">
                <a:solidFill>
                  <a:srgbClr val="000000"/>
                </a:solidFill>
                <a:ea typeface="ヒラギノ角ゴ Pro W3"/>
              </a:rPr>
              <a:t>vary periodically, </a:t>
            </a:r>
            <a:r>
              <a:rPr lang="en-US" dirty="0">
                <a:solidFill>
                  <a:srgbClr val="000000"/>
                </a:solidFill>
                <a:effectLst/>
                <a:ea typeface="ヒラギノ角ゴ Pro W3"/>
              </a:rPr>
              <a:t>faster &amp; slower than normal </a:t>
            </a:r>
          </a:p>
          <a:p>
            <a:pPr algn="just">
              <a:lnSpc>
                <a:spcPct val="110000"/>
              </a:lnSpc>
              <a:spcBef>
                <a:spcPts val="0"/>
              </a:spcBef>
              <a:spcAft>
                <a:spcPts val="300"/>
              </a:spcAft>
            </a:pPr>
            <a:r>
              <a:rPr lang="en-US" dirty="0">
                <a:solidFill>
                  <a:srgbClr val="000000"/>
                </a:solidFill>
                <a:effectLst/>
                <a:ea typeface="ヒラギノ角ゴ Pro W3"/>
              </a:rPr>
              <a:t>we will add vibrato through the use of modulated delay lines. </a:t>
            </a:r>
            <a:endParaRPr lang="en-GB" dirty="0"/>
          </a:p>
        </p:txBody>
      </p:sp>
    </p:spTree>
    <p:extLst>
      <p:ext uri="{BB962C8B-B14F-4D97-AF65-F5344CB8AC3E}">
        <p14:creationId xmlns:p14="http://schemas.microsoft.com/office/powerpoint/2010/main" val="149117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5842-8099-41E0-8EE7-3C21CA98813F}"/>
              </a:ext>
            </a:extLst>
          </p:cNvPr>
          <p:cNvSpPr>
            <a:spLocks noGrp="1"/>
          </p:cNvSpPr>
          <p:nvPr>
            <p:ph type="title"/>
          </p:nvPr>
        </p:nvSpPr>
        <p:spPr>
          <a:xfrm>
            <a:off x="353085" y="131275"/>
            <a:ext cx="10515600" cy="881979"/>
          </a:xfrm>
        </p:spPr>
        <p:txBody>
          <a:bodyPr/>
          <a:lstStyle/>
          <a:p>
            <a:r>
              <a:rPr lang="en-GB" dirty="0"/>
              <a:t>Vibrato implementation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880E21-C7EF-4B1B-9C68-7D64855CA6AC}"/>
                  </a:ext>
                </a:extLst>
              </p:cNvPr>
              <p:cNvSpPr>
                <a:spLocks noGrp="1"/>
              </p:cNvSpPr>
              <p:nvPr>
                <p:ph idx="1"/>
              </p:nvPr>
            </p:nvSpPr>
            <p:spPr>
              <a:xfrm>
                <a:off x="119528" y="1225176"/>
                <a:ext cx="12018683" cy="5632823"/>
              </a:xfrm>
            </p:spPr>
            <p:txBody>
              <a:bodyPr>
                <a:normAutofit fontScale="92500"/>
              </a:bodyPr>
              <a:lstStyle/>
              <a:p>
                <a:pPr algn="just">
                  <a:lnSpc>
                    <a:spcPct val="110000"/>
                  </a:lnSpc>
                  <a:spcBef>
                    <a:spcPts val="0"/>
                  </a:spcBef>
                  <a:spcAft>
                    <a:spcPts val="200"/>
                  </a:spcAft>
                </a:pPr>
                <a:r>
                  <a:rPr lang="en-US" sz="3100" i="1" dirty="0">
                    <a:solidFill>
                      <a:srgbClr val="000000"/>
                    </a:solidFill>
                    <a:effectLst/>
                    <a:ea typeface="ヒラギノ角ゴ Pro W3"/>
                  </a:rPr>
                  <a:t>Modulated delay line </a:t>
                </a:r>
                <a:r>
                  <a:rPr lang="en-US" sz="3100" dirty="0">
                    <a:solidFill>
                      <a:srgbClr val="000000"/>
                    </a:solidFill>
                    <a:effectLst/>
                    <a:ea typeface="ヒラギノ角ゴ Pro W3"/>
                  </a:rPr>
                  <a:t>is a delay line whose delay length changes over time</a:t>
                </a:r>
                <a:endParaRPr lang="en-US" sz="3100" dirty="0">
                  <a:solidFill>
                    <a:srgbClr val="000000"/>
                  </a:solidFill>
                  <a:ea typeface="ヒラギノ角ゴ Pro W3"/>
                </a:endParaRPr>
              </a:p>
              <a:p>
                <a:pPr algn="just">
                  <a:lnSpc>
                    <a:spcPct val="110000"/>
                  </a:lnSpc>
                  <a:spcBef>
                    <a:spcPts val="0"/>
                  </a:spcBef>
                  <a:spcAft>
                    <a:spcPts val="200"/>
                  </a:spcAft>
                </a:pPr>
                <a:r>
                  <a:rPr lang="en-US" sz="3100" dirty="0">
                    <a:solidFill>
                      <a:srgbClr val="000000"/>
                    </a:solidFill>
                    <a:effectLst/>
                    <a:ea typeface="ヒラギノ角ゴ Pro W3"/>
                  </a:rPr>
                  <a:t>Delay alone will not introduce a pitch shift. </a:t>
                </a:r>
              </a:p>
              <a:p>
                <a:pPr lvl="1" algn="just">
                  <a:lnSpc>
                    <a:spcPct val="110000"/>
                  </a:lnSpc>
                  <a:spcBef>
                    <a:spcPts val="0"/>
                  </a:spcBef>
                  <a:spcAft>
                    <a:spcPts val="200"/>
                  </a:spcAft>
                </a:pPr>
                <a:r>
                  <a:rPr lang="en-US" sz="2700" dirty="0">
                    <a:solidFill>
                      <a:srgbClr val="000000"/>
                    </a:solidFill>
                    <a:effectLst/>
                    <a:ea typeface="ヒラギノ角ゴ Pro W3"/>
                  </a:rPr>
                  <a:t>suppose delay decreases each sample by a constant amount </a:t>
                </a:r>
              </a:p>
              <a:p>
                <a:pPr lvl="2" algn="just">
                  <a:lnSpc>
                    <a:spcPct val="110000"/>
                  </a:lnSpc>
                  <a:spcBef>
                    <a:spcPts val="0"/>
                  </a:spcBef>
                  <a:spcAft>
                    <a:spcPts val="200"/>
                  </a:spcAft>
                </a:pPr>
                <a:r>
                  <a:rPr lang="en-US" sz="2400" dirty="0">
                    <a:solidFill>
                      <a:srgbClr val="000000"/>
                    </a:solidFill>
                    <a:effectLst/>
                    <a:ea typeface="ヒラギノ角ゴ Pro W3"/>
                  </a:rPr>
                  <a:t>less samples need to be played out to complete one period of a periodic waveform</a:t>
                </a:r>
                <a:endParaRPr lang="en-US" sz="2400" dirty="0">
                  <a:solidFill>
                    <a:srgbClr val="000000"/>
                  </a:solidFill>
                  <a:ea typeface="ヒラギノ角ゴ Pro W3"/>
                </a:endParaRPr>
              </a:p>
              <a:p>
                <a:pPr lvl="2" algn="just">
                  <a:lnSpc>
                    <a:spcPct val="110000"/>
                  </a:lnSpc>
                  <a:spcBef>
                    <a:spcPts val="0"/>
                  </a:spcBef>
                  <a:spcAft>
                    <a:spcPts val="200"/>
                  </a:spcAft>
                </a:pPr>
                <a:r>
                  <a:rPr lang="en-US" sz="2400" dirty="0">
                    <a:solidFill>
                      <a:srgbClr val="000000"/>
                    </a:solidFill>
                    <a:effectLst/>
                    <a:ea typeface="ヒラギノ角ゴ Pro W3"/>
                  </a:rPr>
                  <a:t>periodic waveform appears shorter </a:t>
                </a:r>
                <a:r>
                  <a:rPr lang="en-US" sz="2400" dirty="0">
                    <a:solidFill>
                      <a:srgbClr val="000000"/>
                    </a:solidFill>
                    <a:effectLst/>
                    <a:ea typeface="ヒラギノ角ゴ Pro W3"/>
                    <a:sym typeface="Wingdings" panose="05000000000000000000" pitchFamily="2" charset="2"/>
                  </a:rPr>
                  <a:t> </a:t>
                </a:r>
                <a:r>
                  <a:rPr lang="en-US" sz="2400" dirty="0">
                    <a:solidFill>
                      <a:srgbClr val="000000"/>
                    </a:solidFill>
                    <a:effectLst/>
                    <a:ea typeface="ヒラギノ角ゴ Pro W3"/>
                  </a:rPr>
                  <a:t>higher frequency</a:t>
                </a:r>
              </a:p>
              <a:p>
                <a:pPr lvl="1" algn="just">
                  <a:lnSpc>
                    <a:spcPct val="110000"/>
                  </a:lnSpc>
                  <a:spcBef>
                    <a:spcPts val="0"/>
                  </a:spcBef>
                  <a:spcAft>
                    <a:spcPts val="200"/>
                  </a:spcAft>
                </a:pPr>
                <a:r>
                  <a:rPr lang="en-US" sz="2700" dirty="0">
                    <a:solidFill>
                      <a:srgbClr val="000000"/>
                    </a:solidFill>
                    <a:effectLst/>
                    <a:ea typeface="ヒラギノ角ゴ Pro W3"/>
                  </a:rPr>
                  <a:t>Suppose length of the delay line increases each sample</a:t>
                </a:r>
              </a:p>
              <a:p>
                <a:pPr lvl="2" algn="just">
                  <a:lnSpc>
                    <a:spcPct val="110000"/>
                  </a:lnSpc>
                  <a:spcBef>
                    <a:spcPts val="0"/>
                  </a:spcBef>
                  <a:spcAft>
                    <a:spcPts val="200"/>
                  </a:spcAft>
                </a:pPr>
                <a:r>
                  <a:rPr lang="en-US" sz="2400" dirty="0">
                    <a:solidFill>
                      <a:srgbClr val="000000"/>
                    </a:solidFill>
                    <a:effectLst/>
                    <a:ea typeface="ヒラギノ角ゴ Pro W3"/>
                  </a:rPr>
                  <a:t>periodic waveform appears longer </a:t>
                </a:r>
                <a:r>
                  <a:rPr lang="en-US" sz="2400" dirty="0">
                    <a:solidFill>
                      <a:srgbClr val="000000"/>
                    </a:solidFill>
                    <a:effectLst/>
                    <a:ea typeface="ヒラギノ角ゴ Pro W3"/>
                    <a:sym typeface="Wingdings" panose="05000000000000000000" pitchFamily="2" charset="2"/>
                  </a:rPr>
                  <a:t> lower frequency</a:t>
                </a:r>
                <a:endParaRPr lang="en-GB" sz="2400" dirty="0">
                  <a:solidFill>
                    <a:srgbClr val="000000"/>
                  </a:solidFill>
                  <a:effectLst/>
                  <a:ea typeface="ヒラギノ角ゴ Pro W3"/>
                </a:endParaRPr>
              </a:p>
              <a:p>
                <a:pPr algn="just">
                  <a:lnSpc>
                    <a:spcPct val="110000"/>
                  </a:lnSpc>
                  <a:spcBef>
                    <a:spcPts val="0"/>
                  </a:spcBef>
                  <a:spcAft>
                    <a:spcPts val="200"/>
                  </a:spcAft>
                </a:pPr>
                <a:r>
                  <a:rPr lang="en-US" sz="3100" dirty="0">
                    <a:solidFill>
                      <a:srgbClr val="000000"/>
                    </a:solidFill>
                    <a:effectLst/>
                    <a:ea typeface="ヒラギノ角ゴ Pro W3"/>
                  </a:rPr>
                  <a:t>pitch shift depends on the </a:t>
                </a:r>
                <a:r>
                  <a:rPr lang="en-US" sz="3100" i="1" dirty="0">
                    <a:solidFill>
                      <a:srgbClr val="000000"/>
                    </a:solidFill>
                    <a:effectLst/>
                    <a:ea typeface="ヒラギノ角ゴ Pro W3"/>
                  </a:rPr>
                  <a:t>time </a:t>
                </a:r>
                <a:r>
                  <a:rPr lang="en-US" sz="3100" dirty="0">
                    <a:solidFill>
                      <a:srgbClr val="000000"/>
                    </a:solidFill>
                    <a:effectLst/>
                    <a:ea typeface="ヒラギノ角ゴ Pro W3"/>
                  </a:rPr>
                  <a:t>derivative of delay length</a:t>
                </a:r>
              </a:p>
              <a:p>
                <a:pPr lvl="1" algn="just">
                  <a:lnSpc>
                    <a:spcPct val="110000"/>
                  </a:lnSpc>
                  <a:spcBef>
                    <a:spcPts val="0"/>
                  </a:spcBef>
                  <a:spcAft>
                    <a:spcPts val="200"/>
                  </a:spcAft>
                </a:pPr>
                <a:r>
                  <a:rPr lang="en-US" sz="2800" dirty="0">
                    <a:solidFill>
                      <a:srgbClr val="000000"/>
                    </a:solidFill>
                    <a:effectLst/>
                    <a:ea typeface="ヒラギノ角ゴ Pro W3"/>
                  </a:rPr>
                  <a:t>For sine wave sin(2</a:t>
                </a:r>
                <a:r>
                  <a:rPr lang="en-US" sz="2800" dirty="0">
                    <a:solidFill>
                      <a:srgbClr val="000000"/>
                    </a:solidFill>
                    <a:effectLst/>
                    <a:latin typeface="Symbol" panose="05050102010706020507" pitchFamily="18" charset="2"/>
                    <a:ea typeface="ヒラギノ角ゴ Pro W3"/>
                  </a:rPr>
                  <a:t>p</a:t>
                </a:r>
                <a:r>
                  <a:rPr lang="en-US" sz="2800" i="1" dirty="0">
                    <a:solidFill>
                      <a:srgbClr val="000000"/>
                    </a:solidFill>
                    <a:effectLst/>
                    <a:ea typeface="ヒラギノ角ゴ Pro W3"/>
                  </a:rPr>
                  <a:t>f</a:t>
                </a:r>
                <a:r>
                  <a:rPr lang="en-US" sz="2800" i="1" baseline="-25000" dirty="0">
                    <a:solidFill>
                      <a:srgbClr val="000000"/>
                    </a:solidFill>
                    <a:effectLst/>
                    <a:ea typeface="ヒラギノ角ゴ Pro W3"/>
                  </a:rPr>
                  <a:t>c</a:t>
                </a:r>
                <a:r>
                  <a:rPr lang="en-US" sz="2800" dirty="0">
                    <a:solidFill>
                      <a:srgbClr val="000000"/>
                    </a:solidFill>
                    <a:effectLst/>
                    <a:ea typeface="ヒラギノ角ゴ Pro W3"/>
                  </a:rPr>
                  <a:t>), new frequency after applying time varying delay </a:t>
                </a:r>
                <a14:m>
                  <m:oMath xmlns:m="http://schemas.openxmlformats.org/officeDocument/2006/math">
                    <m:r>
                      <a:rPr lang="en-US" sz="2800" i="1" kern="1200">
                        <a:solidFill>
                          <a:srgbClr val="000000"/>
                        </a:solidFill>
                        <a:effectLst/>
                        <a:latin typeface="Cambria Math" panose="02040503050406030204" pitchFamily="18" charset="0"/>
                        <a:ea typeface="Times New Roman" panose="02020603050405020304" pitchFamily="18" charset="0"/>
                      </a:rPr>
                      <m:t>𝑀</m:t>
                    </m:r>
                    <m:d>
                      <m:dPr>
                        <m:ctrlPr>
                          <a:rPr lang="en-GB" sz="2800" i="1" kern="1200">
                            <a:solidFill>
                              <a:srgbClr val="000000"/>
                            </a:solidFill>
                            <a:effectLst/>
                            <a:latin typeface="Cambria Math" panose="02040503050406030204" pitchFamily="18" charset="0"/>
                            <a:ea typeface="ヒラギノ角ゴ Pro W3"/>
                          </a:rPr>
                        </m:ctrlPr>
                      </m:dPr>
                      <m:e>
                        <m:r>
                          <a:rPr lang="en-US" sz="2800" i="1" kern="1200">
                            <a:solidFill>
                              <a:srgbClr val="000000"/>
                            </a:solidFill>
                            <a:effectLst/>
                            <a:latin typeface="Cambria Math" panose="02040503050406030204" pitchFamily="18" charset="0"/>
                            <a:ea typeface="ヒラギノ角ゴ Pro W3"/>
                          </a:rPr>
                          <m:t>𝑡</m:t>
                        </m:r>
                      </m:e>
                    </m:d>
                  </m:oMath>
                </a14:m>
                <a:r>
                  <a:rPr lang="en-US" sz="2800" dirty="0">
                    <a:solidFill>
                      <a:srgbClr val="000000"/>
                    </a:solidFill>
                    <a:effectLst/>
                    <a:ea typeface="ヒラギノ角ゴ Pro W3"/>
                  </a:rPr>
                  <a:t> is:</a:t>
                </a:r>
              </a:p>
              <a:p>
                <a:pPr marL="457200" lvl="1" indent="0" algn="ctr">
                  <a:lnSpc>
                    <a:spcPct val="110000"/>
                  </a:lnSpc>
                  <a:spcBef>
                    <a:spcPts val="0"/>
                  </a:spcBef>
                  <a:spcAft>
                    <a:spcPts val="200"/>
                  </a:spcAft>
                  <a:buNone/>
                </a:pPr>
                <a14:m>
                  <m:oMathPara xmlns:m="http://schemas.openxmlformats.org/officeDocument/2006/math">
                    <m:oMathParaPr>
                      <m:jc m:val="centerGroup"/>
                    </m:oMathParaPr>
                    <m:oMath xmlns:m="http://schemas.openxmlformats.org/officeDocument/2006/math">
                      <m:sSub>
                        <m:sSubPr>
                          <m:ctrlPr>
                            <a:rPr lang="en-GB" sz="2000" i="1" kern="1200" smtClean="0">
                              <a:effectLst/>
                              <a:latin typeface="Cambria Math" panose="02040503050406030204" pitchFamily="18" charset="0"/>
                              <a:ea typeface="Times New Roman" panose="02020603050405020304" pitchFamily="18" charset="0"/>
                            </a:rPr>
                          </m:ctrlPr>
                        </m:sSubPr>
                        <m:e>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𝑛𝑒𝑤</m:t>
                          </m:r>
                        </m:sub>
                      </m:sSub>
                      <m:d>
                        <m:dPr>
                          <m:ctrlPr>
                            <a:rPr lang="en-GB" sz="2000" i="1" kern="1200">
                              <a:effectLst/>
                              <a:latin typeface="Cambria Math" panose="02040503050406030204" pitchFamily="18" charset="0"/>
                            </a:rPr>
                          </m:ctrlPr>
                        </m:dPr>
                        <m:e>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000" i="1" kern="1200">
                              <a:effectLst/>
                              <a:latin typeface="Cambria Math" panose="02040503050406030204" pitchFamily="18" charset="0"/>
                              <a:ea typeface="Times New Roman" panose="02020603050405020304" pitchFamily="18" charset="0"/>
                            </a:rPr>
                          </m:ctrlPr>
                        </m:sSubPr>
                        <m:e>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sz="1800" i="1" kern="1200">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GB" i="1">
                          <a:latin typeface="Cambria Math" panose="02040503050406030204" pitchFamily="18" charset="0"/>
                          <a:ea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1−</m:t>
                      </m:r>
                      <m:f>
                        <m:fPr>
                          <m:ctrlPr>
                            <a:rPr lang="en-GB" i="1">
                              <a:latin typeface="Cambria Math" panose="02040503050406030204" pitchFamily="18" charset="0"/>
                              <a:ea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𝑑𝑀</m:t>
                          </m:r>
                          <m:d>
                            <m:dPr>
                              <m:ctrlPr>
                                <a:rPr lang="en-GB" i="1">
                                  <a:latin typeface="Cambria Math" panose="020405030504060302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n-US" sz="2000" i="1">
                              <a:latin typeface="Cambria Math" panose="02040503050406030204" pitchFamily="18" charset="0"/>
                              <a:ea typeface="Times New Roman" panose="02020603050405020304" pitchFamily="18" charset="0"/>
                              <a:cs typeface="Times New Roman" panose="02020603050405020304" pitchFamily="18" charset="0"/>
                            </a:rPr>
                            <m:t>𝑑𝑡</m:t>
                          </m:r>
                        </m:den>
                      </m:f>
                      <m:r>
                        <a:rPr lang="en-GB" sz="2000" b="0" i="1" smtClean="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GB" sz="2800" dirty="0"/>
              </a:p>
            </p:txBody>
          </p:sp>
        </mc:Choice>
        <mc:Fallback xmlns="">
          <p:sp>
            <p:nvSpPr>
              <p:cNvPr id="3" name="Content Placeholder 2">
                <a:extLst>
                  <a:ext uri="{FF2B5EF4-FFF2-40B4-BE49-F238E27FC236}">
                    <a16:creationId xmlns:a16="http://schemas.microsoft.com/office/drawing/2014/main" id="{48880E21-C7EF-4B1B-9C68-7D64855CA6AC}"/>
                  </a:ext>
                </a:extLst>
              </p:cNvPr>
              <p:cNvSpPr>
                <a:spLocks noGrp="1" noRot="1" noChangeAspect="1" noMove="1" noResize="1" noEditPoints="1" noAdjustHandles="1" noChangeArrowheads="1" noChangeShapeType="1" noTextEdit="1"/>
              </p:cNvSpPr>
              <p:nvPr>
                <p:ph idx="1"/>
              </p:nvPr>
            </p:nvSpPr>
            <p:spPr>
              <a:xfrm>
                <a:off x="119528" y="1225176"/>
                <a:ext cx="12018683" cy="5632823"/>
              </a:xfrm>
              <a:blipFill>
                <a:blip r:embed="rId3"/>
                <a:stretch>
                  <a:fillRect l="-964" t="-758"/>
                </a:stretch>
              </a:blipFill>
            </p:spPr>
            <p:txBody>
              <a:bodyPr/>
              <a:lstStyle/>
              <a:p>
                <a:r>
                  <a:rPr lang="en-GB">
                    <a:noFill/>
                  </a:rPr>
                  <a:t> </a:t>
                </a:r>
              </a:p>
            </p:txBody>
          </p:sp>
        </mc:Fallback>
      </mc:AlternateContent>
    </p:spTree>
    <p:extLst>
      <p:ext uri="{BB962C8B-B14F-4D97-AF65-F5344CB8AC3E}">
        <p14:creationId xmlns:p14="http://schemas.microsoft.com/office/powerpoint/2010/main" val="1132399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5842-8099-41E0-8EE7-3C21CA98813F}"/>
              </a:ext>
            </a:extLst>
          </p:cNvPr>
          <p:cNvSpPr>
            <a:spLocks noGrp="1"/>
          </p:cNvSpPr>
          <p:nvPr>
            <p:ph type="title"/>
          </p:nvPr>
        </p:nvSpPr>
        <p:spPr>
          <a:xfrm>
            <a:off x="353085" y="131275"/>
            <a:ext cx="10515600" cy="881979"/>
          </a:xfrm>
        </p:spPr>
        <p:txBody>
          <a:bodyPr/>
          <a:lstStyle/>
          <a:p>
            <a:r>
              <a:rPr lang="en-GB" dirty="0"/>
              <a:t>Vibrato – calculating pitch shift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880E21-C7EF-4B1B-9C68-7D64855CA6AC}"/>
                  </a:ext>
                </a:extLst>
              </p:cNvPr>
              <p:cNvSpPr>
                <a:spLocks noGrp="1"/>
              </p:cNvSpPr>
              <p:nvPr>
                <p:ph idx="1"/>
              </p:nvPr>
            </p:nvSpPr>
            <p:spPr>
              <a:xfrm>
                <a:off x="119528" y="1013254"/>
                <a:ext cx="12018683" cy="5844745"/>
              </a:xfrm>
            </p:spPr>
            <p:txBody>
              <a:bodyPr>
                <a:normAutofit/>
              </a:bodyPr>
              <a:lstStyle/>
              <a:p>
                <a:pPr marL="0" indent="0" algn="just">
                  <a:lnSpc>
                    <a:spcPct val="120000"/>
                  </a:lnSpc>
                  <a:spcBef>
                    <a:spcPts val="0"/>
                  </a:spcBef>
                  <a:spcAft>
                    <a:spcPts val="300"/>
                  </a:spcAft>
                  <a:buNone/>
                </a:pPr>
                <a:r>
                  <a:rPr lang="en-US" sz="3100" dirty="0">
                    <a:solidFill>
                      <a:srgbClr val="000000"/>
                    </a:solidFill>
                    <a:effectLst/>
                    <a:ea typeface="ヒラギノ角ゴ Pro W3"/>
                  </a:rPr>
                  <a:t>pitch shift depends on the </a:t>
                </a:r>
                <a:r>
                  <a:rPr lang="en-US" sz="3100" i="1" dirty="0">
                    <a:solidFill>
                      <a:srgbClr val="000000"/>
                    </a:solidFill>
                    <a:effectLst/>
                    <a:ea typeface="ヒラギノ角ゴ Pro W3"/>
                  </a:rPr>
                  <a:t>time </a:t>
                </a:r>
                <a:r>
                  <a:rPr lang="en-US" sz="3100" dirty="0">
                    <a:solidFill>
                      <a:srgbClr val="000000"/>
                    </a:solidFill>
                    <a:effectLst/>
                    <a:ea typeface="ヒラギノ角ゴ Pro W3"/>
                  </a:rPr>
                  <a:t>derivative of delay length</a:t>
                </a:r>
              </a:p>
              <a:p>
                <a:pPr lvl="1" algn="just">
                  <a:lnSpc>
                    <a:spcPct val="120000"/>
                  </a:lnSpc>
                  <a:spcBef>
                    <a:spcPts val="0"/>
                  </a:spcBef>
                  <a:spcAft>
                    <a:spcPts val="300"/>
                  </a:spcAft>
                </a:pPr>
                <a:r>
                  <a:rPr lang="en-US" sz="2700" dirty="0">
                    <a:solidFill>
                      <a:srgbClr val="000000"/>
                    </a:solidFill>
                    <a:effectLst/>
                    <a:ea typeface="ヒラギノ角ゴ Pro W3"/>
                  </a:rPr>
                  <a:t>Consider sine wave sin(2</a:t>
                </a:r>
                <a:r>
                  <a:rPr lang="en-US" sz="2700" dirty="0">
                    <a:solidFill>
                      <a:srgbClr val="000000"/>
                    </a:solidFill>
                    <a:effectLst/>
                    <a:latin typeface="Symbol" panose="05050102010706020507" pitchFamily="18" charset="2"/>
                    <a:ea typeface="ヒラギノ角ゴ Pro W3"/>
                  </a:rPr>
                  <a:t>p</a:t>
                </a:r>
                <a:r>
                  <a:rPr lang="en-US" sz="2700" i="1" dirty="0">
                    <a:solidFill>
                      <a:srgbClr val="000000"/>
                    </a:solidFill>
                    <a:effectLst/>
                    <a:ea typeface="ヒラギノ角ゴ Pro W3"/>
                  </a:rPr>
                  <a:t>f</a:t>
                </a:r>
                <a:r>
                  <a:rPr lang="en-US" sz="2700" i="1" baseline="-25000" dirty="0">
                    <a:solidFill>
                      <a:srgbClr val="000000"/>
                    </a:solidFill>
                    <a:effectLst/>
                    <a:ea typeface="ヒラギノ角ゴ Pro W3"/>
                  </a:rPr>
                  <a:t>c</a:t>
                </a:r>
                <a:r>
                  <a:rPr lang="en-US" sz="2700" i="1" dirty="0">
                    <a:solidFill>
                      <a:srgbClr val="000000"/>
                    </a:solidFill>
                    <a:effectLst/>
                    <a:ea typeface="ヒラギノ角ゴ Pro W3"/>
                  </a:rPr>
                  <a:t>t</a:t>
                </a:r>
                <a:r>
                  <a:rPr lang="en-US" sz="2700" dirty="0">
                    <a:solidFill>
                      <a:srgbClr val="000000"/>
                    </a:solidFill>
                    <a:effectLst/>
                    <a:ea typeface="ヒラギノ角ゴ Pro W3"/>
                  </a:rPr>
                  <a:t>), </a:t>
                </a:r>
              </a:p>
              <a:p>
                <a:pPr lvl="1" algn="just">
                  <a:lnSpc>
                    <a:spcPct val="120000"/>
                  </a:lnSpc>
                  <a:spcBef>
                    <a:spcPts val="0"/>
                  </a:spcBef>
                  <a:spcAft>
                    <a:spcPts val="300"/>
                  </a:spcAft>
                </a:pPr>
                <a:r>
                  <a:rPr lang="en-US" sz="2700" dirty="0">
                    <a:solidFill>
                      <a:srgbClr val="000000"/>
                    </a:solidFill>
                    <a:ea typeface="ヒラギノ角ゴ Pro W3"/>
                  </a:rPr>
                  <a:t>A</a:t>
                </a:r>
                <a:r>
                  <a:rPr lang="en-US" sz="2700" dirty="0">
                    <a:solidFill>
                      <a:srgbClr val="000000"/>
                    </a:solidFill>
                    <a:effectLst/>
                    <a:ea typeface="ヒラギノ角ゴ Pro W3"/>
                  </a:rPr>
                  <a:t>pplying time varying delay </a:t>
                </a:r>
                <a14:m>
                  <m:oMath xmlns:m="http://schemas.openxmlformats.org/officeDocument/2006/math">
                    <m:r>
                      <a:rPr lang="en-US" sz="2700" i="1" kern="1200">
                        <a:solidFill>
                          <a:srgbClr val="000000"/>
                        </a:solidFill>
                        <a:effectLst/>
                        <a:latin typeface="Cambria Math" panose="02040503050406030204" pitchFamily="18" charset="0"/>
                        <a:ea typeface="Times New Roman" panose="02020603050405020304" pitchFamily="18" charset="0"/>
                      </a:rPr>
                      <m:t>𝑀</m:t>
                    </m:r>
                    <m:d>
                      <m:dPr>
                        <m:ctrlPr>
                          <a:rPr lang="en-GB" sz="2700" i="1" kern="1200">
                            <a:solidFill>
                              <a:srgbClr val="000000"/>
                            </a:solidFill>
                            <a:effectLst/>
                            <a:latin typeface="Cambria Math" panose="02040503050406030204" pitchFamily="18" charset="0"/>
                            <a:ea typeface="ヒラギノ角ゴ Pro W3"/>
                          </a:rPr>
                        </m:ctrlPr>
                      </m:dPr>
                      <m:e>
                        <m:r>
                          <a:rPr lang="en-US" sz="2700" i="1" kern="1200">
                            <a:solidFill>
                              <a:srgbClr val="000000"/>
                            </a:solidFill>
                            <a:effectLst/>
                            <a:latin typeface="Cambria Math" panose="02040503050406030204" pitchFamily="18" charset="0"/>
                            <a:ea typeface="ヒラギノ角ゴ Pro W3"/>
                          </a:rPr>
                          <m:t>𝑡</m:t>
                        </m:r>
                      </m:e>
                    </m:d>
                  </m:oMath>
                </a14:m>
                <a:r>
                  <a:rPr lang="en-US" sz="2700" dirty="0">
                    <a:solidFill>
                      <a:srgbClr val="000000"/>
                    </a:solidFill>
                    <a:ea typeface="ヒラギノ角ゴ Pro W3"/>
                  </a:rPr>
                  <a:t>, sin( 2</a:t>
                </a:r>
                <a:r>
                  <a:rPr lang="en-US" sz="2700" dirty="0">
                    <a:solidFill>
                      <a:srgbClr val="000000"/>
                    </a:solidFill>
                    <a:latin typeface="Symbol" panose="05050102010706020507" pitchFamily="18" charset="2"/>
                    <a:ea typeface="ヒラギノ角ゴ Pro W3"/>
                  </a:rPr>
                  <a:t>p</a:t>
                </a:r>
                <a:r>
                  <a:rPr lang="en-US" sz="2700" i="1" dirty="0">
                    <a:solidFill>
                      <a:srgbClr val="000000"/>
                    </a:solidFill>
                    <a:ea typeface="ヒラギノ角ゴ Pro W3"/>
                  </a:rPr>
                  <a:t>f</a:t>
                </a:r>
                <a:r>
                  <a:rPr lang="en-US" sz="2700" i="1" baseline="-25000" dirty="0">
                    <a:solidFill>
                      <a:srgbClr val="000000"/>
                    </a:solidFill>
                    <a:ea typeface="ヒラギノ角ゴ Pro W3"/>
                  </a:rPr>
                  <a:t>c </a:t>
                </a:r>
                <a:r>
                  <a:rPr lang="en-US" sz="2700" dirty="0">
                    <a:solidFill>
                      <a:srgbClr val="000000"/>
                    </a:solidFill>
                    <a:ea typeface="ヒラギノ角ゴ Pro W3"/>
                  </a:rPr>
                  <a:t>(</a:t>
                </a:r>
                <a:r>
                  <a:rPr lang="en-US" sz="2700" i="1" dirty="0" err="1">
                    <a:solidFill>
                      <a:srgbClr val="000000"/>
                    </a:solidFill>
                    <a:ea typeface="ヒラギノ角ゴ Pro W3"/>
                  </a:rPr>
                  <a:t>t</a:t>
                </a:r>
                <a:r>
                  <a:rPr lang="en-US" sz="2700" dirty="0" err="1">
                    <a:solidFill>
                      <a:srgbClr val="000000"/>
                    </a:solidFill>
                    <a:ea typeface="ヒラギノ角ゴ Pro W3"/>
                  </a:rPr>
                  <a:t>+</a:t>
                </a:r>
                <a:r>
                  <a:rPr lang="en-US" sz="2700" i="1" dirty="0" err="1">
                    <a:solidFill>
                      <a:srgbClr val="000000"/>
                    </a:solidFill>
                    <a:ea typeface="ヒラギノ角ゴ Pro W3"/>
                  </a:rPr>
                  <a:t>M</a:t>
                </a:r>
                <a:r>
                  <a:rPr lang="en-US" sz="2700" dirty="0">
                    <a:solidFill>
                      <a:srgbClr val="000000"/>
                    </a:solidFill>
                    <a:ea typeface="ヒラギノ角ゴ Pro W3"/>
                  </a:rPr>
                  <a:t>(</a:t>
                </a:r>
                <a:r>
                  <a:rPr lang="en-US" sz="2700" i="1" dirty="0">
                    <a:solidFill>
                      <a:srgbClr val="000000"/>
                    </a:solidFill>
                    <a:ea typeface="ヒラギノ角ゴ Pro W3"/>
                  </a:rPr>
                  <a:t>t</a:t>
                </a:r>
                <a:r>
                  <a:rPr lang="en-US" sz="2700" dirty="0">
                    <a:solidFill>
                      <a:srgbClr val="000000"/>
                    </a:solidFill>
                    <a:ea typeface="ヒラギノ角ゴ Pro W3"/>
                  </a:rPr>
                  <a:t>)) )</a:t>
                </a:r>
              </a:p>
              <a:p>
                <a:pPr lvl="1" algn="just">
                  <a:lnSpc>
                    <a:spcPct val="120000"/>
                  </a:lnSpc>
                  <a:spcBef>
                    <a:spcPts val="0"/>
                  </a:spcBef>
                  <a:spcAft>
                    <a:spcPts val="300"/>
                  </a:spcAft>
                </a:pPr>
                <a:r>
                  <a:rPr lang="en-US" sz="2700" dirty="0">
                    <a:solidFill>
                      <a:srgbClr val="000000"/>
                    </a:solidFill>
                    <a:effectLst/>
                    <a:ea typeface="ヒラギノ角ゴ Pro W3"/>
                  </a:rPr>
                  <a:t>The new frequency becomes</a:t>
                </a:r>
                <a14:m>
                  <m:oMath xmlns:m="http://schemas.openxmlformats.org/officeDocument/2006/math">
                    <m:r>
                      <a:rPr lang="en-GB" sz="2700" b="0" i="0" smtClean="0">
                        <a:latin typeface="Cambria Math" panose="02040503050406030204" pitchFamily="18" charset="0"/>
                        <a:ea typeface="Times New Roman" panose="02020603050405020304" pitchFamily="18" charset="0"/>
                      </a:rPr>
                      <m:t> </m:t>
                    </m:r>
                    <m:sSub>
                      <m:sSubPr>
                        <m:ctrlPr>
                          <a:rPr lang="en-GB" sz="2700" i="1">
                            <a:latin typeface="Cambria Math" panose="02040503050406030204" pitchFamily="18" charset="0"/>
                            <a:ea typeface="Times New Roman" panose="02020603050405020304" pitchFamily="18" charset="0"/>
                          </a:rPr>
                        </m:ctrlPr>
                      </m:sSubPr>
                      <m:e>
                        <m:r>
                          <a:rPr lang="en-US" sz="2700" i="1">
                            <a:latin typeface="Cambria Math" panose="02040503050406030204" pitchFamily="18" charset="0"/>
                            <a:ea typeface="Times New Roman" panose="02020603050405020304" pitchFamily="18" charset="0"/>
                            <a:cs typeface="Times New Roman" panose="02020603050405020304" pitchFamily="18" charset="0"/>
                          </a:rPr>
                          <m:t>𝑓</m:t>
                        </m:r>
                      </m:e>
                      <m:sub>
                        <m:r>
                          <a:rPr lang="en-US" sz="2700" i="1">
                            <a:latin typeface="Cambria Math" panose="02040503050406030204" pitchFamily="18" charset="0"/>
                            <a:ea typeface="Times New Roman" panose="02020603050405020304" pitchFamily="18" charset="0"/>
                            <a:cs typeface="Times New Roman" panose="02020603050405020304" pitchFamily="18" charset="0"/>
                          </a:rPr>
                          <m:t>𝑛𝑒𝑤</m:t>
                        </m:r>
                      </m:sub>
                    </m:sSub>
                    <m:d>
                      <m:dPr>
                        <m:ctrlPr>
                          <a:rPr lang="en-GB" sz="2700" i="1">
                            <a:latin typeface="Cambria Math" panose="02040503050406030204" pitchFamily="18" charset="0"/>
                          </a:rPr>
                        </m:ctrlPr>
                      </m:dPr>
                      <m:e>
                        <m:r>
                          <a:rPr lang="en-US" sz="2700" i="1">
                            <a:latin typeface="Cambria Math" panose="02040503050406030204" pitchFamily="18" charset="0"/>
                            <a:ea typeface="Times New Roman" panose="02020603050405020304" pitchFamily="18" charset="0"/>
                            <a:cs typeface="Times New Roman" panose="02020603050405020304" pitchFamily="18" charset="0"/>
                          </a:rPr>
                          <m:t>𝑡</m:t>
                        </m:r>
                      </m:e>
                    </m:d>
                    <m:r>
                      <a:rPr lang="en-US" sz="27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700" i="1">
                            <a:latin typeface="Cambria Math" panose="02040503050406030204" pitchFamily="18" charset="0"/>
                            <a:ea typeface="Times New Roman" panose="02020603050405020304" pitchFamily="18" charset="0"/>
                          </a:rPr>
                        </m:ctrlPr>
                      </m:sSubPr>
                      <m:e>
                        <m:r>
                          <a:rPr lang="en-US" sz="2700" i="1">
                            <a:latin typeface="Cambria Math" panose="02040503050406030204" pitchFamily="18" charset="0"/>
                            <a:ea typeface="Times New Roman" panose="02020603050405020304" pitchFamily="18" charset="0"/>
                            <a:cs typeface="Times New Roman" panose="02020603050405020304" pitchFamily="18" charset="0"/>
                          </a:rPr>
                          <m:t>𝑓</m:t>
                        </m:r>
                      </m:e>
                      <m:sub>
                        <m:r>
                          <a:rPr lang="en-US" sz="2700" i="1">
                            <a:latin typeface="Cambria Math" panose="02040503050406030204" pitchFamily="18" charset="0"/>
                            <a:ea typeface="Times New Roman" panose="02020603050405020304" pitchFamily="18" charset="0"/>
                            <a:cs typeface="Times New Roman" panose="02020603050405020304" pitchFamily="18" charset="0"/>
                          </a:rPr>
                          <m:t>𝑐</m:t>
                        </m:r>
                      </m:sub>
                    </m:sSub>
                    <m:r>
                      <a:rPr lang="en-GB" sz="2700" i="1">
                        <a:latin typeface="Cambria Math" panose="02040503050406030204" pitchFamily="18" charset="0"/>
                        <a:ea typeface="Times New Roman" panose="02020603050405020304" pitchFamily="18" charset="0"/>
                      </a:rPr>
                      <m:t>(</m:t>
                    </m:r>
                    <m:r>
                      <a:rPr lang="en-US" sz="2700" i="1">
                        <a:latin typeface="Cambria Math" panose="02040503050406030204" pitchFamily="18" charset="0"/>
                        <a:ea typeface="Times New Roman" panose="02020603050405020304" pitchFamily="18" charset="0"/>
                        <a:cs typeface="Times New Roman" panose="02020603050405020304" pitchFamily="18" charset="0"/>
                      </a:rPr>
                      <m:t>1−</m:t>
                    </m:r>
                    <m:f>
                      <m:fPr>
                        <m:ctrlPr>
                          <a:rPr lang="en-GB" sz="2700" i="1">
                            <a:latin typeface="Cambria Math" panose="02040503050406030204" pitchFamily="18" charset="0"/>
                            <a:ea typeface="Times New Roman" panose="02020603050405020304" pitchFamily="18" charset="0"/>
                          </a:rPr>
                        </m:ctrlPr>
                      </m:fPr>
                      <m:num>
                        <m:r>
                          <a:rPr lang="en-US" sz="2700" i="1">
                            <a:latin typeface="Cambria Math" panose="02040503050406030204" pitchFamily="18" charset="0"/>
                            <a:ea typeface="Times New Roman" panose="02020603050405020304" pitchFamily="18" charset="0"/>
                            <a:cs typeface="Times New Roman" panose="02020603050405020304" pitchFamily="18" charset="0"/>
                          </a:rPr>
                          <m:t>𝑑𝑀</m:t>
                        </m:r>
                        <m:d>
                          <m:dPr>
                            <m:ctrlPr>
                              <a:rPr lang="en-GB" sz="2700" i="1">
                                <a:latin typeface="Cambria Math" panose="02040503050406030204" pitchFamily="18" charset="0"/>
                              </a:rPr>
                            </m:ctrlPr>
                          </m:dPr>
                          <m:e>
                            <m:r>
                              <a:rPr lang="en-US" sz="2700" i="1">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n-US" sz="2700" i="1">
                            <a:latin typeface="Cambria Math" panose="02040503050406030204" pitchFamily="18" charset="0"/>
                            <a:ea typeface="Times New Roman" panose="02020603050405020304" pitchFamily="18" charset="0"/>
                            <a:cs typeface="Times New Roman" panose="02020603050405020304" pitchFamily="18" charset="0"/>
                          </a:rPr>
                          <m:t>𝑑𝑡</m:t>
                        </m:r>
                      </m:den>
                    </m:f>
                    <m:r>
                      <a:rPr lang="en-GB" sz="2700" i="1">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700" dirty="0">
                  <a:effectLst/>
                  <a:ea typeface="Calibri" panose="020F0502020204030204" pitchFamily="34" charset="0"/>
                </a:endParaRPr>
              </a:p>
              <a:p>
                <a:pPr lvl="1" algn="just">
                  <a:lnSpc>
                    <a:spcPct val="120000"/>
                  </a:lnSpc>
                  <a:spcBef>
                    <a:spcPts val="0"/>
                  </a:spcBef>
                  <a:spcAft>
                    <a:spcPts val="300"/>
                  </a:spcAft>
                </a:pPr>
                <a:r>
                  <a:rPr lang="en-US" sz="2700" dirty="0">
                    <a:effectLst/>
                    <a:ea typeface="Calibri" panose="020F0502020204030204" pitchFamily="34" charset="0"/>
                  </a:rPr>
                  <a:t>Use a </a:t>
                </a:r>
                <a:r>
                  <a:rPr lang="en-US" sz="2700" i="1" dirty="0">
                    <a:effectLst/>
                    <a:ea typeface="Calibri" panose="020F0502020204030204" pitchFamily="34" charset="0"/>
                  </a:rPr>
                  <a:t>Low Frequency Oscillator</a:t>
                </a:r>
                <a:r>
                  <a:rPr lang="en-US" sz="2700" dirty="0">
                    <a:effectLst/>
                    <a:ea typeface="Calibri" panose="020F0502020204030204" pitchFamily="34" charset="0"/>
                  </a:rPr>
                  <a:t> (</a:t>
                </a:r>
                <a:r>
                  <a:rPr lang="en-US" sz="2700" i="1" dirty="0">
                    <a:effectLst/>
                    <a:ea typeface="Calibri" panose="020F0502020204030204" pitchFamily="34" charset="0"/>
                  </a:rPr>
                  <a:t>LFO</a:t>
                </a:r>
                <a:r>
                  <a:rPr lang="en-US" sz="2700" i="1" dirty="0">
                    <a:ea typeface="Calibri" panose="020F0502020204030204" pitchFamily="34" charset="0"/>
                  </a:rPr>
                  <a:t>) </a:t>
                </a:r>
                <a:r>
                  <a:rPr lang="en-US" sz="2700" dirty="0">
                    <a:ea typeface="Calibri" panose="020F0502020204030204" pitchFamily="34" charset="0"/>
                  </a:rPr>
                  <a:t>for the time varying dela</a:t>
                </a:r>
                <a:r>
                  <a:rPr lang="en-US" sz="2700" i="1" dirty="0">
                    <a:ea typeface="Calibri" panose="020F0502020204030204" pitchFamily="34" charset="0"/>
                  </a:rPr>
                  <a:t>y</a:t>
                </a:r>
                <a:endParaRPr lang="en-GB" sz="2700" dirty="0">
                  <a:effectLst/>
                  <a:ea typeface="Times New Roman" panose="02020603050405020304" pitchFamily="18" charset="0"/>
                </a:endParaRPr>
              </a:p>
              <a:p>
                <a:pPr marL="914400" lvl="2" indent="0" algn="just">
                  <a:lnSpc>
                    <a:spcPct val="120000"/>
                  </a:lnSpc>
                  <a:spcAft>
                    <a:spcPts val="300"/>
                  </a:spcAft>
                  <a:buNone/>
                </a:pPr>
                <a14:m>
                  <m:oMathPara xmlns:m="http://schemas.openxmlformats.org/officeDocument/2006/math">
                    <m:oMathParaPr>
                      <m:jc m:val="centerGroup"/>
                    </m:oMathParaPr>
                    <m:oMath xmlns:m="http://schemas.openxmlformats.org/officeDocument/2006/math">
                      <m:r>
                        <a:rPr lang="en-US" sz="2600" i="1" kern="1200">
                          <a:solidFill>
                            <a:srgbClr val="000000"/>
                          </a:solidFill>
                          <a:effectLst/>
                          <a:latin typeface="Cambria Math" panose="02040503050406030204" pitchFamily="18" charset="0"/>
                          <a:ea typeface="Times New Roman" panose="02020603050405020304" pitchFamily="18" charset="0"/>
                        </a:rPr>
                        <m:t>𝑀</m:t>
                      </m:r>
                      <m:r>
                        <a:rPr lang="en-US" sz="2600" i="1" kern="1200">
                          <a:solidFill>
                            <a:srgbClr val="000000"/>
                          </a:solidFill>
                          <a:effectLst/>
                          <a:latin typeface="Cambria Math" panose="02040503050406030204" pitchFamily="18" charset="0"/>
                          <a:ea typeface="Times New Roman" panose="02020603050405020304" pitchFamily="18" charset="0"/>
                        </a:rPr>
                        <m:t>(</m:t>
                      </m:r>
                      <m:r>
                        <a:rPr lang="en-US" sz="2600" i="1" kern="1200">
                          <a:solidFill>
                            <a:srgbClr val="000000"/>
                          </a:solidFill>
                          <a:effectLst/>
                          <a:latin typeface="Cambria Math" panose="02040503050406030204" pitchFamily="18" charset="0"/>
                          <a:ea typeface="Times New Roman" panose="02020603050405020304" pitchFamily="18" charset="0"/>
                        </a:rPr>
                        <m:t>𝑡</m:t>
                      </m:r>
                      <m:r>
                        <a:rPr lang="en-US" sz="2600" i="1" kern="1200">
                          <a:solidFill>
                            <a:srgbClr val="000000"/>
                          </a:solidFill>
                          <a:effectLst/>
                          <a:latin typeface="Cambria Math" panose="02040503050406030204" pitchFamily="18" charset="0"/>
                          <a:ea typeface="Times New Roman" panose="02020603050405020304" pitchFamily="18" charset="0"/>
                        </a:rPr>
                        <m:t>)=</m:t>
                      </m:r>
                      <m:func>
                        <m:funcPr>
                          <m:ctrlPr>
                            <a:rPr lang="en-GB" sz="2600" i="1" kern="1200">
                              <a:solidFill>
                                <a:srgbClr val="000000"/>
                              </a:solidFill>
                              <a:effectLst/>
                              <a:latin typeface="Cambria Math" panose="02040503050406030204" pitchFamily="18" charset="0"/>
                              <a:ea typeface="Times New Roman" panose="02020603050405020304" pitchFamily="18" charset="0"/>
                            </a:rPr>
                          </m:ctrlPr>
                        </m:funcPr>
                        <m:fName>
                          <m:sSub>
                            <m:sSubPr>
                              <m:ctrlPr>
                                <a:rPr lang="en-GB" sz="2600" i="1" kern="1200">
                                  <a:solidFill>
                                    <a:srgbClr val="000000"/>
                                  </a:solidFill>
                                  <a:effectLst/>
                                  <a:latin typeface="Cambria Math" panose="02040503050406030204" pitchFamily="18" charset="0"/>
                                  <a:ea typeface="Times New Roman" panose="02020603050405020304" pitchFamily="18" charset="0"/>
                                </a:rPr>
                              </m:ctrlPr>
                            </m:sSubPr>
                            <m:e>
                              <m:r>
                                <a:rPr lang="en-US" sz="2600" i="1" kern="1200">
                                  <a:solidFill>
                                    <a:srgbClr val="000000"/>
                                  </a:solidFill>
                                  <a:effectLst/>
                                  <a:latin typeface="Cambria Math" panose="02040503050406030204" pitchFamily="18" charset="0"/>
                                  <a:ea typeface="Times New Roman" panose="02020603050405020304" pitchFamily="18" charset="0"/>
                                </a:rPr>
                                <m:t>𝑀</m:t>
                              </m:r>
                            </m:e>
                            <m:sub>
                              <m:r>
                                <a:rPr lang="en-US" sz="2600" i="1" kern="1200">
                                  <a:solidFill>
                                    <a:srgbClr val="000000"/>
                                  </a:solidFill>
                                  <a:effectLst/>
                                  <a:latin typeface="Cambria Math" panose="02040503050406030204" pitchFamily="18" charset="0"/>
                                  <a:ea typeface="Times New Roman" panose="02020603050405020304" pitchFamily="18" charset="0"/>
                                </a:rPr>
                                <m:t>𝑎𝑣𝑔</m:t>
                              </m:r>
                            </m:sub>
                          </m:sSub>
                        </m:fName>
                        <m:e>
                          <m:r>
                            <a:rPr lang="en-US" sz="2600" kern="1200">
                              <a:solidFill>
                                <a:srgbClr val="000000"/>
                              </a:solidFill>
                              <a:effectLst/>
                              <a:latin typeface="Cambria Math" panose="02040503050406030204" pitchFamily="18" charset="0"/>
                              <a:ea typeface="Times New Roman" panose="02020603050405020304" pitchFamily="18" charset="0"/>
                            </a:rPr>
                            <m:t>+</m:t>
                          </m:r>
                          <m:r>
                            <a:rPr lang="en-US" sz="2600" i="1" kern="1200">
                              <a:solidFill>
                                <a:srgbClr val="000000"/>
                              </a:solidFill>
                              <a:effectLst/>
                              <a:latin typeface="Cambria Math" panose="02040503050406030204" pitchFamily="18" charset="0"/>
                              <a:ea typeface="Times New Roman" panose="02020603050405020304" pitchFamily="18" charset="0"/>
                            </a:rPr>
                            <m:t>𝑊</m:t>
                          </m:r>
                          <m:r>
                            <m:rPr>
                              <m:sty m:val="p"/>
                            </m:rPr>
                            <a:rPr lang="en-US" sz="2600" kern="1200">
                              <a:solidFill>
                                <a:srgbClr val="000000"/>
                              </a:solidFill>
                              <a:effectLst/>
                              <a:latin typeface="Cambria Math" panose="02040503050406030204" pitchFamily="18" charset="0"/>
                              <a:ea typeface="Times New Roman" panose="02020603050405020304" pitchFamily="18" charset="0"/>
                            </a:rPr>
                            <m:t>sin</m:t>
                          </m:r>
                          <m:r>
                            <a:rPr lang="en-US" sz="2600" i="1" kern="1200">
                              <a:solidFill>
                                <a:srgbClr val="000000"/>
                              </a:solidFill>
                              <a:effectLst/>
                              <a:latin typeface="Cambria Math" panose="02040503050406030204" pitchFamily="18" charset="0"/>
                              <a:ea typeface="Times New Roman" panose="02020603050405020304" pitchFamily="18" charset="0"/>
                            </a:rPr>
                            <m:t>(</m:t>
                          </m:r>
                        </m:e>
                      </m:func>
                      <m:r>
                        <a:rPr lang="en-US" sz="2600" i="1" kern="1200">
                          <a:solidFill>
                            <a:srgbClr val="000000"/>
                          </a:solidFill>
                          <a:effectLst/>
                          <a:latin typeface="Cambria Math" panose="02040503050406030204" pitchFamily="18" charset="0"/>
                          <a:ea typeface="Times New Roman" panose="02020603050405020304" pitchFamily="18" charset="0"/>
                        </a:rPr>
                        <m:t>2</m:t>
                      </m:r>
                      <m:r>
                        <a:rPr lang="en-US" sz="2600" i="1" kern="1200">
                          <a:solidFill>
                            <a:srgbClr val="000000"/>
                          </a:solidFill>
                          <a:effectLst/>
                          <a:latin typeface="Cambria Math" panose="02040503050406030204" pitchFamily="18" charset="0"/>
                          <a:ea typeface="Times New Roman" panose="02020603050405020304" pitchFamily="18" charset="0"/>
                        </a:rPr>
                        <m:t>𝜋</m:t>
                      </m:r>
                      <m:sSub>
                        <m:sSubPr>
                          <m:ctrlPr>
                            <a:rPr lang="en-GB" sz="2600" i="1" kern="1200">
                              <a:solidFill>
                                <a:srgbClr val="000000"/>
                              </a:solidFill>
                              <a:effectLst/>
                              <a:latin typeface="Cambria Math" panose="02040503050406030204" pitchFamily="18" charset="0"/>
                              <a:ea typeface="Times New Roman" panose="02020603050405020304" pitchFamily="18" charset="0"/>
                            </a:rPr>
                          </m:ctrlPr>
                        </m:sSubPr>
                        <m:e>
                          <m:r>
                            <a:rPr lang="en-US" sz="2600" i="1" kern="1200">
                              <a:solidFill>
                                <a:srgbClr val="000000"/>
                              </a:solidFill>
                              <a:effectLst/>
                              <a:latin typeface="Cambria Math" panose="02040503050406030204" pitchFamily="18" charset="0"/>
                              <a:ea typeface="Times New Roman" panose="02020603050405020304" pitchFamily="18" charset="0"/>
                            </a:rPr>
                            <m:t>𝑓</m:t>
                          </m:r>
                        </m:e>
                        <m:sub>
                          <m:r>
                            <a:rPr lang="en-US" sz="2600" i="1" kern="1200">
                              <a:solidFill>
                                <a:srgbClr val="000000"/>
                              </a:solidFill>
                              <a:effectLst/>
                              <a:latin typeface="Cambria Math" panose="02040503050406030204" pitchFamily="18" charset="0"/>
                              <a:ea typeface="Times New Roman" panose="02020603050405020304" pitchFamily="18" charset="0"/>
                            </a:rPr>
                            <m:t>𝐿𝐹𝑂</m:t>
                          </m:r>
                        </m:sub>
                      </m:sSub>
                      <m:r>
                        <a:rPr lang="en-US" sz="2600" i="1" kern="1200">
                          <a:solidFill>
                            <a:srgbClr val="000000"/>
                          </a:solidFill>
                          <a:effectLst/>
                          <a:latin typeface="Cambria Math" panose="02040503050406030204" pitchFamily="18" charset="0"/>
                          <a:ea typeface="Times New Roman" panose="02020603050405020304" pitchFamily="18" charset="0"/>
                        </a:rPr>
                        <m:t>𝑡</m:t>
                      </m:r>
                      <m:r>
                        <a:rPr lang="en-US" sz="2600" i="1" kern="1200">
                          <a:solidFill>
                            <a:srgbClr val="000000"/>
                          </a:solidFill>
                          <a:effectLst/>
                          <a:latin typeface="Cambria Math" panose="02040503050406030204" pitchFamily="18" charset="0"/>
                          <a:ea typeface="Times New Roman" panose="02020603050405020304" pitchFamily="18" charset="0"/>
                        </a:rPr>
                        <m:t>),</m:t>
                      </m:r>
                    </m:oMath>
                  </m:oMathPara>
                </a14:m>
                <a:endParaRPr lang="en-GB" sz="2600" dirty="0">
                  <a:effectLst/>
                  <a:ea typeface="Times New Roman" panose="02020603050405020304" pitchFamily="18" charset="0"/>
                </a:endParaRPr>
              </a:p>
              <a:p>
                <a:pPr marL="914400" lvl="2" indent="0" algn="ctr">
                  <a:lnSpc>
                    <a:spcPct val="120000"/>
                  </a:lnSpc>
                  <a:spcAft>
                    <a:spcPts val="300"/>
                  </a:spcAft>
                  <a:buNone/>
                </a:pPr>
                <a14:m>
                  <m:oMathPara xmlns:m="http://schemas.openxmlformats.org/officeDocument/2006/math">
                    <m:oMathParaPr>
                      <m:jc m:val="centerGroup"/>
                    </m:oMathParaPr>
                    <m:oMath xmlns:m="http://schemas.openxmlformats.org/officeDocument/2006/math">
                      <m:sSub>
                        <m:sSubPr>
                          <m:ctrlPr>
                            <a:rPr lang="en-GB" sz="2600" i="1">
                              <a:latin typeface="Cambria Math" panose="02040503050406030204" pitchFamily="18" charset="0"/>
                              <a:ea typeface="Times New Roman" panose="02020603050405020304" pitchFamily="18" charset="0"/>
                            </a:rPr>
                          </m:ctrlPr>
                        </m:sSubPr>
                        <m:e>
                          <m:r>
                            <a:rPr lang="en-US" sz="2600" i="1">
                              <a:latin typeface="Cambria Math" panose="02040503050406030204" pitchFamily="18" charset="0"/>
                              <a:ea typeface="Times New Roman" panose="02020603050405020304" pitchFamily="18" charset="0"/>
                              <a:cs typeface="Times New Roman" panose="02020603050405020304" pitchFamily="18" charset="0"/>
                            </a:rPr>
                            <m:t>𝑓</m:t>
                          </m:r>
                        </m:e>
                        <m:sub>
                          <m:r>
                            <a:rPr lang="en-US" sz="2600" i="1">
                              <a:latin typeface="Cambria Math" panose="02040503050406030204" pitchFamily="18" charset="0"/>
                              <a:ea typeface="Times New Roman" panose="02020603050405020304" pitchFamily="18" charset="0"/>
                              <a:cs typeface="Times New Roman" panose="02020603050405020304" pitchFamily="18" charset="0"/>
                            </a:rPr>
                            <m:t>𝑛𝑒𝑤</m:t>
                          </m:r>
                        </m:sub>
                      </m:sSub>
                      <m:d>
                        <m:dPr>
                          <m:ctrlPr>
                            <a:rPr lang="en-GB" sz="2600" i="1">
                              <a:latin typeface="Cambria Math" panose="02040503050406030204" pitchFamily="18" charset="0"/>
                            </a:rPr>
                          </m:ctrlPr>
                        </m:dPr>
                        <m:e>
                          <m:r>
                            <a:rPr lang="en-US" sz="2600" i="1">
                              <a:latin typeface="Cambria Math" panose="02040503050406030204" pitchFamily="18" charset="0"/>
                              <a:ea typeface="Times New Roman" panose="02020603050405020304" pitchFamily="18" charset="0"/>
                              <a:cs typeface="Times New Roman" panose="02020603050405020304" pitchFamily="18" charset="0"/>
                            </a:rPr>
                            <m:t>𝑡</m:t>
                          </m:r>
                        </m:e>
                      </m:d>
                      <m:r>
                        <a:rPr lang="en-US" sz="26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2600" i="1">
                              <a:solidFill>
                                <a:srgbClr val="000000"/>
                              </a:solidFill>
                              <a:latin typeface="Cambria Math" panose="02040503050406030204" pitchFamily="18" charset="0"/>
                              <a:ea typeface="Times New Roman" panose="02020603050405020304" pitchFamily="18" charset="0"/>
                            </a:rPr>
                          </m:ctrlPr>
                        </m:sSubPr>
                        <m:e>
                          <m:r>
                            <a:rPr lang="en-US" sz="2600" i="1">
                              <a:solidFill>
                                <a:srgbClr val="000000"/>
                              </a:solidFill>
                              <a:latin typeface="Cambria Math" panose="02040503050406030204" pitchFamily="18" charset="0"/>
                              <a:ea typeface="Times New Roman" panose="02020603050405020304" pitchFamily="18" charset="0"/>
                            </a:rPr>
                            <m:t>𝑓</m:t>
                          </m:r>
                        </m:e>
                        <m:sub>
                          <m:r>
                            <a:rPr lang="en-US" sz="2600" i="1">
                              <a:solidFill>
                                <a:srgbClr val="000000"/>
                              </a:solidFill>
                              <a:latin typeface="Cambria Math" panose="02040503050406030204" pitchFamily="18" charset="0"/>
                              <a:ea typeface="Times New Roman" panose="02020603050405020304" pitchFamily="18" charset="0"/>
                            </a:rPr>
                            <m:t>𝑐</m:t>
                          </m:r>
                        </m:sub>
                      </m:sSub>
                      <m:d>
                        <m:dPr>
                          <m:ctrlPr>
                            <a:rPr lang="en-GB" sz="2600" i="1">
                              <a:solidFill>
                                <a:srgbClr val="000000"/>
                              </a:solidFill>
                              <a:latin typeface="Cambria Math" panose="02040503050406030204" pitchFamily="18" charset="0"/>
                              <a:ea typeface="Times New Roman" panose="02020603050405020304" pitchFamily="18" charset="0"/>
                            </a:rPr>
                          </m:ctrlPr>
                        </m:dPr>
                        <m:e>
                          <m:r>
                            <a:rPr lang="en-US" sz="2600" i="1">
                              <a:solidFill>
                                <a:srgbClr val="000000"/>
                              </a:solidFill>
                              <a:latin typeface="Cambria Math" panose="02040503050406030204" pitchFamily="18" charset="0"/>
                              <a:ea typeface="Times New Roman" panose="02020603050405020304" pitchFamily="18" charset="0"/>
                            </a:rPr>
                            <m:t>1−</m:t>
                          </m:r>
                          <m:r>
                            <a:rPr lang="en-US" sz="2600" i="1">
                              <a:solidFill>
                                <a:srgbClr val="000000"/>
                              </a:solidFill>
                              <a:latin typeface="Cambria Math" panose="02040503050406030204" pitchFamily="18" charset="0"/>
                              <a:ea typeface="Times New Roman" panose="02020603050405020304" pitchFamily="18" charset="0"/>
                            </a:rPr>
                            <m:t>𝑊</m:t>
                          </m:r>
                          <m:r>
                            <a:rPr lang="en-US" sz="2600" i="1">
                              <a:solidFill>
                                <a:srgbClr val="000000"/>
                              </a:solidFill>
                              <a:latin typeface="Cambria Math" panose="02040503050406030204" pitchFamily="18" charset="0"/>
                              <a:ea typeface="Times New Roman" panose="02020603050405020304" pitchFamily="18" charset="0"/>
                            </a:rPr>
                            <m:t>2</m:t>
                          </m:r>
                          <m:r>
                            <a:rPr lang="en-US" sz="2600" i="1">
                              <a:solidFill>
                                <a:srgbClr val="000000"/>
                              </a:solidFill>
                              <a:latin typeface="Cambria Math" panose="02040503050406030204" pitchFamily="18" charset="0"/>
                              <a:ea typeface="Times New Roman" panose="02020603050405020304" pitchFamily="18" charset="0"/>
                            </a:rPr>
                            <m:t>𝜋</m:t>
                          </m:r>
                          <m:sSub>
                            <m:sSubPr>
                              <m:ctrlPr>
                                <a:rPr lang="en-GB" sz="2600" i="1">
                                  <a:solidFill>
                                    <a:srgbClr val="000000"/>
                                  </a:solidFill>
                                  <a:latin typeface="Cambria Math" panose="02040503050406030204" pitchFamily="18" charset="0"/>
                                  <a:ea typeface="Times New Roman" panose="02020603050405020304" pitchFamily="18" charset="0"/>
                                </a:rPr>
                              </m:ctrlPr>
                            </m:sSubPr>
                            <m:e>
                              <m:r>
                                <a:rPr lang="en-US" sz="2600" i="1">
                                  <a:solidFill>
                                    <a:srgbClr val="000000"/>
                                  </a:solidFill>
                                  <a:latin typeface="Cambria Math" panose="02040503050406030204" pitchFamily="18" charset="0"/>
                                  <a:ea typeface="Times New Roman" panose="02020603050405020304" pitchFamily="18" charset="0"/>
                                </a:rPr>
                                <m:t>𝑓</m:t>
                              </m:r>
                            </m:e>
                            <m:sub>
                              <m:r>
                                <a:rPr lang="en-US" sz="2600" i="1">
                                  <a:solidFill>
                                    <a:srgbClr val="000000"/>
                                  </a:solidFill>
                                  <a:latin typeface="Cambria Math" panose="02040503050406030204" pitchFamily="18" charset="0"/>
                                  <a:ea typeface="Times New Roman" panose="02020603050405020304" pitchFamily="18" charset="0"/>
                                </a:rPr>
                                <m:t>𝐿𝐹𝑂</m:t>
                              </m:r>
                            </m:sub>
                          </m:sSub>
                          <m:r>
                            <m:rPr>
                              <m:sty m:val="p"/>
                            </m:rPr>
                            <a:rPr lang="en-US" sz="2600">
                              <a:solidFill>
                                <a:srgbClr val="000000"/>
                              </a:solidFill>
                              <a:latin typeface="Cambria Math" panose="02040503050406030204" pitchFamily="18" charset="0"/>
                              <a:ea typeface="Times New Roman" panose="02020603050405020304" pitchFamily="18" charset="0"/>
                            </a:rPr>
                            <m:t>cos</m:t>
                          </m:r>
                          <m:r>
                            <a:rPr lang="en-US" sz="2600" i="1">
                              <a:solidFill>
                                <a:srgbClr val="000000"/>
                              </a:solidFill>
                              <a:latin typeface="Cambria Math" panose="02040503050406030204" pitchFamily="18" charset="0"/>
                              <a:ea typeface="Times New Roman" panose="02020603050405020304" pitchFamily="18" charset="0"/>
                            </a:rPr>
                            <m:t>(2</m:t>
                          </m:r>
                          <m:r>
                            <a:rPr lang="en-US" sz="2600" i="1">
                              <a:solidFill>
                                <a:srgbClr val="000000"/>
                              </a:solidFill>
                              <a:latin typeface="Cambria Math" panose="02040503050406030204" pitchFamily="18" charset="0"/>
                              <a:ea typeface="Times New Roman" panose="02020603050405020304" pitchFamily="18" charset="0"/>
                            </a:rPr>
                            <m:t>𝜋</m:t>
                          </m:r>
                          <m:sSub>
                            <m:sSubPr>
                              <m:ctrlPr>
                                <a:rPr lang="en-GB" sz="2600" i="1">
                                  <a:solidFill>
                                    <a:srgbClr val="000000"/>
                                  </a:solidFill>
                                  <a:latin typeface="Cambria Math" panose="02040503050406030204" pitchFamily="18" charset="0"/>
                                  <a:ea typeface="Times New Roman" panose="02020603050405020304" pitchFamily="18" charset="0"/>
                                </a:rPr>
                              </m:ctrlPr>
                            </m:sSubPr>
                            <m:e>
                              <m:r>
                                <a:rPr lang="en-US" sz="2600" i="1">
                                  <a:solidFill>
                                    <a:srgbClr val="000000"/>
                                  </a:solidFill>
                                  <a:latin typeface="Cambria Math" panose="02040503050406030204" pitchFamily="18" charset="0"/>
                                  <a:ea typeface="Times New Roman" panose="02020603050405020304" pitchFamily="18" charset="0"/>
                                </a:rPr>
                                <m:t>𝑓</m:t>
                              </m:r>
                            </m:e>
                            <m:sub>
                              <m:r>
                                <a:rPr lang="en-US" sz="2600" i="1">
                                  <a:solidFill>
                                    <a:srgbClr val="000000"/>
                                  </a:solidFill>
                                  <a:latin typeface="Cambria Math" panose="02040503050406030204" pitchFamily="18" charset="0"/>
                                  <a:ea typeface="Times New Roman" panose="02020603050405020304" pitchFamily="18" charset="0"/>
                                </a:rPr>
                                <m:t>𝐿𝐹𝑂</m:t>
                              </m:r>
                            </m:sub>
                          </m:sSub>
                          <m:r>
                            <a:rPr lang="en-US" sz="2600" i="1">
                              <a:solidFill>
                                <a:srgbClr val="000000"/>
                              </a:solidFill>
                              <a:latin typeface="Cambria Math" panose="02040503050406030204" pitchFamily="18" charset="0"/>
                              <a:ea typeface="Times New Roman" panose="02020603050405020304" pitchFamily="18" charset="0"/>
                            </a:rPr>
                            <m:t>𝑡</m:t>
                          </m:r>
                          <m:r>
                            <a:rPr lang="en-US" sz="2600" i="1">
                              <a:solidFill>
                                <a:srgbClr val="000000"/>
                              </a:solidFill>
                              <a:latin typeface="Cambria Math" panose="02040503050406030204" pitchFamily="18" charset="0"/>
                              <a:ea typeface="Times New Roman" panose="02020603050405020304" pitchFamily="18" charset="0"/>
                            </a:rPr>
                            <m:t>)</m:t>
                          </m:r>
                        </m:e>
                      </m:d>
                    </m:oMath>
                  </m:oMathPara>
                </a14:m>
                <a:endParaRPr lang="en-GB" sz="2600" dirty="0"/>
              </a:p>
              <a:p>
                <a:pPr lvl="2" algn="just">
                  <a:lnSpc>
                    <a:spcPct val="120000"/>
                  </a:lnSpc>
                  <a:spcAft>
                    <a:spcPts val="300"/>
                  </a:spcAft>
                </a:pPr>
                <a:r>
                  <a:rPr lang="en-US" sz="2400" dirty="0" err="1">
                    <a:solidFill>
                      <a:srgbClr val="000000"/>
                    </a:solidFill>
                    <a:effectLst/>
                    <a:ea typeface="ヒラギノ角ゴ Pro W3"/>
                  </a:rPr>
                  <a:t>M</a:t>
                </a:r>
                <a:r>
                  <a:rPr lang="en-US" sz="2400" baseline="-25000" dirty="0" err="1">
                    <a:solidFill>
                      <a:srgbClr val="000000"/>
                    </a:solidFill>
                    <a:effectLst/>
                    <a:ea typeface="ヒラギノ角ゴ Pro W3"/>
                  </a:rPr>
                  <a:t>avg</a:t>
                </a:r>
                <a:r>
                  <a:rPr lang="en-US" sz="2400" dirty="0">
                    <a:solidFill>
                      <a:srgbClr val="000000"/>
                    </a:solidFill>
                    <a:effectLst/>
                    <a:ea typeface="ヒラギノ角ゴ Pro W3"/>
                  </a:rPr>
                  <a:t> is the average delay, chosen so that M(</a:t>
                </a:r>
                <a:r>
                  <a:rPr lang="en-US" sz="2400" i="1" dirty="0">
                    <a:solidFill>
                      <a:srgbClr val="000000"/>
                    </a:solidFill>
                    <a:effectLst/>
                    <a:ea typeface="ヒラギノ角ゴ Pro W3"/>
                  </a:rPr>
                  <a:t>t</a:t>
                </a:r>
                <a:r>
                  <a:rPr lang="en-US" sz="2400" dirty="0">
                    <a:solidFill>
                      <a:srgbClr val="000000"/>
                    </a:solidFill>
                    <a:effectLst/>
                    <a:ea typeface="ヒラギノ角ゴ Pro W3"/>
                  </a:rPr>
                  <a:t>) is </a:t>
                </a:r>
                <a:r>
                  <a:rPr lang="en-US" sz="2400" dirty="0">
                    <a:solidFill>
                      <a:srgbClr val="000000"/>
                    </a:solidFill>
                    <a:ea typeface="ヒラギノ角ゴ Pro W3"/>
                  </a:rPr>
                  <a:t>not </a:t>
                </a:r>
                <a:r>
                  <a:rPr lang="en-US" sz="2400" dirty="0">
                    <a:solidFill>
                      <a:srgbClr val="000000"/>
                    </a:solidFill>
                    <a:effectLst/>
                    <a:ea typeface="ヒラギノ角ゴ Pro W3"/>
                  </a:rPr>
                  <a:t>negative</a:t>
                </a:r>
                <a:endParaRPr lang="en-US" sz="2400" dirty="0">
                  <a:solidFill>
                    <a:srgbClr val="000000"/>
                  </a:solidFill>
                  <a:ea typeface="ヒラギノ角ゴ Pro W3"/>
                </a:endParaRPr>
              </a:p>
              <a:p>
                <a:pPr lvl="2" algn="just">
                  <a:lnSpc>
                    <a:spcPct val="120000"/>
                  </a:lnSpc>
                  <a:spcAft>
                    <a:spcPts val="300"/>
                  </a:spcAft>
                </a:pPr>
                <a:r>
                  <a:rPr lang="en-US" sz="2400" dirty="0">
                    <a:solidFill>
                      <a:srgbClr val="000000"/>
                    </a:solidFill>
                    <a:effectLst/>
                    <a:ea typeface="ヒラギノ角ゴ Pro W3"/>
                  </a:rPr>
                  <a:t>W gives the width or depth of the delay modulation </a:t>
                </a:r>
                <a:endParaRPr lang="en-GB" sz="2400" i="1" kern="1200" dirty="0">
                  <a:solidFill>
                    <a:srgbClr val="000000"/>
                  </a:solidFill>
                  <a:effectLst/>
                  <a:ea typeface="Times New Roman" panose="02020603050405020304" pitchFamily="18" charset="0"/>
                </a:endParaRPr>
              </a:p>
              <a:p>
                <a:pPr lvl="2" algn="just">
                  <a:lnSpc>
                    <a:spcPct val="120000"/>
                  </a:lnSpc>
                  <a:spcAft>
                    <a:spcPts val="300"/>
                  </a:spcAft>
                </a:pPr>
                <a14:m>
                  <m:oMath xmlns:m="http://schemas.openxmlformats.org/officeDocument/2006/math">
                    <m:sSub>
                      <m:sSubPr>
                        <m:ctrlPr>
                          <a:rPr lang="en-GB" sz="2400" i="1" kern="1200">
                            <a:solidFill>
                              <a:srgbClr val="000000"/>
                            </a:solidFill>
                            <a:effectLst/>
                            <a:latin typeface="Cambria Math" panose="02040503050406030204" pitchFamily="18" charset="0"/>
                            <a:ea typeface="Times New Roman" panose="02020603050405020304" pitchFamily="18" charset="0"/>
                          </a:rPr>
                        </m:ctrlPr>
                      </m:sSubPr>
                      <m:e>
                        <m:r>
                          <a:rPr lang="en-US" sz="2400" i="1" kern="1200">
                            <a:solidFill>
                              <a:srgbClr val="000000"/>
                            </a:solidFill>
                            <a:effectLst/>
                            <a:latin typeface="Cambria Math" panose="02040503050406030204" pitchFamily="18" charset="0"/>
                            <a:ea typeface="ヒラギノ角ゴ Pro W3"/>
                          </a:rPr>
                          <m:t>𝑓</m:t>
                        </m:r>
                      </m:e>
                      <m:sub>
                        <m:r>
                          <a:rPr lang="en-US" sz="2400" i="1" kern="1200">
                            <a:solidFill>
                              <a:srgbClr val="000000"/>
                            </a:solidFill>
                            <a:effectLst/>
                            <a:latin typeface="Cambria Math" panose="02040503050406030204" pitchFamily="18" charset="0"/>
                            <a:ea typeface="ヒラギノ角ゴ Pro W3"/>
                          </a:rPr>
                          <m:t>𝐿𝐹𝑂</m:t>
                        </m:r>
                      </m:sub>
                    </m:sSub>
                  </m:oMath>
                </a14:m>
                <a:r>
                  <a:rPr lang="en-US" sz="2400" dirty="0">
                    <a:solidFill>
                      <a:srgbClr val="000000"/>
                    </a:solidFill>
                    <a:effectLst/>
                    <a:ea typeface="ヒラギノ角ゴ Pro W3"/>
                  </a:rPr>
                  <a:t> is the LFO frequency. </a:t>
                </a:r>
              </a:p>
            </p:txBody>
          </p:sp>
        </mc:Choice>
        <mc:Fallback xmlns="">
          <p:sp>
            <p:nvSpPr>
              <p:cNvPr id="3" name="Content Placeholder 2">
                <a:extLst>
                  <a:ext uri="{FF2B5EF4-FFF2-40B4-BE49-F238E27FC236}">
                    <a16:creationId xmlns:a16="http://schemas.microsoft.com/office/drawing/2014/main" id="{48880E21-C7EF-4B1B-9C68-7D64855CA6AC}"/>
                  </a:ext>
                </a:extLst>
              </p:cNvPr>
              <p:cNvSpPr>
                <a:spLocks noGrp="1" noRot="1" noChangeAspect="1" noMove="1" noResize="1" noEditPoints="1" noAdjustHandles="1" noChangeArrowheads="1" noChangeShapeType="1" noTextEdit="1"/>
              </p:cNvSpPr>
              <p:nvPr>
                <p:ph idx="1"/>
              </p:nvPr>
            </p:nvSpPr>
            <p:spPr>
              <a:xfrm>
                <a:off x="119528" y="1013254"/>
                <a:ext cx="12018683" cy="5844745"/>
              </a:xfrm>
              <a:blipFill>
                <a:blip r:embed="rId3"/>
                <a:stretch>
                  <a:fillRect l="-1268" t="-313"/>
                </a:stretch>
              </a:blipFill>
            </p:spPr>
            <p:txBody>
              <a:bodyPr/>
              <a:lstStyle/>
              <a:p>
                <a:r>
                  <a:rPr lang="en-GB">
                    <a:noFill/>
                  </a:rPr>
                  <a:t> </a:t>
                </a:r>
              </a:p>
            </p:txBody>
          </p:sp>
        </mc:Fallback>
      </mc:AlternateContent>
    </p:spTree>
    <p:extLst>
      <p:ext uri="{BB962C8B-B14F-4D97-AF65-F5344CB8AC3E}">
        <p14:creationId xmlns:p14="http://schemas.microsoft.com/office/powerpoint/2010/main" val="296967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sah 1"/>
          <p:cNvSpPr>
            <a:spLocks noGrp="1"/>
          </p:cNvSpPr>
          <p:nvPr>
            <p:ph idx="1"/>
          </p:nvPr>
        </p:nvSpPr>
        <p:spPr>
          <a:xfrm>
            <a:off x="9691" y="677333"/>
            <a:ext cx="5363156" cy="2613820"/>
          </a:xfrm>
        </p:spPr>
        <p:txBody>
          <a:bodyPr>
            <a:normAutofit fontScale="92500" lnSpcReduction="20000"/>
          </a:bodyPr>
          <a:lstStyle/>
          <a:p>
            <a:pPr>
              <a:lnSpc>
                <a:spcPct val="120000"/>
              </a:lnSpc>
              <a:spcBef>
                <a:spcPts val="300"/>
              </a:spcBef>
            </a:pPr>
            <a:r>
              <a:rPr lang="en-US" sz="2400" dirty="0"/>
              <a:t>Connect the LFO to a gain node </a:t>
            </a:r>
          </a:p>
          <a:p>
            <a:pPr lvl="1">
              <a:lnSpc>
                <a:spcPct val="120000"/>
              </a:lnSpc>
              <a:spcBef>
                <a:spcPts val="300"/>
              </a:spcBef>
            </a:pPr>
            <a:r>
              <a:rPr lang="en-US" sz="2000" dirty="0"/>
              <a:t>Gain node gives the depth</a:t>
            </a:r>
          </a:p>
          <a:p>
            <a:pPr>
              <a:lnSpc>
                <a:spcPct val="120000"/>
              </a:lnSpc>
              <a:spcBef>
                <a:spcPts val="300"/>
              </a:spcBef>
            </a:pPr>
            <a:r>
              <a:rPr lang="en-US" sz="2400" dirty="0"/>
              <a:t>Connect this gain node to the </a:t>
            </a:r>
            <a:r>
              <a:rPr lang="en-US" sz="2400" dirty="0" err="1"/>
              <a:t>delayTime</a:t>
            </a:r>
            <a:r>
              <a:rPr lang="en-US" sz="2400" dirty="0"/>
              <a:t> parameter</a:t>
            </a:r>
          </a:p>
          <a:p>
            <a:pPr lvl="1">
              <a:lnSpc>
                <a:spcPct val="120000"/>
              </a:lnSpc>
              <a:spcBef>
                <a:spcPts val="300"/>
              </a:spcBef>
            </a:pPr>
            <a:r>
              <a:rPr lang="en-US" sz="2000" dirty="0"/>
              <a:t>Modulates the delay</a:t>
            </a:r>
          </a:p>
          <a:p>
            <a:pPr>
              <a:lnSpc>
                <a:spcPct val="120000"/>
              </a:lnSpc>
              <a:spcBef>
                <a:spcPts val="300"/>
              </a:spcBef>
            </a:pPr>
            <a:r>
              <a:rPr lang="en-US" sz="2400" dirty="0"/>
              <a:t>It will add to the intrinsic </a:t>
            </a:r>
            <a:r>
              <a:rPr lang="en-US" sz="2400" dirty="0" err="1"/>
              <a:t>delayTime</a:t>
            </a:r>
            <a:endParaRPr lang="en-US" sz="2400" dirty="0"/>
          </a:p>
          <a:p>
            <a:pPr lvl="1">
              <a:lnSpc>
                <a:spcPct val="120000"/>
              </a:lnSpc>
              <a:spcBef>
                <a:spcPts val="300"/>
              </a:spcBef>
            </a:pPr>
            <a:r>
              <a:rPr lang="en-US" sz="2000" dirty="0"/>
              <a:t>Intrinsic </a:t>
            </a:r>
            <a:r>
              <a:rPr lang="en-US" sz="2000" dirty="0" err="1"/>
              <a:t>delayTime</a:t>
            </a:r>
            <a:r>
              <a:rPr lang="en-US" sz="2000" dirty="0"/>
              <a:t> gives the average delay</a:t>
            </a:r>
          </a:p>
        </p:txBody>
      </p:sp>
      <p:sp>
        <p:nvSpPr>
          <p:cNvPr id="6" name="Nadpis 5"/>
          <p:cNvSpPr>
            <a:spLocks noGrp="1"/>
          </p:cNvSpPr>
          <p:nvPr>
            <p:ph type="title"/>
          </p:nvPr>
        </p:nvSpPr>
        <p:spPr>
          <a:xfrm>
            <a:off x="609600" y="-113553"/>
            <a:ext cx="10744200" cy="677333"/>
          </a:xfrm>
        </p:spPr>
        <p:txBody>
          <a:bodyPr>
            <a:normAutofit fontScale="90000"/>
          </a:bodyPr>
          <a:lstStyle/>
          <a:p>
            <a:r>
              <a:rPr lang="en-US" dirty="0"/>
              <a:t>Vibrato code</a:t>
            </a:r>
            <a:endParaRPr lang="cs-CZ" dirty="0"/>
          </a:p>
        </p:txBody>
      </p:sp>
      <p:sp>
        <p:nvSpPr>
          <p:cNvPr id="7" name="Rectangle 6"/>
          <p:cNvSpPr/>
          <p:nvPr/>
        </p:nvSpPr>
        <p:spPr>
          <a:xfrm>
            <a:off x="5776951" y="2677885"/>
            <a:ext cx="5792847" cy="4039567"/>
          </a:xfrm>
          <a:prstGeom prst="rect">
            <a:avLst/>
          </a:prstGeom>
          <a:solidFill>
            <a:schemeClr val="tx1"/>
          </a:solidFill>
        </p:spPr>
        <p:txBody>
          <a:bodyPr wrap="square">
            <a:spAutoFit/>
          </a:bodyPr>
          <a:lstStyle/>
          <a:p>
            <a:pPr>
              <a:spcAft>
                <a:spcPts val="300"/>
              </a:spcAft>
            </a:pP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context</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AudioContext</a:t>
            </a:r>
            <a:r>
              <a:rPr lang="en-GB" sz="1600" dirty="0">
                <a:solidFill>
                  <a:srgbClr val="F8F8F2"/>
                </a:solidFill>
                <a:latin typeface="Monaco"/>
              </a:rPr>
              <a:t>()</a:t>
            </a:r>
          </a:p>
          <a:p>
            <a:pPr>
              <a:spcAft>
                <a:spcPts val="300"/>
              </a:spcAft>
            </a:pP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source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context</a:t>
            </a:r>
            <a:r>
              <a:rPr lang="en-GB" sz="1600" dirty="0" err="1">
                <a:solidFill>
                  <a:srgbClr val="F8F8F2"/>
                </a:solidFill>
                <a:latin typeface="Monaco"/>
              </a:rPr>
              <a:t>.</a:t>
            </a:r>
            <a:r>
              <a:rPr lang="en-GB" sz="1600" dirty="0" err="1">
                <a:solidFill>
                  <a:srgbClr val="A6E22E"/>
                </a:solidFill>
                <a:latin typeface="Monaco"/>
              </a:rPr>
              <a:t>createMediaElementSource</a:t>
            </a:r>
            <a:r>
              <a:rPr lang="en-GB" sz="1600" dirty="0">
                <a:solidFill>
                  <a:srgbClr val="F8F8F2"/>
                </a:solidFill>
                <a:latin typeface="Monaco"/>
              </a:rPr>
              <a:t>(</a:t>
            </a:r>
            <a:r>
              <a:rPr lang="en-GB" sz="1600" dirty="0">
                <a:solidFill>
                  <a:srgbClr val="A6E22E"/>
                </a:solidFill>
                <a:latin typeface="Monaco"/>
              </a:rPr>
              <a:t>file</a:t>
            </a:r>
            <a:r>
              <a:rPr lang="en-GB" sz="1600" dirty="0">
                <a:solidFill>
                  <a:srgbClr val="F8F8F2"/>
                </a:solidFill>
                <a:latin typeface="Monaco"/>
              </a:rPr>
              <a:t>)</a:t>
            </a:r>
          </a:p>
          <a:p>
            <a:pPr>
              <a:spcAft>
                <a:spcPts val="300"/>
              </a:spcAft>
            </a:pP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delay</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DelayNode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delayTime</a:t>
            </a:r>
            <a:r>
              <a:rPr lang="en-GB" sz="1600" dirty="0">
                <a:solidFill>
                  <a:srgbClr val="F92672"/>
                </a:solidFill>
                <a:latin typeface="Monaco"/>
              </a:rPr>
              <a:t>:</a:t>
            </a:r>
            <a:r>
              <a:rPr lang="en-GB" sz="1600" dirty="0">
                <a:solidFill>
                  <a:srgbClr val="AE81FF"/>
                </a:solidFill>
                <a:latin typeface="Monaco"/>
              </a:rPr>
              <a:t>1</a:t>
            </a:r>
            <a:r>
              <a:rPr lang="en-GB" sz="1600" dirty="0">
                <a:solidFill>
                  <a:srgbClr val="F8F8F2"/>
                </a:solidFill>
                <a:latin typeface="Monaco"/>
              </a:rPr>
              <a:t>,</a:t>
            </a:r>
            <a:r>
              <a:rPr lang="en-GB" sz="1600" dirty="0">
                <a:solidFill>
                  <a:srgbClr val="A6E22E"/>
                </a:solidFill>
                <a:latin typeface="Monaco"/>
              </a:rPr>
              <a:t>maxDelayTime</a:t>
            </a:r>
            <a:r>
              <a:rPr lang="en-GB" sz="1600" dirty="0">
                <a:solidFill>
                  <a:srgbClr val="F92672"/>
                </a:solidFill>
                <a:latin typeface="Monaco"/>
              </a:rPr>
              <a:t>:</a:t>
            </a:r>
            <a:r>
              <a:rPr lang="en-GB" sz="1600" dirty="0">
                <a:solidFill>
                  <a:srgbClr val="AE81FF"/>
                </a:solidFill>
                <a:latin typeface="Monaco"/>
              </a:rPr>
              <a:t>10</a:t>
            </a:r>
            <a:r>
              <a:rPr lang="en-GB" sz="1600" dirty="0">
                <a:solidFill>
                  <a:srgbClr val="F8F8F2"/>
                </a:solidFill>
                <a:latin typeface="Monaco"/>
              </a:rPr>
              <a:t>})</a:t>
            </a:r>
          </a:p>
          <a:p>
            <a:pPr>
              <a:spcAft>
                <a:spcPts val="300"/>
              </a:spcAft>
            </a:pPr>
            <a:r>
              <a:rPr lang="en-GB" sz="1600" dirty="0">
                <a:solidFill>
                  <a:srgbClr val="66D9EF"/>
                </a:solidFill>
                <a:latin typeface="Monaco"/>
              </a:rPr>
              <a:t>let</a:t>
            </a:r>
            <a:r>
              <a:rPr lang="en-GB" sz="1600" dirty="0">
                <a:solidFill>
                  <a:srgbClr val="F8F8F2"/>
                </a:solidFill>
                <a:latin typeface="Monaco"/>
              </a:rPr>
              <a:t> </a:t>
            </a:r>
            <a:r>
              <a:rPr lang="en-GB" sz="1600" dirty="0" err="1">
                <a:solidFill>
                  <a:srgbClr val="A6E22E"/>
                </a:solidFill>
                <a:latin typeface="Monaco"/>
              </a:rPr>
              <a:t>LFOgain</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GainNode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gain</a:t>
            </a:r>
            <a:r>
              <a:rPr lang="en-GB" sz="1600" dirty="0">
                <a:solidFill>
                  <a:srgbClr val="F92672"/>
                </a:solidFill>
                <a:latin typeface="Monaco"/>
              </a:rPr>
              <a:t>:</a:t>
            </a:r>
            <a:r>
              <a:rPr lang="en-GB" sz="1600" dirty="0">
                <a:solidFill>
                  <a:srgbClr val="AE81FF"/>
                </a:solidFill>
                <a:latin typeface="Monaco"/>
              </a:rPr>
              <a:t>0</a:t>
            </a:r>
            <a:r>
              <a:rPr lang="en-GB" sz="1600" dirty="0">
                <a:solidFill>
                  <a:srgbClr val="F8F8F2"/>
                </a:solidFill>
                <a:latin typeface="Monaco"/>
              </a:rPr>
              <a:t>})</a:t>
            </a:r>
          </a:p>
          <a:p>
            <a:pPr>
              <a:spcAft>
                <a:spcPts val="300"/>
              </a:spcAft>
            </a:pP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LFO</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OscillatorNode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frequency</a:t>
            </a:r>
            <a:r>
              <a:rPr lang="en-GB" sz="1600" dirty="0">
                <a:solidFill>
                  <a:srgbClr val="F92672"/>
                </a:solidFill>
                <a:latin typeface="Monaco"/>
              </a:rPr>
              <a:t>:</a:t>
            </a:r>
            <a:r>
              <a:rPr lang="en-GB" sz="1600" dirty="0">
                <a:solidFill>
                  <a:srgbClr val="AE81FF"/>
                </a:solidFill>
                <a:latin typeface="Monaco"/>
              </a:rPr>
              <a:t>5</a:t>
            </a:r>
            <a:r>
              <a:rPr lang="en-GB" sz="1600" dirty="0">
                <a:solidFill>
                  <a:srgbClr val="F8F8F2"/>
                </a:solidFill>
                <a:latin typeface="Monaco"/>
              </a:rPr>
              <a:t>})</a:t>
            </a:r>
          </a:p>
          <a:p>
            <a:pPr>
              <a:spcAft>
                <a:spcPts val="300"/>
              </a:spcAft>
            </a:pPr>
            <a:r>
              <a:rPr lang="en-GB" sz="1600" dirty="0" err="1">
                <a:solidFill>
                  <a:srgbClr val="A6E22E"/>
                </a:solidFill>
                <a:latin typeface="Monaco"/>
              </a:rPr>
              <a:t>LFO</a:t>
            </a:r>
            <a:r>
              <a:rPr lang="en-GB" sz="1600" dirty="0" err="1">
                <a:solidFill>
                  <a:srgbClr val="F8F8F2"/>
                </a:solidFill>
                <a:latin typeface="Monaco"/>
              </a:rPr>
              <a:t>.</a:t>
            </a:r>
            <a:r>
              <a:rPr lang="en-GB" sz="1600" dirty="0" err="1">
                <a:solidFill>
                  <a:srgbClr val="A6E22E"/>
                </a:solidFill>
                <a:latin typeface="Monaco"/>
              </a:rPr>
              <a:t>start</a:t>
            </a:r>
            <a:r>
              <a:rPr lang="en-GB" sz="1600" dirty="0">
                <a:solidFill>
                  <a:srgbClr val="F8F8F2"/>
                </a:solidFill>
                <a:latin typeface="Monaco"/>
              </a:rPr>
              <a:t>()</a:t>
            </a:r>
          </a:p>
          <a:p>
            <a:pPr>
              <a:spcAft>
                <a:spcPts val="300"/>
              </a:spcAft>
            </a:pPr>
            <a:r>
              <a:rPr lang="en-GB" sz="1600" dirty="0" err="1">
                <a:solidFill>
                  <a:srgbClr val="A6E22E"/>
                </a:solidFill>
                <a:latin typeface="Monaco"/>
              </a:rPr>
              <a:t>source</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a:solidFill>
                  <a:srgbClr val="A6E22E"/>
                </a:solidFill>
                <a:latin typeface="Monaco"/>
              </a:rPr>
              <a:t>delay</a:t>
            </a:r>
            <a:r>
              <a:rPr lang="en-GB" sz="1600" dirty="0">
                <a:solidFill>
                  <a:srgbClr val="F8F8F2"/>
                </a:solidFill>
                <a:latin typeface="Monaco"/>
              </a:rPr>
              <a:t>)</a:t>
            </a:r>
          </a:p>
          <a:p>
            <a:pPr>
              <a:spcAft>
                <a:spcPts val="300"/>
              </a:spcAft>
            </a:pPr>
            <a:r>
              <a:rPr lang="en-GB" sz="1600" dirty="0" err="1">
                <a:solidFill>
                  <a:srgbClr val="A6E22E"/>
                </a:solidFill>
                <a:latin typeface="Monaco"/>
              </a:rPr>
              <a:t>LFO</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err="1">
                <a:solidFill>
                  <a:srgbClr val="A6E22E"/>
                </a:solidFill>
                <a:latin typeface="Monaco"/>
              </a:rPr>
              <a:t>LFOgain</a:t>
            </a:r>
            <a:r>
              <a:rPr lang="en-GB" sz="1600" dirty="0">
                <a:solidFill>
                  <a:srgbClr val="F8F8F2"/>
                </a:solidFill>
                <a:latin typeface="Monaco"/>
              </a:rPr>
              <a:t>).</a:t>
            </a:r>
            <a:r>
              <a:rPr lang="en-GB" sz="1600" dirty="0">
                <a:solidFill>
                  <a:srgbClr val="A6E22E"/>
                </a:solidFill>
                <a:latin typeface="Monaco"/>
              </a:rPr>
              <a:t>connect</a:t>
            </a:r>
            <a:r>
              <a:rPr lang="en-GB" sz="1600" dirty="0">
                <a:solidFill>
                  <a:srgbClr val="F8F8F2"/>
                </a:solidFill>
                <a:latin typeface="Monaco"/>
              </a:rPr>
              <a:t>(</a:t>
            </a: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delayTime</a:t>
            </a:r>
            <a:r>
              <a:rPr lang="en-GB" sz="1600" dirty="0">
                <a:solidFill>
                  <a:srgbClr val="F8F8F2"/>
                </a:solidFill>
                <a:latin typeface="Monaco"/>
              </a:rPr>
              <a:t>)</a:t>
            </a:r>
          </a:p>
          <a:p>
            <a:pPr>
              <a:spcAft>
                <a:spcPts val="300"/>
              </a:spcAft>
            </a:pP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destination</a:t>
            </a:r>
            <a:r>
              <a:rPr lang="en-GB" sz="1600" dirty="0">
                <a:solidFill>
                  <a:srgbClr val="F8F8F2"/>
                </a:solidFill>
                <a:latin typeface="Monaco"/>
              </a:rPr>
              <a:t>)</a:t>
            </a:r>
          </a:p>
          <a:p>
            <a:pPr>
              <a:spcAft>
                <a:spcPts val="300"/>
              </a:spcAft>
            </a:pPr>
            <a:r>
              <a:rPr lang="en-GB" sz="1600" dirty="0">
                <a:solidFill>
                  <a:srgbClr val="66D9EF"/>
                </a:solidFill>
                <a:latin typeface="Monaco"/>
              </a:rPr>
              <a:t>function</a:t>
            </a:r>
            <a:r>
              <a:rPr lang="en-GB" sz="1600" dirty="0">
                <a:solidFill>
                  <a:srgbClr val="F8F8F2"/>
                </a:solidFill>
                <a:latin typeface="Monaco"/>
              </a:rPr>
              <a:t> </a:t>
            </a:r>
            <a:r>
              <a:rPr lang="en-GB" sz="1600" dirty="0">
                <a:solidFill>
                  <a:srgbClr val="A6E22E"/>
                </a:solidFill>
                <a:latin typeface="Monaco"/>
              </a:rPr>
              <a:t>Update</a:t>
            </a:r>
            <a:r>
              <a:rPr lang="en-GB" sz="1600" dirty="0">
                <a:solidFill>
                  <a:srgbClr val="F8F8F2"/>
                </a:solidFill>
                <a:latin typeface="Monaco"/>
              </a:rPr>
              <a:t>() {</a:t>
            </a:r>
          </a:p>
          <a:p>
            <a:pPr>
              <a:spcAft>
                <a:spcPts val="300"/>
              </a:spcAft>
            </a:pPr>
            <a:r>
              <a:rPr lang="en-GB" sz="1600" dirty="0">
                <a:solidFill>
                  <a:srgbClr val="F8F8F2"/>
                </a:solidFill>
                <a:latin typeface="Monaco"/>
              </a:rPr>
              <a:t>  </a:t>
            </a:r>
            <a:r>
              <a:rPr lang="en-GB" sz="1600" dirty="0">
                <a:solidFill>
                  <a:srgbClr val="A6E22E"/>
                </a:solidFill>
                <a:latin typeface="Monaco"/>
              </a:rPr>
              <a:t>console</a:t>
            </a:r>
            <a:r>
              <a:rPr lang="en-GB" sz="1600" dirty="0">
                <a:solidFill>
                  <a:srgbClr val="F8F8F2"/>
                </a:solidFill>
                <a:latin typeface="Monaco"/>
              </a:rPr>
              <a:t>.</a:t>
            </a:r>
            <a:r>
              <a:rPr lang="en-GB" sz="1600" dirty="0">
                <a:solidFill>
                  <a:srgbClr val="A6E22E"/>
                </a:solidFill>
                <a:latin typeface="Monaco"/>
              </a:rPr>
              <a:t>log</a:t>
            </a:r>
            <a:r>
              <a:rPr lang="en-GB" sz="1600" dirty="0">
                <a:solidFill>
                  <a:srgbClr val="F8F8F2"/>
                </a:solidFill>
                <a:latin typeface="Monaco"/>
              </a:rPr>
              <a:t>(</a:t>
            </a:r>
            <a:r>
              <a:rPr lang="en-GB" sz="1600" dirty="0" err="1">
                <a:solidFill>
                  <a:srgbClr val="A6E22E"/>
                </a:solidFill>
                <a:latin typeface="Monaco"/>
              </a:rPr>
              <a:t>LFO_F</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a:t>
            </a:r>
          </a:p>
          <a:p>
            <a:pPr>
              <a:spcAft>
                <a:spcPts val="300"/>
              </a:spcAft>
            </a:pPr>
            <a:r>
              <a:rPr lang="en-GB" sz="1600" dirty="0">
                <a:solidFill>
                  <a:srgbClr val="F8F8F2"/>
                </a:solidFill>
                <a:latin typeface="Monaco"/>
              </a:rPr>
              <a:t>  </a:t>
            </a:r>
            <a:r>
              <a:rPr lang="en-GB" sz="1600" dirty="0" err="1">
                <a:solidFill>
                  <a:srgbClr val="A6E22E"/>
                </a:solidFill>
                <a:latin typeface="Monaco"/>
              </a:rPr>
              <a:t>LFO</a:t>
            </a:r>
            <a:r>
              <a:rPr lang="en-GB" sz="1600" dirty="0" err="1">
                <a:solidFill>
                  <a:srgbClr val="F8F8F2"/>
                </a:solidFill>
                <a:latin typeface="Monaco"/>
              </a:rPr>
              <a:t>.</a:t>
            </a:r>
            <a:r>
              <a:rPr lang="en-GB" sz="1600" dirty="0" err="1">
                <a:solidFill>
                  <a:srgbClr val="A6E22E"/>
                </a:solidFill>
                <a:latin typeface="Monaco"/>
              </a:rPr>
              <a:t>frequency</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LFO_F</a:t>
            </a:r>
            <a:r>
              <a:rPr lang="en-GB" sz="1600" dirty="0" err="1">
                <a:solidFill>
                  <a:srgbClr val="F8F8F2"/>
                </a:solidFill>
                <a:latin typeface="Monaco"/>
              </a:rPr>
              <a:t>.</a:t>
            </a:r>
            <a:r>
              <a:rPr lang="en-GB" sz="1600" dirty="0" err="1">
                <a:solidFill>
                  <a:srgbClr val="A6E22E"/>
                </a:solidFill>
                <a:latin typeface="Monaco"/>
              </a:rPr>
              <a:t>value</a:t>
            </a:r>
            <a:endParaRPr lang="en-GB" sz="1600" dirty="0">
              <a:solidFill>
                <a:srgbClr val="F8F8F2"/>
              </a:solidFill>
              <a:latin typeface="Monaco"/>
            </a:endParaRPr>
          </a:p>
          <a:p>
            <a:pPr>
              <a:spcAft>
                <a:spcPts val="300"/>
              </a:spcAft>
            </a:pPr>
            <a:r>
              <a:rPr lang="en-GB" sz="1600" dirty="0">
                <a:solidFill>
                  <a:srgbClr val="F8F8F2"/>
                </a:solidFill>
                <a:latin typeface="Monaco"/>
              </a:rPr>
              <a:t>  </a:t>
            </a:r>
            <a:r>
              <a:rPr lang="en-GB" sz="1600" dirty="0" err="1">
                <a:solidFill>
                  <a:srgbClr val="A6E22E"/>
                </a:solidFill>
                <a:latin typeface="Monaco"/>
              </a:rPr>
              <a:t>LFOgain</a:t>
            </a:r>
            <a:r>
              <a:rPr lang="en-GB" sz="1600" dirty="0" err="1">
                <a:solidFill>
                  <a:srgbClr val="F8F8F2"/>
                </a:solidFill>
                <a:latin typeface="Monaco"/>
              </a:rPr>
              <a:t>.</a:t>
            </a: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Depth</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AE81FF"/>
                </a:solidFill>
                <a:latin typeface="Monaco"/>
              </a:rPr>
              <a:t>2</a:t>
            </a:r>
            <a:r>
              <a:rPr lang="en-GB" sz="1600" dirty="0">
                <a:solidFill>
                  <a:srgbClr val="F92672"/>
                </a:solidFill>
                <a:latin typeface="Monaco"/>
              </a:rPr>
              <a:t>*</a:t>
            </a:r>
            <a:r>
              <a:rPr lang="en-GB" sz="1600" dirty="0" err="1">
                <a:solidFill>
                  <a:srgbClr val="F8F8F2"/>
                </a:solidFill>
                <a:latin typeface="Monaco"/>
              </a:rPr>
              <a:t>Math.</a:t>
            </a:r>
            <a:r>
              <a:rPr lang="en-GB" sz="1600" dirty="0" err="1">
                <a:solidFill>
                  <a:srgbClr val="A6E22E"/>
                </a:solidFill>
                <a:latin typeface="Monaco"/>
              </a:rPr>
              <a:t>PI</a:t>
            </a:r>
            <a:r>
              <a:rPr lang="en-GB" sz="1600" dirty="0">
                <a:solidFill>
                  <a:srgbClr val="F92672"/>
                </a:solidFill>
                <a:latin typeface="Monaco"/>
              </a:rPr>
              <a:t>*</a:t>
            </a:r>
            <a:r>
              <a:rPr lang="en-GB" sz="1600" dirty="0" err="1">
                <a:solidFill>
                  <a:srgbClr val="A6E22E"/>
                </a:solidFill>
                <a:latin typeface="Monaco"/>
              </a:rPr>
              <a:t>LFO_F</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a:t>
            </a:r>
          </a:p>
          <a:p>
            <a:pPr>
              <a:spcAft>
                <a:spcPts val="300"/>
              </a:spcAft>
            </a:pPr>
            <a:r>
              <a:rPr lang="en-GB" sz="1600" dirty="0">
                <a:solidFill>
                  <a:srgbClr val="F8F8F2"/>
                </a:solidFill>
                <a:latin typeface="Monaco"/>
              </a:rPr>
              <a:t>}</a:t>
            </a:r>
          </a:p>
        </p:txBody>
      </p:sp>
      <p:sp>
        <p:nvSpPr>
          <p:cNvPr id="28" name="Rectangle 27">
            <a:extLst>
              <a:ext uri="{FF2B5EF4-FFF2-40B4-BE49-F238E27FC236}">
                <a16:creationId xmlns:a16="http://schemas.microsoft.com/office/drawing/2014/main" id="{5D102C73-8150-4EC4-9304-421D13B3B945}"/>
              </a:ext>
            </a:extLst>
          </p:cNvPr>
          <p:cNvSpPr/>
          <p:nvPr/>
        </p:nvSpPr>
        <p:spPr>
          <a:xfrm>
            <a:off x="391549" y="5298661"/>
            <a:ext cx="1191361" cy="46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Source</a:t>
            </a:r>
          </a:p>
        </p:txBody>
      </p:sp>
      <p:sp>
        <p:nvSpPr>
          <p:cNvPr id="31" name="Rectangle 30">
            <a:extLst>
              <a:ext uri="{FF2B5EF4-FFF2-40B4-BE49-F238E27FC236}">
                <a16:creationId xmlns:a16="http://schemas.microsoft.com/office/drawing/2014/main" id="{512B2082-2374-435A-839A-B4927B49D6BA}"/>
              </a:ext>
            </a:extLst>
          </p:cNvPr>
          <p:cNvSpPr/>
          <p:nvPr/>
        </p:nvSpPr>
        <p:spPr>
          <a:xfrm>
            <a:off x="2339529" y="5298661"/>
            <a:ext cx="790869" cy="46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33" name="Rectangle 32">
            <a:extLst>
              <a:ext uri="{FF2B5EF4-FFF2-40B4-BE49-F238E27FC236}">
                <a16:creationId xmlns:a16="http://schemas.microsoft.com/office/drawing/2014/main" id="{D78E52A5-2653-414D-98C7-4108D0F97C1B}"/>
              </a:ext>
            </a:extLst>
          </p:cNvPr>
          <p:cNvSpPr/>
          <p:nvPr/>
        </p:nvSpPr>
        <p:spPr>
          <a:xfrm>
            <a:off x="3816137" y="5298661"/>
            <a:ext cx="1232288" cy="46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destination</a:t>
            </a:r>
          </a:p>
        </p:txBody>
      </p:sp>
      <p:cxnSp>
        <p:nvCxnSpPr>
          <p:cNvPr id="35" name="Straight Arrow Connector 34">
            <a:extLst>
              <a:ext uri="{FF2B5EF4-FFF2-40B4-BE49-F238E27FC236}">
                <a16:creationId xmlns:a16="http://schemas.microsoft.com/office/drawing/2014/main" id="{80A9F8AB-A782-4084-9757-9946666FD76B}"/>
              </a:ext>
            </a:extLst>
          </p:cNvPr>
          <p:cNvCxnSpPr>
            <a:cxnSpLocks/>
            <a:stCxn id="28" idx="3"/>
            <a:endCxn id="31" idx="1"/>
          </p:cNvCxnSpPr>
          <p:nvPr/>
        </p:nvCxnSpPr>
        <p:spPr>
          <a:xfrm>
            <a:off x="1582910" y="5532661"/>
            <a:ext cx="75661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19069B6-5447-4D65-AF87-3C51B41A1AE3}"/>
              </a:ext>
            </a:extLst>
          </p:cNvPr>
          <p:cNvCxnSpPr>
            <a:cxnSpLocks/>
            <a:stCxn id="31" idx="3"/>
            <a:endCxn id="33" idx="1"/>
          </p:cNvCxnSpPr>
          <p:nvPr/>
        </p:nvCxnSpPr>
        <p:spPr>
          <a:xfrm>
            <a:off x="3130398" y="5532661"/>
            <a:ext cx="68573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8483EFA-3531-45C8-B08F-16550CAF8E08}"/>
              </a:ext>
            </a:extLst>
          </p:cNvPr>
          <p:cNvSpPr/>
          <p:nvPr/>
        </p:nvSpPr>
        <p:spPr>
          <a:xfrm>
            <a:off x="5263797" y="129842"/>
            <a:ext cx="6819153" cy="2331407"/>
          </a:xfrm>
          <a:prstGeom prst="rect">
            <a:avLst/>
          </a:prstGeom>
          <a:solidFill>
            <a:schemeClr val="tx1"/>
          </a:solidFill>
        </p:spPr>
        <p:txBody>
          <a:bodyPr wrap="square">
            <a:spAutoFit/>
          </a:bodyPr>
          <a:lstStyle/>
          <a:p>
            <a:pPr>
              <a:spcAft>
                <a:spcPts val="300"/>
              </a:spcAft>
            </a:pPr>
            <a:r>
              <a:rPr lang="en-GB" sz="1600" dirty="0">
                <a:solidFill>
                  <a:srgbClr val="F92672"/>
                </a:solidFill>
                <a:latin typeface="Monaco"/>
              </a:rPr>
              <a:t>&lt;audio</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'file'</a:t>
            </a:r>
            <a:r>
              <a:rPr lang="en-GB" sz="1600" dirty="0">
                <a:solidFill>
                  <a:srgbClr val="F8F8F2"/>
                </a:solidFill>
                <a:latin typeface="Monaco"/>
              </a:rPr>
              <a:t> </a:t>
            </a:r>
            <a:r>
              <a:rPr lang="en-GB" sz="1600" dirty="0">
                <a:solidFill>
                  <a:srgbClr val="A6E22E"/>
                </a:solidFill>
                <a:latin typeface="Monaco"/>
              </a:rPr>
              <a:t>controls</a:t>
            </a:r>
            <a:r>
              <a:rPr lang="en-GB" sz="1600" dirty="0">
                <a:solidFill>
                  <a:srgbClr val="F8F8F2"/>
                </a:solidFill>
                <a:latin typeface="Monaco"/>
              </a:rPr>
              <a:t> </a:t>
            </a:r>
            <a:r>
              <a:rPr lang="en-GB" sz="1600" dirty="0">
                <a:solidFill>
                  <a:srgbClr val="A6E22E"/>
                </a:solidFill>
                <a:latin typeface="Monaco"/>
              </a:rPr>
              <a:t>loop</a:t>
            </a:r>
            <a:r>
              <a:rPr lang="en-GB" sz="1600" dirty="0">
                <a:solidFill>
                  <a:srgbClr val="F8F8F2"/>
                </a:solidFill>
                <a:latin typeface="Monaco"/>
              </a:rPr>
              <a:t> </a:t>
            </a:r>
            <a:r>
              <a:rPr lang="en-GB" sz="1600" dirty="0" err="1">
                <a:solidFill>
                  <a:srgbClr val="A6E22E"/>
                </a:solidFill>
                <a:latin typeface="Monaco"/>
              </a:rPr>
              <a:t>onplay</a:t>
            </a:r>
            <a:r>
              <a:rPr lang="en-GB" sz="1600" dirty="0">
                <a:solidFill>
                  <a:srgbClr val="A6E22E"/>
                </a:solidFill>
                <a:latin typeface="Monaco"/>
              </a:rPr>
              <a:t>=</a:t>
            </a:r>
            <a:r>
              <a:rPr lang="en-GB" sz="1600" dirty="0">
                <a:solidFill>
                  <a:srgbClr val="E6DB74"/>
                </a:solidFill>
                <a:latin typeface="Monaco"/>
              </a:rPr>
              <a:t>'</a:t>
            </a:r>
            <a:r>
              <a:rPr lang="en-GB" sz="1600" dirty="0" err="1">
                <a:solidFill>
                  <a:srgbClr val="E6DB74"/>
                </a:solidFill>
                <a:latin typeface="Monaco"/>
              </a:rPr>
              <a:t>context.resume</a:t>
            </a:r>
            <a:r>
              <a:rPr lang="en-GB" sz="1600" dirty="0">
                <a:solidFill>
                  <a:srgbClr val="E6DB74"/>
                </a:solidFill>
                <a:latin typeface="Monaco"/>
              </a:rPr>
              <a:t>()'</a:t>
            </a:r>
            <a:r>
              <a:rPr lang="en-GB" sz="1600" dirty="0">
                <a:solidFill>
                  <a:srgbClr val="F92672"/>
                </a:solidFill>
                <a:latin typeface="Monaco"/>
              </a:rPr>
              <a:t>&gt;</a:t>
            </a:r>
            <a:endParaRPr lang="en-GB" sz="1600" dirty="0">
              <a:solidFill>
                <a:srgbClr val="F8F8F2"/>
              </a:solidFill>
              <a:latin typeface="Monaco"/>
            </a:endParaRPr>
          </a:p>
          <a:p>
            <a:pPr>
              <a:spcAft>
                <a:spcPts val="300"/>
              </a:spcAft>
            </a:pPr>
            <a:r>
              <a:rPr lang="en-GB" sz="1600" dirty="0">
                <a:solidFill>
                  <a:srgbClr val="F8F8F2"/>
                </a:solidFill>
                <a:latin typeface="Monaco"/>
              </a:rPr>
              <a:t>  </a:t>
            </a:r>
            <a:r>
              <a:rPr lang="en-GB" sz="1600" dirty="0">
                <a:solidFill>
                  <a:srgbClr val="F92672"/>
                </a:solidFill>
                <a:latin typeface="Monaco"/>
              </a:rPr>
              <a:t>&lt;source</a:t>
            </a:r>
            <a:r>
              <a:rPr lang="en-GB" sz="1600" dirty="0">
                <a:solidFill>
                  <a:srgbClr val="F8F8F2"/>
                </a:solidFill>
                <a:latin typeface="Monaco"/>
              </a:rPr>
              <a:t> </a:t>
            </a:r>
            <a:r>
              <a:rPr lang="en-GB" sz="1600" dirty="0" err="1">
                <a:solidFill>
                  <a:srgbClr val="A6E22E"/>
                </a:solidFill>
                <a:latin typeface="Monaco"/>
              </a:rPr>
              <a:t>src</a:t>
            </a:r>
            <a:r>
              <a:rPr lang="en-GB" sz="1600" dirty="0">
                <a:solidFill>
                  <a:srgbClr val="A6E22E"/>
                </a:solidFill>
                <a:latin typeface="Monaco"/>
              </a:rPr>
              <a:t>=</a:t>
            </a:r>
            <a:r>
              <a:rPr lang="en-GB" sz="1600" dirty="0">
                <a:solidFill>
                  <a:srgbClr val="E6DB74"/>
                </a:solidFill>
                <a:latin typeface="Monaco"/>
              </a:rPr>
              <a:t>'trumpet.wav'</a:t>
            </a:r>
            <a:r>
              <a:rPr lang="en-GB" sz="1600" dirty="0">
                <a:solidFill>
                  <a:srgbClr val="F92672"/>
                </a:solidFill>
                <a:latin typeface="Monaco"/>
              </a:rPr>
              <a:t>&gt;</a:t>
            </a:r>
            <a:endParaRPr lang="en-GB" sz="1600" dirty="0">
              <a:solidFill>
                <a:srgbClr val="F8F8F2"/>
              </a:solidFill>
              <a:latin typeface="Monaco"/>
            </a:endParaRPr>
          </a:p>
          <a:p>
            <a:pPr>
              <a:spcAft>
                <a:spcPts val="300"/>
              </a:spcAft>
            </a:pPr>
            <a:r>
              <a:rPr lang="en-GB" sz="1600" dirty="0">
                <a:solidFill>
                  <a:srgbClr val="F92672"/>
                </a:solidFill>
                <a:latin typeface="Monaco"/>
              </a:rPr>
              <a:t>&lt;/audio&gt;</a:t>
            </a:r>
            <a:endParaRPr lang="en-GB" sz="1600" dirty="0">
              <a:solidFill>
                <a:srgbClr val="F8F8F2"/>
              </a:solidFill>
              <a:latin typeface="Monaco"/>
            </a:endParaRPr>
          </a:p>
          <a:p>
            <a:pPr>
              <a:spcAft>
                <a:spcPts val="300"/>
              </a:spcAft>
            </a:pPr>
            <a:r>
              <a:rPr lang="en-GB" sz="1600" dirty="0">
                <a:solidFill>
                  <a:srgbClr val="F92672"/>
                </a:solidFill>
                <a:latin typeface="Monaco"/>
              </a:rPr>
              <a:t>&lt;</a:t>
            </a:r>
            <a:r>
              <a:rPr lang="en-GB" sz="1600" dirty="0" err="1">
                <a:solidFill>
                  <a:srgbClr val="F92672"/>
                </a:solidFill>
                <a:latin typeface="Monaco"/>
              </a:rPr>
              <a:t>br</a:t>
            </a:r>
            <a:r>
              <a:rPr lang="en-GB" sz="1600" dirty="0">
                <a:solidFill>
                  <a:srgbClr val="F92672"/>
                </a:solidFill>
                <a:latin typeface="Monaco"/>
              </a:rPr>
              <a:t>&gt;</a:t>
            </a:r>
            <a:r>
              <a:rPr lang="en-GB" sz="1600" dirty="0">
                <a:solidFill>
                  <a:srgbClr val="F8F8F2"/>
                </a:solidFill>
                <a:latin typeface="Monaco"/>
              </a:rPr>
              <a:t>Vibrato Depth</a:t>
            </a:r>
          </a:p>
          <a:p>
            <a:pPr>
              <a:spcAft>
                <a:spcPts val="300"/>
              </a:spcAft>
            </a:pPr>
            <a:r>
              <a:rPr lang="en-GB" sz="1600" dirty="0">
                <a:solidFill>
                  <a:srgbClr val="F92672"/>
                </a:solidFill>
                <a:latin typeface="Monaco"/>
              </a:rPr>
              <a:t>&lt;input</a:t>
            </a:r>
            <a:r>
              <a:rPr lang="en-GB" sz="1600" dirty="0">
                <a:solidFill>
                  <a:srgbClr val="F8F8F2"/>
                </a:solidFill>
                <a:latin typeface="Monaco"/>
              </a:rPr>
              <a:t> </a:t>
            </a:r>
            <a:r>
              <a:rPr lang="en-GB" sz="1600" dirty="0">
                <a:solidFill>
                  <a:srgbClr val="A6E22E"/>
                </a:solidFill>
                <a:latin typeface="Monaco"/>
              </a:rPr>
              <a:t>type=</a:t>
            </a:r>
            <a:r>
              <a:rPr lang="en-GB" sz="1600" dirty="0">
                <a:solidFill>
                  <a:srgbClr val="E6DB74"/>
                </a:solidFill>
                <a:latin typeface="Monaco"/>
              </a:rPr>
              <a:t>'range'</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'Depth'</a:t>
            </a:r>
            <a:r>
              <a:rPr lang="en-GB" sz="1600" dirty="0">
                <a:solidFill>
                  <a:srgbClr val="F8F8F2"/>
                </a:solidFill>
                <a:latin typeface="Monaco"/>
              </a:rPr>
              <a:t> </a:t>
            </a:r>
            <a:r>
              <a:rPr lang="en-GB" sz="1600" dirty="0" err="1">
                <a:solidFill>
                  <a:srgbClr val="A6E22E"/>
                </a:solidFill>
                <a:latin typeface="Monaco"/>
              </a:rPr>
              <a:t>oninput</a:t>
            </a:r>
            <a:r>
              <a:rPr lang="en-GB" sz="1600" dirty="0">
                <a:solidFill>
                  <a:srgbClr val="A6E22E"/>
                </a:solidFill>
                <a:latin typeface="Monaco"/>
              </a:rPr>
              <a:t>=</a:t>
            </a:r>
            <a:r>
              <a:rPr lang="en-GB" sz="1600" dirty="0">
                <a:solidFill>
                  <a:srgbClr val="E6DB74"/>
                </a:solidFill>
                <a:latin typeface="Monaco"/>
              </a:rPr>
              <a:t>'Update()'</a:t>
            </a:r>
            <a:r>
              <a:rPr lang="en-GB" sz="1600" dirty="0">
                <a:solidFill>
                  <a:srgbClr val="F8F8F2"/>
                </a:solidFill>
                <a:latin typeface="Monaco"/>
              </a:rPr>
              <a:t> </a:t>
            </a:r>
            <a:r>
              <a:rPr lang="en-GB" sz="1600" dirty="0">
                <a:solidFill>
                  <a:srgbClr val="A6E22E"/>
                </a:solidFill>
                <a:latin typeface="Monaco"/>
              </a:rPr>
              <a:t>max=</a:t>
            </a:r>
            <a:r>
              <a:rPr lang="en-GB" sz="1600" dirty="0">
                <a:solidFill>
                  <a:srgbClr val="E6DB74"/>
                </a:solidFill>
                <a:latin typeface="Monaco"/>
              </a:rPr>
              <a:t>0.1</a:t>
            </a:r>
            <a:r>
              <a:rPr lang="en-GB" sz="1600" dirty="0">
                <a:solidFill>
                  <a:srgbClr val="F8F8F2"/>
                </a:solidFill>
                <a:latin typeface="Monaco"/>
              </a:rPr>
              <a:t> </a:t>
            </a:r>
            <a:r>
              <a:rPr lang="en-GB" sz="1600" dirty="0">
                <a:solidFill>
                  <a:srgbClr val="A6E22E"/>
                </a:solidFill>
                <a:latin typeface="Monaco"/>
              </a:rPr>
              <a:t>value=</a:t>
            </a:r>
            <a:r>
              <a:rPr lang="en-GB" sz="1600" dirty="0">
                <a:solidFill>
                  <a:srgbClr val="E6DB74"/>
                </a:solidFill>
                <a:latin typeface="Monaco"/>
              </a:rPr>
              <a:t>0</a:t>
            </a:r>
            <a:r>
              <a:rPr lang="en-GB" sz="1600" dirty="0">
                <a:solidFill>
                  <a:srgbClr val="F8F8F2"/>
                </a:solidFill>
                <a:latin typeface="Monaco"/>
              </a:rPr>
              <a:t> </a:t>
            </a:r>
            <a:r>
              <a:rPr lang="en-GB" sz="1600" dirty="0">
                <a:solidFill>
                  <a:srgbClr val="A6E22E"/>
                </a:solidFill>
                <a:latin typeface="Monaco"/>
              </a:rPr>
              <a:t>step=</a:t>
            </a:r>
            <a:r>
              <a:rPr lang="en-GB" sz="1600" dirty="0">
                <a:solidFill>
                  <a:srgbClr val="E6DB74"/>
                </a:solidFill>
                <a:latin typeface="Monaco"/>
              </a:rPr>
              <a:t>'any'</a:t>
            </a:r>
            <a:r>
              <a:rPr lang="en-GB" sz="1600" dirty="0">
                <a:solidFill>
                  <a:srgbClr val="F92672"/>
                </a:solidFill>
                <a:latin typeface="Monaco"/>
              </a:rPr>
              <a:t>&gt;</a:t>
            </a:r>
            <a:endParaRPr lang="en-GB" sz="1600" dirty="0">
              <a:solidFill>
                <a:srgbClr val="F8F8F2"/>
              </a:solidFill>
              <a:latin typeface="Monaco"/>
            </a:endParaRPr>
          </a:p>
          <a:p>
            <a:pPr>
              <a:spcAft>
                <a:spcPts val="300"/>
              </a:spcAft>
            </a:pPr>
            <a:r>
              <a:rPr lang="en-GB" sz="1600" dirty="0">
                <a:solidFill>
                  <a:srgbClr val="F92672"/>
                </a:solidFill>
                <a:latin typeface="Monaco"/>
              </a:rPr>
              <a:t>&lt;</a:t>
            </a:r>
            <a:r>
              <a:rPr lang="en-GB" sz="1600" dirty="0" err="1">
                <a:solidFill>
                  <a:srgbClr val="F92672"/>
                </a:solidFill>
                <a:latin typeface="Monaco"/>
              </a:rPr>
              <a:t>br</a:t>
            </a:r>
            <a:r>
              <a:rPr lang="en-GB" sz="1600" dirty="0">
                <a:solidFill>
                  <a:srgbClr val="F92672"/>
                </a:solidFill>
                <a:latin typeface="Monaco"/>
              </a:rPr>
              <a:t>&gt;</a:t>
            </a:r>
            <a:r>
              <a:rPr lang="en-GB" sz="1600" dirty="0">
                <a:solidFill>
                  <a:srgbClr val="F8F8F2"/>
                </a:solidFill>
                <a:latin typeface="Monaco"/>
              </a:rPr>
              <a:t>Vibrato Frequency</a:t>
            </a:r>
          </a:p>
          <a:p>
            <a:pPr>
              <a:spcAft>
                <a:spcPts val="300"/>
              </a:spcAft>
            </a:pPr>
            <a:r>
              <a:rPr lang="en-GB" sz="1600" dirty="0">
                <a:solidFill>
                  <a:srgbClr val="F92672"/>
                </a:solidFill>
                <a:latin typeface="Monaco"/>
              </a:rPr>
              <a:t>&lt;input</a:t>
            </a:r>
            <a:r>
              <a:rPr lang="en-GB" sz="1600" dirty="0">
                <a:solidFill>
                  <a:srgbClr val="F8F8F2"/>
                </a:solidFill>
                <a:latin typeface="Monaco"/>
              </a:rPr>
              <a:t> </a:t>
            </a:r>
            <a:r>
              <a:rPr lang="en-GB" sz="1600" dirty="0">
                <a:solidFill>
                  <a:srgbClr val="A6E22E"/>
                </a:solidFill>
                <a:latin typeface="Monaco"/>
              </a:rPr>
              <a:t>type=</a:t>
            </a:r>
            <a:r>
              <a:rPr lang="en-GB" sz="1600" dirty="0">
                <a:solidFill>
                  <a:srgbClr val="E6DB74"/>
                </a:solidFill>
                <a:latin typeface="Monaco"/>
              </a:rPr>
              <a:t>'range'</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'LFO_F'</a:t>
            </a:r>
            <a:r>
              <a:rPr lang="en-GB" sz="1600" dirty="0">
                <a:solidFill>
                  <a:srgbClr val="F8F8F2"/>
                </a:solidFill>
                <a:latin typeface="Monaco"/>
              </a:rPr>
              <a:t> </a:t>
            </a:r>
            <a:r>
              <a:rPr lang="en-GB" sz="1600" dirty="0" err="1">
                <a:solidFill>
                  <a:srgbClr val="A6E22E"/>
                </a:solidFill>
                <a:latin typeface="Monaco"/>
              </a:rPr>
              <a:t>oninput</a:t>
            </a:r>
            <a:r>
              <a:rPr lang="en-GB" sz="1600" dirty="0">
                <a:solidFill>
                  <a:srgbClr val="A6E22E"/>
                </a:solidFill>
                <a:latin typeface="Monaco"/>
              </a:rPr>
              <a:t>=</a:t>
            </a:r>
            <a:r>
              <a:rPr lang="en-GB" sz="1600" dirty="0">
                <a:solidFill>
                  <a:srgbClr val="E6DB74"/>
                </a:solidFill>
                <a:latin typeface="Monaco"/>
              </a:rPr>
              <a:t>'Update()'</a:t>
            </a:r>
            <a:r>
              <a:rPr lang="en-GB" sz="1600" dirty="0">
                <a:solidFill>
                  <a:srgbClr val="F8F8F2"/>
                </a:solidFill>
                <a:latin typeface="Monaco"/>
              </a:rPr>
              <a:t> </a:t>
            </a:r>
            <a:r>
              <a:rPr lang="en-GB" sz="1600" dirty="0">
                <a:solidFill>
                  <a:srgbClr val="A6E22E"/>
                </a:solidFill>
                <a:latin typeface="Monaco"/>
              </a:rPr>
              <a:t>max=</a:t>
            </a:r>
            <a:r>
              <a:rPr lang="en-GB" sz="1600" dirty="0">
                <a:solidFill>
                  <a:srgbClr val="E6DB74"/>
                </a:solidFill>
                <a:latin typeface="Monaco"/>
              </a:rPr>
              <a:t>8</a:t>
            </a:r>
            <a:r>
              <a:rPr lang="en-GB" sz="1600" dirty="0">
                <a:solidFill>
                  <a:srgbClr val="F8F8F2"/>
                </a:solidFill>
                <a:latin typeface="Monaco"/>
              </a:rPr>
              <a:t> </a:t>
            </a:r>
            <a:r>
              <a:rPr lang="en-GB" sz="1600" dirty="0">
                <a:solidFill>
                  <a:srgbClr val="A6E22E"/>
                </a:solidFill>
                <a:latin typeface="Monaco"/>
              </a:rPr>
              <a:t>value=</a:t>
            </a:r>
            <a:r>
              <a:rPr lang="en-GB" sz="1600" dirty="0">
                <a:solidFill>
                  <a:srgbClr val="E6DB74"/>
                </a:solidFill>
                <a:latin typeface="Monaco"/>
              </a:rPr>
              <a:t>5</a:t>
            </a:r>
            <a:r>
              <a:rPr lang="en-GB" sz="1600" dirty="0">
                <a:solidFill>
                  <a:srgbClr val="F8F8F2"/>
                </a:solidFill>
                <a:latin typeface="Monaco"/>
              </a:rPr>
              <a:t> </a:t>
            </a:r>
            <a:r>
              <a:rPr lang="en-GB" sz="1600" dirty="0">
                <a:solidFill>
                  <a:srgbClr val="A6E22E"/>
                </a:solidFill>
                <a:latin typeface="Monaco"/>
              </a:rPr>
              <a:t>step=</a:t>
            </a:r>
            <a:r>
              <a:rPr lang="en-GB" sz="1600" dirty="0">
                <a:solidFill>
                  <a:srgbClr val="E6DB74"/>
                </a:solidFill>
                <a:latin typeface="Monaco"/>
              </a:rPr>
              <a:t>'any'</a:t>
            </a:r>
            <a:r>
              <a:rPr lang="en-GB" sz="1600" dirty="0">
                <a:solidFill>
                  <a:srgbClr val="F92672"/>
                </a:solidFill>
                <a:latin typeface="Monaco"/>
              </a:rPr>
              <a:t>&gt;</a:t>
            </a:r>
            <a:endParaRPr lang="en-GB" sz="1600" dirty="0">
              <a:solidFill>
                <a:srgbClr val="F8F8F2"/>
              </a:solidFill>
              <a:latin typeface="Monaco"/>
            </a:endParaRPr>
          </a:p>
          <a:p>
            <a:pPr>
              <a:spcAft>
                <a:spcPts val="300"/>
              </a:spcAft>
            </a:pPr>
            <a:r>
              <a:rPr lang="en-GB" sz="1600" dirty="0">
                <a:solidFill>
                  <a:srgbClr val="F92672"/>
                </a:solidFill>
                <a:latin typeface="Monaco"/>
              </a:rPr>
              <a:t>&lt;script </a:t>
            </a:r>
            <a:r>
              <a:rPr lang="en-GB" sz="1600" dirty="0" err="1">
                <a:solidFill>
                  <a:srgbClr val="A6E22E"/>
                </a:solidFill>
                <a:latin typeface="Monaco"/>
              </a:rPr>
              <a:t>src</a:t>
            </a:r>
            <a:r>
              <a:rPr lang="en-GB" sz="1600" dirty="0">
                <a:solidFill>
                  <a:srgbClr val="A6E22E"/>
                </a:solidFill>
                <a:latin typeface="Monaco"/>
              </a:rPr>
              <a:t>=</a:t>
            </a:r>
            <a:r>
              <a:rPr lang="en-GB" sz="1600" dirty="0">
                <a:solidFill>
                  <a:srgbClr val="E6DB74"/>
                </a:solidFill>
                <a:latin typeface="Monaco"/>
              </a:rPr>
              <a:t>'vibrato.js'</a:t>
            </a:r>
            <a:r>
              <a:rPr lang="en-GB" sz="1600" dirty="0">
                <a:solidFill>
                  <a:srgbClr val="F92672"/>
                </a:solidFill>
                <a:latin typeface="Monaco"/>
              </a:rPr>
              <a:t>&gt;&lt;/script&gt;</a:t>
            </a:r>
            <a:endParaRPr lang="en-GB" sz="1600" dirty="0">
              <a:solidFill>
                <a:srgbClr val="F8F8F2"/>
              </a:solidFill>
              <a:latin typeface="Monaco"/>
            </a:endParaRPr>
          </a:p>
        </p:txBody>
      </p:sp>
      <p:sp>
        <p:nvSpPr>
          <p:cNvPr id="17" name="Rectangle 16">
            <a:extLst>
              <a:ext uri="{FF2B5EF4-FFF2-40B4-BE49-F238E27FC236}">
                <a16:creationId xmlns:a16="http://schemas.microsoft.com/office/drawing/2014/main" id="{672CE15E-1183-4CB0-8FED-051DE02B6F8D}"/>
              </a:ext>
            </a:extLst>
          </p:cNvPr>
          <p:cNvSpPr/>
          <p:nvPr/>
        </p:nvSpPr>
        <p:spPr>
          <a:xfrm>
            <a:off x="2139577" y="3668582"/>
            <a:ext cx="1191362" cy="46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LFO</a:t>
            </a:r>
          </a:p>
        </p:txBody>
      </p:sp>
      <p:cxnSp>
        <p:nvCxnSpPr>
          <p:cNvPr id="30" name="Straight Arrow Connector 29">
            <a:extLst>
              <a:ext uri="{FF2B5EF4-FFF2-40B4-BE49-F238E27FC236}">
                <a16:creationId xmlns:a16="http://schemas.microsoft.com/office/drawing/2014/main" id="{E4415CC3-8DD4-4EAC-8A2F-A3878A9F629E}"/>
              </a:ext>
            </a:extLst>
          </p:cNvPr>
          <p:cNvCxnSpPr>
            <a:cxnSpLocks/>
            <a:stCxn id="17" idx="2"/>
            <a:endCxn id="40" idx="3"/>
          </p:cNvCxnSpPr>
          <p:nvPr/>
        </p:nvCxnSpPr>
        <p:spPr>
          <a:xfrm flipH="1">
            <a:off x="2734962" y="4136582"/>
            <a:ext cx="296" cy="388879"/>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40" name="Isosceles Triangle 39">
            <a:extLst>
              <a:ext uri="{FF2B5EF4-FFF2-40B4-BE49-F238E27FC236}">
                <a16:creationId xmlns:a16="http://schemas.microsoft.com/office/drawing/2014/main" id="{5ECA9959-606A-4A85-847D-912C9A44678E}"/>
              </a:ext>
            </a:extLst>
          </p:cNvPr>
          <p:cNvSpPr/>
          <p:nvPr/>
        </p:nvSpPr>
        <p:spPr>
          <a:xfrm rot="10800000">
            <a:off x="2447345" y="4525461"/>
            <a:ext cx="575235" cy="419732"/>
          </a:xfrm>
          <a:prstGeom prst="triangl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1" name="Straight Arrow Connector 40">
            <a:extLst>
              <a:ext uri="{FF2B5EF4-FFF2-40B4-BE49-F238E27FC236}">
                <a16:creationId xmlns:a16="http://schemas.microsoft.com/office/drawing/2014/main" id="{8E654547-C479-4EB5-8DBB-5229446D8D04}"/>
              </a:ext>
            </a:extLst>
          </p:cNvPr>
          <p:cNvCxnSpPr>
            <a:cxnSpLocks/>
            <a:stCxn id="40" idx="0"/>
            <a:endCxn id="31" idx="0"/>
          </p:cNvCxnSpPr>
          <p:nvPr/>
        </p:nvCxnSpPr>
        <p:spPr>
          <a:xfrm>
            <a:off x="2734962" y="4945193"/>
            <a:ext cx="2" cy="353468"/>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5964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1330</Words>
  <Application>Microsoft Office PowerPoint</Application>
  <PresentationFormat>Widescreen</PresentationFormat>
  <Paragraphs>89</Paragraphs>
  <Slides>6</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Arial</vt:lpstr>
      <vt:lpstr>Calibri</vt:lpstr>
      <vt:lpstr>Calibri Light</vt:lpstr>
      <vt:lpstr>Cambria Math</vt:lpstr>
      <vt:lpstr>Consolas</vt:lpstr>
      <vt:lpstr>Monaco</vt:lpstr>
      <vt:lpstr>Symbol</vt:lpstr>
      <vt:lpstr>Times New Roman</vt:lpstr>
      <vt:lpstr>Times New Roman Italic</vt:lpstr>
      <vt:lpstr>Office Theme</vt:lpstr>
      <vt:lpstr>Delay in the Web Audio API</vt:lpstr>
      <vt:lpstr>The DelayNode</vt:lpstr>
      <vt:lpstr>Vibrato</vt:lpstr>
      <vt:lpstr>Vibrato implementation</vt:lpstr>
      <vt:lpstr>Vibrato – calculating pitch shift</vt:lpstr>
      <vt:lpstr>Vibrato 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Joshua Reiss</dc:creator>
  <cp:lastModifiedBy>Joshua Reiss</cp:lastModifiedBy>
  <cp:revision>1</cp:revision>
  <dcterms:created xsi:type="dcterms:W3CDTF">2020-11-21T07:03:12Z</dcterms:created>
  <dcterms:modified xsi:type="dcterms:W3CDTF">2022-03-17T10:47:42Z</dcterms:modified>
</cp:coreProperties>
</file>