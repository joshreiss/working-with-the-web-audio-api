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30" r:id="rId4"/>
    <p:sldId id="324" r:id="rId5"/>
    <p:sldId id="259" r:id="rId6"/>
    <p:sldId id="261" r:id="rId7"/>
    <p:sldId id="325" r:id="rId8"/>
    <p:sldId id="263" r:id="rId9"/>
    <p:sldId id="329" r:id="rId10"/>
    <p:sldId id="262" r:id="rId11"/>
    <p:sldId id="264" r:id="rId12"/>
    <p:sldId id="326" r:id="rId13"/>
    <p:sldId id="327" r:id="rId14"/>
    <p:sldId id="295" r:id="rId15"/>
    <p:sldId id="3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A88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C2030E-DEE2-4792-B7C4-2E8CBF6DA215}" v="25" dt="2021-10-15T04:48:36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12" autoAdjust="0"/>
    <p:restoredTop sz="90105" autoAdjust="0"/>
  </p:normalViewPr>
  <p:slideViewPr>
    <p:cSldViewPr snapToGrid="0" showGuides="1">
      <p:cViewPr varScale="1">
        <p:scale>
          <a:sx n="98" d="100"/>
          <a:sy n="98" d="100"/>
        </p:scale>
        <p:origin x="69" y="7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A8FA28C7-5F34-4DE8-8246-FDECABB90450}"/>
    <pc:docChg chg="addSld modSld">
      <pc:chgData name="Josh Reiss" userId="a90d6cd88c30b6c6" providerId="LiveId" clId="{A8FA28C7-5F34-4DE8-8246-FDECABB90450}" dt="2021-06-11T14:34:24.901" v="32" actId="20577"/>
      <pc:docMkLst>
        <pc:docMk/>
      </pc:docMkLst>
      <pc:sldChg chg="add modNotesTx">
        <pc:chgData name="Josh Reiss" userId="a90d6cd88c30b6c6" providerId="LiveId" clId="{A8FA28C7-5F34-4DE8-8246-FDECABB90450}" dt="2021-06-11T14:34:24.901" v="32" actId="20577"/>
        <pc:sldMkLst>
          <pc:docMk/>
          <pc:sldMk cId="2909569819" sldId="330"/>
        </pc:sldMkLst>
      </pc:sldChg>
    </pc:docChg>
  </pc:docChgLst>
  <pc:docChgLst>
    <pc:chgData name="Josh Reiss" userId="a90d6cd88c30b6c6" providerId="LiveId" clId="{7EF51183-4BAD-4B67-A209-59ED5A04336D}"/>
    <pc:docChg chg="undo redo custSel addSld delSld modSld">
      <pc:chgData name="Josh Reiss" userId="a90d6cd88c30b6c6" providerId="LiveId" clId="{7EF51183-4BAD-4B67-A209-59ED5A04336D}" dt="2021-03-24T14:51:12.919" v="2518" actId="1076"/>
      <pc:docMkLst>
        <pc:docMk/>
      </pc:docMkLst>
      <pc:sldChg chg="delSp del">
        <pc:chgData name="Josh Reiss" userId="a90d6cd88c30b6c6" providerId="LiveId" clId="{7EF51183-4BAD-4B67-A209-59ED5A04336D}" dt="2021-03-14T22:57:32.626" v="70" actId="47"/>
        <pc:sldMkLst>
          <pc:docMk/>
          <pc:sldMk cId="2807168601" sldId="258"/>
        </pc:sldMkLst>
        <pc:picChg chg="del">
          <ac:chgData name="Josh Reiss" userId="a90d6cd88c30b6c6" providerId="LiveId" clId="{7EF51183-4BAD-4B67-A209-59ED5A04336D}" dt="2021-03-14T22:57:11.439" v="66" actId="21"/>
          <ac:picMkLst>
            <pc:docMk/>
            <pc:sldMk cId="2807168601" sldId="258"/>
            <ac:picMk id="1026" creationId="{FA7D730E-3F79-4094-BBBD-799158B2222E}"/>
          </ac:picMkLst>
        </pc:picChg>
      </pc:sldChg>
      <pc:sldChg chg="addSp delSp modSp mod">
        <pc:chgData name="Josh Reiss" userId="a90d6cd88c30b6c6" providerId="LiveId" clId="{7EF51183-4BAD-4B67-A209-59ED5A04336D}" dt="2021-03-15T11:42:18.536" v="1446" actId="692"/>
        <pc:sldMkLst>
          <pc:docMk/>
          <pc:sldMk cId="4256261471" sldId="259"/>
        </pc:sldMkLst>
        <pc:spChg chg="mod topLvl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12" creationId="{77910D89-20BA-423E-A330-C81B0B5CB50F}"/>
          </ac:spMkLst>
        </pc:spChg>
        <pc:spChg chg="mod topLvl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13" creationId="{C63EF69A-26D1-4279-BE40-F8882F5FB3BA}"/>
          </ac:spMkLst>
        </pc:spChg>
        <pc:spChg chg="mod topLvl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14" creationId="{5341E191-4AE9-4EA7-8455-96ED1C81F7A5}"/>
          </ac:spMkLst>
        </pc:spChg>
        <pc:spChg chg="mod topLvl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15" creationId="{48DB61FE-5728-476E-9DB8-4E356D11C9E6}"/>
          </ac:spMkLst>
        </pc:spChg>
        <pc:spChg chg="add mod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18" creationId="{34B78993-29FE-4364-9A2E-2BCF1755D184}"/>
          </ac:spMkLst>
        </pc:spChg>
        <pc:spChg chg="add mod">
          <ac:chgData name="Josh Reiss" userId="a90d6cd88c30b6c6" providerId="LiveId" clId="{7EF51183-4BAD-4B67-A209-59ED5A04336D}" dt="2021-03-15T11:37:29.221" v="1414" actId="1035"/>
          <ac:spMkLst>
            <pc:docMk/>
            <pc:sldMk cId="4256261471" sldId="259"/>
            <ac:spMk id="22" creationId="{03C39878-9132-4F81-AEB7-4BE12C7BCEB2}"/>
          </ac:spMkLst>
        </pc:spChg>
        <pc:spChg chg="add del mod">
          <ac:chgData name="Josh Reiss" userId="a90d6cd88c30b6c6" providerId="LiveId" clId="{7EF51183-4BAD-4B67-A209-59ED5A04336D}" dt="2021-03-15T11:34:27.173" v="1318" actId="478"/>
          <ac:spMkLst>
            <pc:docMk/>
            <pc:sldMk cId="4256261471" sldId="259"/>
            <ac:spMk id="27" creationId="{9B11327C-A154-4C16-BB77-A72567B9271F}"/>
          </ac:spMkLst>
        </pc:spChg>
        <pc:spChg chg="add del mod">
          <ac:chgData name="Josh Reiss" userId="a90d6cd88c30b6c6" providerId="LiveId" clId="{7EF51183-4BAD-4B67-A209-59ED5A04336D}" dt="2021-03-15T11:35:29.035" v="1327" actId="478"/>
          <ac:spMkLst>
            <pc:docMk/>
            <pc:sldMk cId="4256261471" sldId="259"/>
            <ac:spMk id="32" creationId="{F1BAE7A6-4831-43A0-99D0-1AE45FD30E3D}"/>
          </ac:spMkLst>
        </pc:spChg>
        <pc:spChg chg="mod">
          <ac:chgData name="Josh Reiss" userId="a90d6cd88c30b6c6" providerId="LiveId" clId="{7EF51183-4BAD-4B67-A209-59ED5A04336D}" dt="2021-03-15T11:42:02.540" v="1445" actId="207"/>
          <ac:spMkLst>
            <pc:docMk/>
            <pc:sldMk cId="4256261471" sldId="259"/>
            <ac:spMk id="35" creationId="{67132C97-F89F-4B73-9C6C-5D0EB3271AC2}"/>
          </ac:spMkLst>
        </pc:spChg>
        <pc:spChg chg="mod">
          <ac:chgData name="Josh Reiss" userId="a90d6cd88c30b6c6" providerId="LiveId" clId="{7EF51183-4BAD-4B67-A209-59ED5A04336D}" dt="2021-03-15T11:42:02.540" v="1445" actId="207"/>
          <ac:spMkLst>
            <pc:docMk/>
            <pc:sldMk cId="4256261471" sldId="259"/>
            <ac:spMk id="36" creationId="{54152EEF-FFF8-49B4-BE03-F301945D06C9}"/>
          </ac:spMkLst>
        </pc:spChg>
        <pc:spChg chg="mod">
          <ac:chgData name="Josh Reiss" userId="a90d6cd88c30b6c6" providerId="LiveId" clId="{7EF51183-4BAD-4B67-A209-59ED5A04336D}" dt="2021-03-15T11:42:02.540" v="1445" actId="207"/>
          <ac:spMkLst>
            <pc:docMk/>
            <pc:sldMk cId="4256261471" sldId="259"/>
            <ac:spMk id="37" creationId="{50D5E1E6-406E-40B2-B394-700CF2643CF0}"/>
          </ac:spMkLst>
        </pc:spChg>
        <pc:spChg chg="mod">
          <ac:chgData name="Josh Reiss" userId="a90d6cd88c30b6c6" providerId="LiveId" clId="{7EF51183-4BAD-4B67-A209-59ED5A04336D}" dt="2021-03-15T11:42:02.540" v="1445" actId="207"/>
          <ac:spMkLst>
            <pc:docMk/>
            <pc:sldMk cId="4256261471" sldId="259"/>
            <ac:spMk id="38" creationId="{FA1C1E3E-9A9B-4D80-A57B-26CACDA3CFC4}"/>
          </ac:spMkLst>
        </pc:spChg>
        <pc:spChg chg="mod">
          <ac:chgData name="Josh Reiss" userId="a90d6cd88c30b6c6" providerId="LiveId" clId="{7EF51183-4BAD-4B67-A209-59ED5A04336D}" dt="2021-03-15T11:41:27.023" v="1443" actId="165"/>
          <ac:spMkLst>
            <pc:docMk/>
            <pc:sldMk cId="4256261471" sldId="259"/>
            <ac:spMk id="40" creationId="{EAF0B5D7-BD07-48B0-BC6D-04EC32F4847E}"/>
          </ac:spMkLst>
        </pc:spChg>
        <pc:spChg chg="mod">
          <ac:chgData name="Josh Reiss" userId="a90d6cd88c30b6c6" providerId="LiveId" clId="{7EF51183-4BAD-4B67-A209-59ED5A04336D}" dt="2021-03-15T11:41:27.023" v="1443" actId="165"/>
          <ac:spMkLst>
            <pc:docMk/>
            <pc:sldMk cId="4256261471" sldId="259"/>
            <ac:spMk id="41" creationId="{39639E70-0F3A-4AF3-A022-86F3D11F2120}"/>
          </ac:spMkLst>
        </pc:spChg>
        <pc:spChg chg="mod">
          <ac:chgData name="Josh Reiss" userId="a90d6cd88c30b6c6" providerId="LiveId" clId="{7EF51183-4BAD-4B67-A209-59ED5A04336D}" dt="2021-03-15T11:41:27.023" v="1443" actId="165"/>
          <ac:spMkLst>
            <pc:docMk/>
            <pc:sldMk cId="4256261471" sldId="259"/>
            <ac:spMk id="45" creationId="{9B0E6F57-57D6-4EF4-A224-0E7A3E047F52}"/>
          </ac:spMkLst>
        </pc:spChg>
        <pc:spChg chg="mod">
          <ac:chgData name="Josh Reiss" userId="a90d6cd88c30b6c6" providerId="LiveId" clId="{7EF51183-4BAD-4B67-A209-59ED5A04336D}" dt="2021-03-15T11:41:27.023" v="1443" actId="165"/>
          <ac:spMkLst>
            <pc:docMk/>
            <pc:sldMk cId="4256261471" sldId="259"/>
            <ac:spMk id="46" creationId="{6923844B-0323-4152-9B1F-8808F40AF175}"/>
          </ac:spMkLst>
        </pc:spChg>
        <pc:grpChg chg="add del mod">
          <ac:chgData name="Josh Reiss" userId="a90d6cd88c30b6c6" providerId="LiveId" clId="{7EF51183-4BAD-4B67-A209-59ED5A04336D}" dt="2021-03-15T11:36:53.141" v="1354" actId="165"/>
          <ac:grpSpMkLst>
            <pc:docMk/>
            <pc:sldMk cId="4256261471" sldId="259"/>
            <ac:grpSpMk id="6" creationId="{A0A63EE7-9E4D-4065-B595-24E01AC55933}"/>
          </ac:grpSpMkLst>
        </pc:grpChg>
        <pc:grpChg chg="add mod topLvl">
          <ac:chgData name="Josh Reiss" userId="a90d6cd88c30b6c6" providerId="LiveId" clId="{7EF51183-4BAD-4B67-A209-59ED5A04336D}" dt="2021-03-15T11:41:27.023" v="1443" actId="165"/>
          <ac:grpSpMkLst>
            <pc:docMk/>
            <pc:sldMk cId="4256261471" sldId="259"/>
            <ac:grpSpMk id="34" creationId="{BBE7C6C7-19EB-472F-B9C0-2A2D2883B875}"/>
          </ac:grpSpMkLst>
        </pc:grpChg>
        <pc:grpChg chg="add mod topLvl">
          <ac:chgData name="Josh Reiss" userId="a90d6cd88c30b6c6" providerId="LiveId" clId="{7EF51183-4BAD-4B67-A209-59ED5A04336D}" dt="2021-03-15T11:41:27.023" v="1443" actId="165"/>
          <ac:grpSpMkLst>
            <pc:docMk/>
            <pc:sldMk cId="4256261471" sldId="259"/>
            <ac:grpSpMk id="39" creationId="{6E5F3E5A-9B8D-4485-B3D8-3BE59F0B6981}"/>
          </ac:grpSpMkLst>
        </pc:grpChg>
        <pc:grpChg chg="add del mod">
          <ac:chgData name="Josh Reiss" userId="a90d6cd88c30b6c6" providerId="LiveId" clId="{7EF51183-4BAD-4B67-A209-59ED5A04336D}" dt="2021-03-15T11:41:27.023" v="1443" actId="165"/>
          <ac:grpSpMkLst>
            <pc:docMk/>
            <pc:sldMk cId="4256261471" sldId="259"/>
            <ac:grpSpMk id="47" creationId="{C9085B95-45AD-4EB3-A6DC-5CD3BB197E6C}"/>
          </ac:grpSpMkLst>
        </pc:grpChg>
        <pc:graphicFrameChg chg="add del mod">
          <ac:chgData name="Josh Reiss" userId="a90d6cd88c30b6c6" providerId="LiveId" clId="{7EF51183-4BAD-4B67-A209-59ED5A04336D}" dt="2021-03-15T11:33:36.289" v="1311" actId="478"/>
          <ac:graphicFrameMkLst>
            <pc:docMk/>
            <pc:sldMk cId="4256261471" sldId="259"/>
            <ac:graphicFrameMk id="4" creationId="{A8727EDB-5B0E-4A4E-BD83-C4EA85C9F4FE}"/>
          </ac:graphicFrameMkLst>
        </pc:graphicFrameChg>
        <pc:picChg chg="add del mod">
          <ac:chgData name="Josh Reiss" userId="a90d6cd88c30b6c6" providerId="LiveId" clId="{7EF51183-4BAD-4B67-A209-59ED5A04336D}" dt="2021-03-15T11:35:23.335" v="1325" actId="478"/>
          <ac:picMkLst>
            <pc:docMk/>
            <pc:sldMk cId="4256261471" sldId="259"/>
            <ac:picMk id="5" creationId="{8FCA50A8-5A77-4E29-9578-3BF5001CCB56}"/>
          </ac:picMkLst>
        </pc:picChg>
        <pc:cxnChg chg="mod topLvl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7" creationId="{B1B98B8E-CEB4-45BF-84AF-DD99BA0223B6}"/>
          </ac:cxnSpMkLst>
        </pc:cxnChg>
        <pc:cxnChg chg="mod ord topLvl">
          <ac:chgData name="Josh Reiss" userId="a90d6cd88c30b6c6" providerId="LiveId" clId="{7EF51183-4BAD-4B67-A209-59ED5A04336D}" dt="2021-03-15T11:42:18.536" v="1446" actId="692"/>
          <ac:cxnSpMkLst>
            <pc:docMk/>
            <pc:sldMk cId="4256261471" sldId="259"/>
            <ac:cxnSpMk id="8" creationId="{0203EFE8-5006-40F2-8125-A96DF5147A77}"/>
          </ac:cxnSpMkLst>
        </pc:cxnChg>
        <pc:cxnChg chg="mod topLvl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9" creationId="{E3FA2F9D-9375-4C82-A84D-F3ACE9C28F93}"/>
          </ac:cxnSpMkLst>
        </pc:cxnChg>
        <pc:cxnChg chg="mod topLvl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10" creationId="{40A44163-A843-41B2-8025-ABA755AE091C}"/>
          </ac:cxnSpMkLst>
        </pc:cxnChg>
        <pc:cxnChg chg="mod topLvl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11" creationId="{90099D9F-AFB4-40BF-9E36-07929350C25D}"/>
          </ac:cxnSpMkLst>
        </pc:cxnChg>
        <pc:cxnChg chg="add mod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16" creationId="{86E7A9FE-AA61-418E-9F51-DE94647039D9}"/>
          </ac:cxnSpMkLst>
        </pc:cxnChg>
        <pc:cxnChg chg="add del mod">
          <ac:chgData name="Josh Reiss" userId="a90d6cd88c30b6c6" providerId="LiveId" clId="{7EF51183-4BAD-4B67-A209-59ED5A04336D}" dt="2021-03-15T11:37:29.221" v="1414" actId="1035"/>
          <ac:cxnSpMkLst>
            <pc:docMk/>
            <pc:sldMk cId="4256261471" sldId="259"/>
            <ac:cxnSpMk id="24" creationId="{F6F1B0C8-5125-40EC-B634-0D92E34FC141}"/>
          </ac:cxnSpMkLst>
        </pc:cxnChg>
        <pc:cxnChg chg="mod">
          <ac:chgData name="Josh Reiss" userId="a90d6cd88c30b6c6" providerId="LiveId" clId="{7EF51183-4BAD-4B67-A209-59ED5A04336D}" dt="2021-03-15T11:41:27.023" v="1443" actId="165"/>
          <ac:cxnSpMkLst>
            <pc:docMk/>
            <pc:sldMk cId="4256261471" sldId="259"/>
            <ac:cxnSpMk id="42" creationId="{344240F6-9836-4D10-862E-CC13E0158F80}"/>
          </ac:cxnSpMkLst>
        </pc:cxnChg>
        <pc:cxnChg chg="mod">
          <ac:chgData name="Josh Reiss" userId="a90d6cd88c30b6c6" providerId="LiveId" clId="{7EF51183-4BAD-4B67-A209-59ED5A04336D}" dt="2021-03-15T11:41:27.023" v="1443" actId="165"/>
          <ac:cxnSpMkLst>
            <pc:docMk/>
            <pc:sldMk cId="4256261471" sldId="259"/>
            <ac:cxnSpMk id="43" creationId="{B353F911-7635-4635-9F7A-C417255902CF}"/>
          </ac:cxnSpMkLst>
        </pc:cxnChg>
        <pc:cxnChg chg="mod">
          <ac:chgData name="Josh Reiss" userId="a90d6cd88c30b6c6" providerId="LiveId" clId="{7EF51183-4BAD-4B67-A209-59ED5A04336D}" dt="2021-03-15T11:41:27.023" v="1443" actId="165"/>
          <ac:cxnSpMkLst>
            <pc:docMk/>
            <pc:sldMk cId="4256261471" sldId="259"/>
            <ac:cxnSpMk id="44" creationId="{88CBF74B-1EF4-4120-88D1-B1B0DE6F7780}"/>
          </ac:cxnSpMkLst>
        </pc:cxnChg>
      </pc:sldChg>
      <pc:sldChg chg="addSp delSp modSp mod">
        <pc:chgData name="Josh Reiss" userId="a90d6cd88c30b6c6" providerId="LiveId" clId="{7EF51183-4BAD-4B67-A209-59ED5A04336D}" dt="2021-03-15T10:52:31.280" v="1149" actId="1076"/>
        <pc:sldMkLst>
          <pc:docMk/>
          <pc:sldMk cId="2685588342" sldId="262"/>
        </pc:sldMkLst>
        <pc:spChg chg="mod">
          <ac:chgData name="Josh Reiss" userId="a90d6cd88c30b6c6" providerId="LiveId" clId="{7EF51183-4BAD-4B67-A209-59ED5A04336D}" dt="2021-03-15T10:50:26.044" v="1032" actId="1076"/>
          <ac:spMkLst>
            <pc:docMk/>
            <pc:sldMk cId="2685588342" sldId="262"/>
            <ac:spMk id="3" creationId="{4FED4815-A864-40ED-BA4B-557B1F7C1E5C}"/>
          </ac:spMkLst>
        </pc:spChg>
        <pc:spChg chg="del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0" creationId="{02752C04-0FF8-4A7E-89B0-9777C6A3182F}"/>
          </ac:spMkLst>
        </pc:spChg>
        <pc:spChg chg="del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1" creationId="{547541CD-1AE4-4F94-9DE6-A98ADA6919C4}"/>
          </ac:spMkLst>
        </pc:spChg>
        <pc:spChg chg="del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2" creationId="{97F61157-3775-4775-9D7F-9328DF725D25}"/>
          </ac:spMkLst>
        </pc:spChg>
        <pc:spChg chg="del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3" creationId="{EC119FCA-54D5-4F3F-BE80-660AE59EE7B2}"/>
          </ac:spMkLst>
        </pc:spChg>
        <pc:spChg chg="del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4" creationId="{C9D41894-522F-4F1F-8323-E7AE2BD895B8}"/>
          </ac:spMkLst>
        </pc:spChg>
        <pc:spChg chg="del mod">
          <ac:chgData name="Josh Reiss" userId="a90d6cd88c30b6c6" providerId="LiveId" clId="{7EF51183-4BAD-4B67-A209-59ED5A04336D}" dt="2021-03-15T10:34:48.749" v="922" actId="478"/>
          <ac:spMkLst>
            <pc:docMk/>
            <pc:sldMk cId="2685588342" sldId="262"/>
            <ac:spMk id="15" creationId="{3DA4D46D-8AF0-4834-9EDA-F4DEE843D055}"/>
          </ac:spMkLst>
        </pc:spChg>
        <pc:spChg chg="add del mod">
          <ac:chgData name="Josh Reiss" userId="a90d6cd88c30b6c6" providerId="LiveId" clId="{7EF51183-4BAD-4B67-A209-59ED5A04336D}" dt="2021-03-15T10:47:54.234" v="1014" actId="478"/>
          <ac:spMkLst>
            <pc:docMk/>
            <pc:sldMk cId="2685588342" sldId="262"/>
            <ac:spMk id="17" creationId="{D7E0F76C-BE5B-455C-96A0-D9E9C34E49A7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19" creationId="{AA653942-E27E-417A-B19F-52D360456659}"/>
          </ac:spMkLst>
        </pc:spChg>
        <pc:spChg chg="add mod">
          <ac:chgData name="Josh Reiss" userId="a90d6cd88c30b6c6" providerId="LiveId" clId="{7EF51183-4BAD-4B67-A209-59ED5A04336D}" dt="2021-03-15T10:52:31.280" v="1149" actId="1076"/>
          <ac:spMkLst>
            <pc:docMk/>
            <pc:sldMk cId="2685588342" sldId="262"/>
            <ac:spMk id="20" creationId="{92F40630-1EE1-4839-BC88-EE66C3E03C47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1" creationId="{23393E2D-36B4-4D85-AB4B-B4AE0787FF7C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2" creationId="{AB535F93-6F20-40CB-92C6-C9262E8558B0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3" creationId="{ACA2F19C-C6E7-44A0-BBCC-0CCC4AC77617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4" creationId="{D8B5D77A-3B71-4611-8B5D-F9042271A1C7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6" creationId="{AB610AC5-62B1-4611-A058-E7CBBC94053E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7" creationId="{D4FE1D01-AE3D-4C3B-86DC-41DBB721E823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8" creationId="{F533083A-ABD0-49EC-AFAB-1A3BBE54AD1D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29" creationId="{EC03C92B-7DC8-4A03-98C1-64FCE8217D69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30" creationId="{50048647-ABEB-449E-A75B-3460C59A5F45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31" creationId="{06FF898C-C046-4DB0-9DC9-01BC01E8233C}"/>
          </ac:spMkLst>
        </pc:spChg>
        <pc:spChg chg="add mod">
          <ac:chgData name="Josh Reiss" userId="a90d6cd88c30b6c6" providerId="LiveId" clId="{7EF51183-4BAD-4B67-A209-59ED5A04336D}" dt="2021-03-15T10:51:50.050" v="1147" actId="207"/>
          <ac:spMkLst>
            <pc:docMk/>
            <pc:sldMk cId="2685588342" sldId="262"/>
            <ac:spMk id="32" creationId="{DF692E27-51D0-4254-9EB9-9E2D6E30F1C5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33" creationId="{54490AFD-D480-4674-BF03-BE6111B98567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34" creationId="{A49CABD1-73F0-4B0F-A349-79BB47488D93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35" creationId="{CC7BC6A1-7909-4B1F-82C0-8568001C0760}"/>
          </ac:spMkLst>
        </pc:spChg>
        <pc:spChg chg="add mod">
          <ac:chgData name="Josh Reiss" userId="a90d6cd88c30b6c6" providerId="LiveId" clId="{7EF51183-4BAD-4B67-A209-59ED5A04336D}" dt="2021-03-15T10:50:47.718" v="1096" actId="1036"/>
          <ac:spMkLst>
            <pc:docMk/>
            <pc:sldMk cId="2685588342" sldId="262"/>
            <ac:spMk id="40" creationId="{936E0656-5A19-4B3D-B53C-321299C5C414}"/>
          </ac:spMkLst>
        </pc:spChg>
        <pc:picChg chg="del">
          <ac:chgData name="Josh Reiss" userId="a90d6cd88c30b6c6" providerId="LiveId" clId="{7EF51183-4BAD-4B67-A209-59ED5A04336D}" dt="2021-03-15T10:34:48.749" v="922" actId="478"/>
          <ac:picMkLst>
            <pc:docMk/>
            <pc:sldMk cId="2685588342" sldId="262"/>
            <ac:picMk id="6" creationId="{9B5C19C3-46AE-43A0-BF8F-127C7B8C6439}"/>
          </ac:picMkLst>
        </pc:picChg>
        <pc:picChg chg="del">
          <ac:chgData name="Josh Reiss" userId="a90d6cd88c30b6c6" providerId="LiveId" clId="{7EF51183-4BAD-4B67-A209-59ED5A04336D}" dt="2021-03-15T10:34:48.749" v="922" actId="478"/>
          <ac:picMkLst>
            <pc:docMk/>
            <pc:sldMk cId="2685588342" sldId="262"/>
            <ac:picMk id="7" creationId="{CEDD5C6A-5B0B-4D6A-A3F1-E0B4916B818D}"/>
          </ac:picMkLst>
        </pc:picChg>
        <pc:picChg chg="del">
          <ac:chgData name="Josh Reiss" userId="a90d6cd88c30b6c6" providerId="LiveId" clId="{7EF51183-4BAD-4B67-A209-59ED5A04336D}" dt="2021-03-15T10:34:48.749" v="922" actId="478"/>
          <ac:picMkLst>
            <pc:docMk/>
            <pc:sldMk cId="2685588342" sldId="262"/>
            <ac:picMk id="8" creationId="{41E131B4-00FB-4284-8A44-3B5D047B8AB8}"/>
          </ac:picMkLst>
        </pc:picChg>
        <pc:picChg chg="add del mod">
          <ac:chgData name="Josh Reiss" userId="a90d6cd88c30b6c6" providerId="LiveId" clId="{7EF51183-4BAD-4B67-A209-59ED5A04336D}" dt="2021-03-15T10:47:54.234" v="1014" actId="478"/>
          <ac:picMkLst>
            <pc:docMk/>
            <pc:sldMk cId="2685588342" sldId="262"/>
            <ac:picMk id="16" creationId="{BCBF97D9-3028-4852-82EE-8199114D26AF}"/>
          </ac:picMkLst>
        </pc:picChg>
        <pc:picChg chg="add del mod">
          <ac:chgData name="Josh Reiss" userId="a90d6cd88c30b6c6" providerId="LiveId" clId="{7EF51183-4BAD-4B67-A209-59ED5A04336D}" dt="2021-03-15T10:47:54.234" v="1014" actId="478"/>
          <ac:picMkLst>
            <pc:docMk/>
            <pc:sldMk cId="2685588342" sldId="262"/>
            <ac:picMk id="18" creationId="{14FEC39C-CC1B-4A65-A6B4-41486158C39C}"/>
          </ac:picMkLst>
        </pc:picChg>
        <pc:cxnChg chg="add mod">
          <ac:chgData name="Josh Reiss" userId="a90d6cd88c30b6c6" providerId="LiveId" clId="{7EF51183-4BAD-4B67-A209-59ED5A04336D}" dt="2021-03-15T10:50:47.718" v="1096" actId="1036"/>
          <ac:cxnSpMkLst>
            <pc:docMk/>
            <pc:sldMk cId="2685588342" sldId="262"/>
            <ac:cxnSpMk id="25" creationId="{19220F44-8A7D-4A2D-AB93-8A77A42A36D4}"/>
          </ac:cxnSpMkLst>
        </pc:cxnChg>
        <pc:cxnChg chg="add mod">
          <ac:chgData name="Josh Reiss" userId="a90d6cd88c30b6c6" providerId="LiveId" clId="{7EF51183-4BAD-4B67-A209-59ED5A04336D}" dt="2021-03-15T10:50:47.718" v="1096" actId="1036"/>
          <ac:cxnSpMkLst>
            <pc:docMk/>
            <pc:sldMk cId="2685588342" sldId="262"/>
            <ac:cxnSpMk id="36" creationId="{C85DF0D5-E46F-49B9-B940-1C628C3A0F42}"/>
          </ac:cxnSpMkLst>
        </pc:cxnChg>
      </pc:sldChg>
      <pc:sldChg chg="addSp delSp modSp mod">
        <pc:chgData name="Josh Reiss" userId="a90d6cd88c30b6c6" providerId="LiveId" clId="{7EF51183-4BAD-4B67-A209-59ED5A04336D}" dt="2021-03-24T14:51:12.919" v="2518" actId="1076"/>
        <pc:sldMkLst>
          <pc:docMk/>
          <pc:sldMk cId="3099176654" sldId="263"/>
        </pc:sldMkLst>
        <pc:spChg chg="del mod">
          <ac:chgData name="Josh Reiss" userId="a90d6cd88c30b6c6" providerId="LiveId" clId="{7EF51183-4BAD-4B67-A209-59ED5A04336D}" dt="2021-03-24T14:40:35.132" v="2335" actId="478"/>
          <ac:spMkLst>
            <pc:docMk/>
            <pc:sldMk cId="3099176654" sldId="263"/>
            <ac:spMk id="4" creationId="{60253516-DF9F-4045-BB19-B5EF049E2BA6}"/>
          </ac:spMkLst>
        </pc:spChg>
        <pc:spChg chg="add mod">
          <ac:chgData name="Josh Reiss" userId="a90d6cd88c30b6c6" providerId="LiveId" clId="{7EF51183-4BAD-4B67-A209-59ED5A04336D}" dt="2021-03-24T14:41:12.425" v="2350" actId="1035"/>
          <ac:spMkLst>
            <pc:docMk/>
            <pc:sldMk cId="3099176654" sldId="263"/>
            <ac:spMk id="14" creationId="{8BF61C2D-6693-4C7B-B547-F51237A8484D}"/>
          </ac:spMkLst>
        </pc:spChg>
        <pc:spChg chg="add mod topLvl">
          <ac:chgData name="Josh Reiss" userId="a90d6cd88c30b6c6" providerId="LiveId" clId="{7EF51183-4BAD-4B67-A209-59ED5A04336D}" dt="2021-03-24T14:42:43.440" v="2372" actId="1076"/>
          <ac:spMkLst>
            <pc:docMk/>
            <pc:sldMk cId="3099176654" sldId="263"/>
            <ac:spMk id="28" creationId="{A0AE53BE-E6EC-4460-907D-32E2F3B532C8}"/>
          </ac:spMkLst>
        </pc:spChg>
        <pc:spChg chg="mod topLvl">
          <ac:chgData name="Josh Reiss" userId="a90d6cd88c30b6c6" providerId="LiveId" clId="{7EF51183-4BAD-4B67-A209-59ED5A04336D}" dt="2021-03-24T14:41:12.425" v="2350" actId="1035"/>
          <ac:spMkLst>
            <pc:docMk/>
            <pc:sldMk cId="3099176654" sldId="263"/>
            <ac:spMk id="34" creationId="{B8A5C45F-A3E1-45F8-91F6-EAF3A289E6EC}"/>
          </ac:spMkLst>
        </pc:spChg>
        <pc:spChg chg="add mod">
          <ac:chgData name="Josh Reiss" userId="a90d6cd88c30b6c6" providerId="LiveId" clId="{7EF51183-4BAD-4B67-A209-59ED5A04336D}" dt="2021-03-24T14:41:21.857" v="2351" actId="1076"/>
          <ac:spMkLst>
            <pc:docMk/>
            <pc:sldMk cId="3099176654" sldId="263"/>
            <ac:spMk id="36" creationId="{27369101-5A27-4FD1-8922-3C0ACF6475DC}"/>
          </ac:spMkLst>
        </pc:spChg>
        <pc:spChg chg="add mod">
          <ac:chgData name="Josh Reiss" userId="a90d6cd88c30b6c6" providerId="LiveId" clId="{7EF51183-4BAD-4B67-A209-59ED5A04336D}" dt="2021-03-24T14:41:27.205" v="2352" actId="1076"/>
          <ac:spMkLst>
            <pc:docMk/>
            <pc:sldMk cId="3099176654" sldId="263"/>
            <ac:spMk id="37" creationId="{8E514619-A636-41E2-B17A-EAD3E1789E00}"/>
          </ac:spMkLst>
        </pc:spChg>
        <pc:spChg chg="add mod">
          <ac:chgData name="Josh Reiss" userId="a90d6cd88c30b6c6" providerId="LiveId" clId="{7EF51183-4BAD-4B67-A209-59ED5A04336D}" dt="2021-03-24T14:41:31.397" v="2353" actId="1076"/>
          <ac:spMkLst>
            <pc:docMk/>
            <pc:sldMk cId="3099176654" sldId="263"/>
            <ac:spMk id="38" creationId="{E915374C-B3DB-4681-86F4-3E8E52274489}"/>
          </ac:spMkLst>
        </pc:spChg>
        <pc:spChg chg="add mod">
          <ac:chgData name="Josh Reiss" userId="a90d6cd88c30b6c6" providerId="LiveId" clId="{7EF51183-4BAD-4B67-A209-59ED5A04336D}" dt="2021-03-24T14:47:33.165" v="2442" actId="1037"/>
          <ac:spMkLst>
            <pc:docMk/>
            <pc:sldMk cId="3099176654" sldId="263"/>
            <ac:spMk id="39" creationId="{7D5547E5-7FFC-446A-A106-303493A5EF0F}"/>
          </ac:spMkLst>
        </pc:spChg>
        <pc:spChg chg="add mod">
          <ac:chgData name="Josh Reiss" userId="a90d6cd88c30b6c6" providerId="LiveId" clId="{7EF51183-4BAD-4B67-A209-59ED5A04336D}" dt="2021-03-24T14:50:48.987" v="2505" actId="207"/>
          <ac:spMkLst>
            <pc:docMk/>
            <pc:sldMk cId="3099176654" sldId="263"/>
            <ac:spMk id="40" creationId="{AF8B1D78-F2EC-4DD7-9659-429069F81C9B}"/>
          </ac:spMkLst>
        </pc:spChg>
        <pc:spChg chg="add mod">
          <ac:chgData name="Josh Reiss" userId="a90d6cd88c30b6c6" providerId="LiveId" clId="{7EF51183-4BAD-4B67-A209-59ED5A04336D}" dt="2021-03-24T14:49:32.256" v="2482" actId="207"/>
          <ac:spMkLst>
            <pc:docMk/>
            <pc:sldMk cId="3099176654" sldId="263"/>
            <ac:spMk id="46" creationId="{39AB37E8-2BE0-4007-B03C-326041F26ED3}"/>
          </ac:spMkLst>
        </pc:spChg>
        <pc:spChg chg="add del mod">
          <ac:chgData name="Josh Reiss" userId="a90d6cd88c30b6c6" providerId="LiveId" clId="{7EF51183-4BAD-4B67-A209-59ED5A04336D}" dt="2021-03-24T14:50:02.729" v="2485"/>
          <ac:spMkLst>
            <pc:docMk/>
            <pc:sldMk cId="3099176654" sldId="263"/>
            <ac:spMk id="48" creationId="{3FA3CD5E-84E2-41A9-9ECE-FAB12CBFBE08}"/>
          </ac:spMkLst>
        </pc:spChg>
        <pc:spChg chg="add mod">
          <ac:chgData name="Josh Reiss" userId="a90d6cd88c30b6c6" providerId="LiveId" clId="{7EF51183-4BAD-4B67-A209-59ED5A04336D}" dt="2021-03-24T14:50:38.399" v="2504" actId="1076"/>
          <ac:spMkLst>
            <pc:docMk/>
            <pc:sldMk cId="3099176654" sldId="263"/>
            <ac:spMk id="50" creationId="{DA396B80-C85A-48B5-BE37-0BE6DF9121ED}"/>
          </ac:spMkLst>
        </pc:spChg>
        <pc:spChg chg="add mod">
          <ac:chgData name="Josh Reiss" userId="a90d6cd88c30b6c6" providerId="LiveId" clId="{7EF51183-4BAD-4B67-A209-59ED5A04336D}" dt="2021-03-24T14:51:12.919" v="2518" actId="1076"/>
          <ac:spMkLst>
            <pc:docMk/>
            <pc:sldMk cId="3099176654" sldId="263"/>
            <ac:spMk id="51" creationId="{EED4A90B-92C7-4095-9CB3-C6F5EDB8599D}"/>
          </ac:spMkLst>
        </pc:spChg>
        <pc:grpChg chg="add del mod">
          <ac:chgData name="Josh Reiss" userId="a90d6cd88c30b6c6" providerId="LiveId" clId="{7EF51183-4BAD-4B67-A209-59ED5A04336D}" dt="2021-03-24T14:33:39.545" v="2279" actId="165"/>
          <ac:grpSpMkLst>
            <pc:docMk/>
            <pc:sldMk cId="3099176654" sldId="263"/>
            <ac:grpSpMk id="13" creationId="{BCFE0388-8BF1-4477-8F4D-A3BAE9FA9A25}"/>
          </ac:grpSpMkLst>
        </pc:grpChg>
        <pc:grpChg chg="add del mod">
          <ac:chgData name="Josh Reiss" userId="a90d6cd88c30b6c6" providerId="LiveId" clId="{7EF51183-4BAD-4B67-A209-59ED5A04336D}" dt="2021-03-24T14:39:18.165" v="2321" actId="165"/>
          <ac:grpSpMkLst>
            <pc:docMk/>
            <pc:sldMk cId="3099176654" sldId="263"/>
            <ac:grpSpMk id="29" creationId="{BD90E906-57E8-429D-8875-75045B752B0C}"/>
          </ac:grpSpMkLst>
        </pc:grpChg>
        <pc:grpChg chg="add del mod">
          <ac:chgData name="Josh Reiss" userId="a90d6cd88c30b6c6" providerId="LiveId" clId="{7EF51183-4BAD-4B67-A209-59ED5A04336D}" dt="2021-03-24T14:39:03.510" v="2320" actId="165"/>
          <ac:grpSpMkLst>
            <pc:docMk/>
            <pc:sldMk cId="3099176654" sldId="263"/>
            <ac:grpSpMk id="30" creationId="{874F08FD-5217-4F68-B77B-44AE99308A89}"/>
          </ac:grpSpMkLst>
        </pc:grpChg>
        <pc:picChg chg="mod">
          <ac:chgData name="Josh Reiss" userId="a90d6cd88c30b6c6" providerId="LiveId" clId="{7EF51183-4BAD-4B67-A209-59ED5A04336D}" dt="2021-03-24T14:40:14.335" v="2330" actId="1076"/>
          <ac:picMkLst>
            <pc:docMk/>
            <pc:sldMk cId="3099176654" sldId="263"/>
            <ac:picMk id="5" creationId="{13378949-2BD1-418C-B1A4-26C2F6D960AB}"/>
          </ac:picMkLst>
        </pc:picChg>
        <pc:picChg chg="mod">
          <ac:chgData name="Josh Reiss" userId="a90d6cd88c30b6c6" providerId="LiveId" clId="{7EF51183-4BAD-4B67-A209-59ED5A04336D}" dt="2021-03-24T14:40:08.082" v="2329" actId="1076"/>
          <ac:picMkLst>
            <pc:docMk/>
            <pc:sldMk cId="3099176654" sldId="263"/>
            <ac:picMk id="6" creationId="{A8BFDF72-A43B-4092-8883-58F89AFEBACA}"/>
          </ac:picMkLst>
        </pc:picChg>
        <pc:cxnChg chg="add 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7" creationId="{220324F7-AAF5-42C9-8173-236E1D3EF1B6}"/>
          </ac:cxnSpMkLst>
        </pc:cxnChg>
        <pc:cxnChg chg="add 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8" creationId="{3CB12F85-DF37-46EA-B0FF-1288A895F208}"/>
          </ac:cxnSpMkLst>
        </pc:cxnChg>
        <pc:cxnChg chg="add 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9" creationId="{39085666-D7F9-409E-84B3-C1CF64664BFD}"/>
          </ac:cxnSpMkLst>
        </pc:cxnChg>
        <pc:cxnChg chg="add mod topLvl">
          <ac:chgData name="Josh Reiss" userId="a90d6cd88c30b6c6" providerId="LiveId" clId="{7EF51183-4BAD-4B67-A209-59ED5A04336D}" dt="2021-03-24T14:42:43.440" v="2372" actId="1076"/>
          <ac:cxnSpMkLst>
            <pc:docMk/>
            <pc:sldMk cId="3099176654" sldId="263"/>
            <ac:cxnSpMk id="25" creationId="{DEFB8E23-89FE-4514-A4AC-3D626B3FA374}"/>
          </ac:cxnSpMkLst>
        </pc:cxnChg>
        <pc:cxnChg chg="add mod topLvl">
          <ac:chgData name="Josh Reiss" userId="a90d6cd88c30b6c6" providerId="LiveId" clId="{7EF51183-4BAD-4B67-A209-59ED5A04336D}" dt="2021-03-24T14:42:43.440" v="2372" actId="1076"/>
          <ac:cxnSpMkLst>
            <pc:docMk/>
            <pc:sldMk cId="3099176654" sldId="263"/>
            <ac:cxnSpMk id="26" creationId="{E32776E0-6004-4D4D-A705-2CAE75DA3415}"/>
          </ac:cxnSpMkLst>
        </pc:cxnChg>
        <pc:cxnChg chg="add mod topLvl">
          <ac:chgData name="Josh Reiss" userId="a90d6cd88c30b6c6" providerId="LiveId" clId="{7EF51183-4BAD-4B67-A209-59ED5A04336D}" dt="2021-03-24T14:42:43.440" v="2372" actId="1076"/>
          <ac:cxnSpMkLst>
            <pc:docMk/>
            <pc:sldMk cId="3099176654" sldId="263"/>
            <ac:cxnSpMk id="27" creationId="{18207650-7833-429F-B315-9B4AC502B01D}"/>
          </ac:cxnSpMkLst>
        </pc:cxnChg>
        <pc:cxnChg chg="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31" creationId="{7B764C20-39D3-49E2-98A5-8477528E3457}"/>
          </ac:cxnSpMkLst>
        </pc:cxnChg>
        <pc:cxnChg chg="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32" creationId="{1B8E6C6E-563A-4210-9A9D-B8DB91A635C8}"/>
          </ac:cxnSpMkLst>
        </pc:cxnChg>
        <pc:cxnChg chg="mod topLvl">
          <ac:chgData name="Josh Reiss" userId="a90d6cd88c30b6c6" providerId="LiveId" clId="{7EF51183-4BAD-4B67-A209-59ED5A04336D}" dt="2021-03-24T14:41:12.425" v="2350" actId="1035"/>
          <ac:cxnSpMkLst>
            <pc:docMk/>
            <pc:sldMk cId="3099176654" sldId="263"/>
            <ac:cxnSpMk id="33" creationId="{A4B96543-EA56-4DE7-905A-9EA58D9FA3F1}"/>
          </ac:cxnSpMkLst>
        </pc:cxnChg>
        <pc:cxnChg chg="add mod">
          <ac:chgData name="Josh Reiss" userId="a90d6cd88c30b6c6" providerId="LiveId" clId="{7EF51183-4BAD-4B67-A209-59ED5A04336D}" dt="2021-03-24T14:45:59.736" v="2418" actId="14100"/>
          <ac:cxnSpMkLst>
            <pc:docMk/>
            <pc:sldMk cId="3099176654" sldId="263"/>
            <ac:cxnSpMk id="41" creationId="{5E86D91E-9289-444F-BD45-09B45488B2E4}"/>
          </ac:cxnSpMkLst>
        </pc:cxnChg>
        <pc:cxnChg chg="add mod">
          <ac:chgData name="Josh Reiss" userId="a90d6cd88c30b6c6" providerId="LiveId" clId="{7EF51183-4BAD-4B67-A209-59ED5A04336D}" dt="2021-03-24T14:46:29.907" v="2428" actId="1036"/>
          <ac:cxnSpMkLst>
            <pc:docMk/>
            <pc:sldMk cId="3099176654" sldId="263"/>
            <ac:cxnSpMk id="43" creationId="{292DB2E7-C061-45A4-A1E3-4FCE3F430E00}"/>
          </ac:cxnSpMkLst>
        </pc:cxnChg>
        <pc:cxnChg chg="add mod">
          <ac:chgData name="Josh Reiss" userId="a90d6cd88c30b6c6" providerId="LiveId" clId="{7EF51183-4BAD-4B67-A209-59ED5A04336D}" dt="2021-03-24T14:49:41.365" v="2483" actId="692"/>
          <ac:cxnSpMkLst>
            <pc:docMk/>
            <pc:sldMk cId="3099176654" sldId="263"/>
            <ac:cxnSpMk id="47" creationId="{707A335F-D1FE-48BB-BAEB-677236C575F5}"/>
          </ac:cxnSpMkLst>
        </pc:cxnChg>
        <pc:cxnChg chg="add del mod">
          <ac:chgData name="Josh Reiss" userId="a90d6cd88c30b6c6" providerId="LiveId" clId="{7EF51183-4BAD-4B67-A209-59ED5A04336D}" dt="2021-03-24T14:50:02.729" v="2485"/>
          <ac:cxnSpMkLst>
            <pc:docMk/>
            <pc:sldMk cId="3099176654" sldId="263"/>
            <ac:cxnSpMk id="49" creationId="{7E0717E6-900D-4AE6-8A26-18F0203AA7F1}"/>
          </ac:cxnSpMkLst>
        </pc:cxnChg>
      </pc:sldChg>
      <pc:sldChg chg="addSp delSp modSp mod">
        <pc:chgData name="Josh Reiss" userId="a90d6cd88c30b6c6" providerId="LiveId" clId="{7EF51183-4BAD-4B67-A209-59ED5A04336D}" dt="2021-03-24T14:28:33.109" v="2271" actId="1038"/>
        <pc:sldMkLst>
          <pc:docMk/>
          <pc:sldMk cId="124065599" sldId="326"/>
        </pc:sldMkLst>
        <pc:spChg chg="add mod topLvl">
          <ac:chgData name="Josh Reiss" userId="a90d6cd88c30b6c6" providerId="LiveId" clId="{7EF51183-4BAD-4B67-A209-59ED5A04336D}" dt="2021-03-24T14:28:33.109" v="2271" actId="1038"/>
          <ac:spMkLst>
            <pc:docMk/>
            <pc:sldMk cId="124065599" sldId="326"/>
            <ac:spMk id="5" creationId="{78E8C2D3-32D1-49AD-A79B-CEB7E4BF292A}"/>
          </ac:spMkLst>
        </pc:spChg>
        <pc:spChg chg="add mod topLvl">
          <ac:chgData name="Josh Reiss" userId="a90d6cd88c30b6c6" providerId="LiveId" clId="{7EF51183-4BAD-4B67-A209-59ED5A04336D}" dt="2021-03-24T14:28:20.448" v="2249" actId="1038"/>
          <ac:spMkLst>
            <pc:docMk/>
            <pc:sldMk cId="124065599" sldId="326"/>
            <ac:spMk id="8" creationId="{131B0BFB-F541-4C37-9F73-EE9B29B00B6C}"/>
          </ac:spMkLst>
        </pc:spChg>
        <pc:spChg chg="add mod topLvl">
          <ac:chgData name="Josh Reiss" userId="a90d6cd88c30b6c6" providerId="LiveId" clId="{7EF51183-4BAD-4B67-A209-59ED5A04336D}" dt="2021-03-24T14:28:20.448" v="2249" actId="1038"/>
          <ac:spMkLst>
            <pc:docMk/>
            <pc:sldMk cId="124065599" sldId="326"/>
            <ac:spMk id="10" creationId="{53BC8C99-E570-4172-ACD4-E71DD54103B3}"/>
          </ac:spMkLst>
        </pc:spChg>
        <pc:spChg chg="add del mod">
          <ac:chgData name="Josh Reiss" userId="a90d6cd88c30b6c6" providerId="LiveId" clId="{7EF51183-4BAD-4B67-A209-59ED5A04336D}" dt="2021-03-24T14:27:59.120" v="2239" actId="1076"/>
          <ac:spMkLst>
            <pc:docMk/>
            <pc:sldMk cId="124065599" sldId="326"/>
            <ac:spMk id="17" creationId="{F729AE26-A905-47B6-BCF4-30AC62F59E5F}"/>
          </ac:spMkLst>
        </pc:spChg>
        <pc:spChg chg="add mod">
          <ac:chgData name="Josh Reiss" userId="a90d6cd88c30b6c6" providerId="LiveId" clId="{7EF51183-4BAD-4B67-A209-59ED5A04336D}" dt="2021-03-24T14:28:17.609" v="2245" actId="1076"/>
          <ac:spMkLst>
            <pc:docMk/>
            <pc:sldMk cId="124065599" sldId="326"/>
            <ac:spMk id="30" creationId="{50F88E4C-965E-4E8C-A568-C916BEEC2467}"/>
          </ac:spMkLst>
        </pc:spChg>
        <pc:spChg chg="add mod">
          <ac:chgData name="Josh Reiss" userId="a90d6cd88c30b6c6" providerId="LiveId" clId="{7EF51183-4BAD-4B67-A209-59ED5A04336D}" dt="2021-03-24T14:23:20.060" v="2174" actId="1038"/>
          <ac:spMkLst>
            <pc:docMk/>
            <pc:sldMk cId="124065599" sldId="326"/>
            <ac:spMk id="31" creationId="{51938543-CA75-4273-B8E8-4C307E9B6554}"/>
          </ac:spMkLst>
        </pc:spChg>
        <pc:spChg chg="add del">
          <ac:chgData name="Josh Reiss" userId="a90d6cd88c30b6c6" providerId="LiveId" clId="{7EF51183-4BAD-4B67-A209-59ED5A04336D}" dt="2021-03-24T14:08:13.288" v="1893" actId="478"/>
          <ac:spMkLst>
            <pc:docMk/>
            <pc:sldMk cId="124065599" sldId="326"/>
            <ac:spMk id="73" creationId="{755F41D9-50C7-430F-A75C-0A6B5D53B65F}"/>
          </ac:spMkLst>
        </pc:spChg>
        <pc:spChg chg="add mod">
          <ac:chgData name="Josh Reiss" userId="a90d6cd88c30b6c6" providerId="LiveId" clId="{7EF51183-4BAD-4B67-A209-59ED5A04336D}" dt="2021-03-24T14:28:20.448" v="2249" actId="1038"/>
          <ac:spMkLst>
            <pc:docMk/>
            <pc:sldMk cId="124065599" sldId="326"/>
            <ac:spMk id="89" creationId="{246261D8-6C06-485A-89D9-55EEA570E1FB}"/>
          </ac:spMkLst>
        </pc:spChg>
        <pc:spChg chg="add mod">
          <ac:chgData name="Josh Reiss" userId="a90d6cd88c30b6c6" providerId="LiveId" clId="{7EF51183-4BAD-4B67-A209-59ED5A04336D}" dt="2021-03-24T14:28:20.448" v="2249" actId="1038"/>
          <ac:spMkLst>
            <pc:docMk/>
            <pc:sldMk cId="124065599" sldId="326"/>
            <ac:spMk id="90" creationId="{F2218352-88F2-48AF-A48E-2C5C7D350E7A}"/>
          </ac:spMkLst>
        </pc:spChg>
        <pc:spChg chg="add mod">
          <ac:chgData name="Josh Reiss" userId="a90d6cd88c30b6c6" providerId="LiveId" clId="{7EF51183-4BAD-4B67-A209-59ED5A04336D}" dt="2021-03-24T14:23:20.060" v="2174" actId="1038"/>
          <ac:spMkLst>
            <pc:docMk/>
            <pc:sldMk cId="124065599" sldId="326"/>
            <ac:spMk id="97" creationId="{1F13AA3D-F5A9-4B56-83C1-D4F4BD1A9666}"/>
          </ac:spMkLst>
        </pc:spChg>
        <pc:spChg chg="add mod">
          <ac:chgData name="Josh Reiss" userId="a90d6cd88c30b6c6" providerId="LiveId" clId="{7EF51183-4BAD-4B67-A209-59ED5A04336D}" dt="2021-03-24T14:23:20.060" v="2174" actId="1038"/>
          <ac:spMkLst>
            <pc:docMk/>
            <pc:sldMk cId="124065599" sldId="326"/>
            <ac:spMk id="98" creationId="{73B1CAE9-97E8-40E1-89F4-73DCFFE54A16}"/>
          </ac:spMkLst>
        </pc:spChg>
        <pc:spChg chg="add mod">
          <ac:chgData name="Josh Reiss" userId="a90d6cd88c30b6c6" providerId="LiveId" clId="{7EF51183-4BAD-4B67-A209-59ED5A04336D}" dt="2021-03-24T14:22:25.553" v="2148" actId="1076"/>
          <ac:spMkLst>
            <pc:docMk/>
            <pc:sldMk cId="124065599" sldId="326"/>
            <ac:spMk id="114" creationId="{EE8C94B8-79AB-4BF4-A9D3-F024144DE852}"/>
          </ac:spMkLst>
        </pc:spChg>
        <pc:grpChg chg="add del mod">
          <ac:chgData name="Josh Reiss" userId="a90d6cd88c30b6c6" providerId="LiveId" clId="{7EF51183-4BAD-4B67-A209-59ED5A04336D}" dt="2021-03-24T13:52:36.745" v="1692" actId="165"/>
          <ac:grpSpMkLst>
            <pc:docMk/>
            <pc:sldMk cId="124065599" sldId="326"/>
            <ac:grpSpMk id="2" creationId="{133E3EAA-782B-49A0-BF7A-9254BB7C9FA5}"/>
          </ac:grpSpMkLst>
        </pc:grpChg>
        <pc:graphicFrameChg chg="add del mod modGraphic">
          <ac:chgData name="Josh Reiss" userId="a90d6cd88c30b6c6" providerId="LiveId" clId="{7EF51183-4BAD-4B67-A209-59ED5A04336D}" dt="2021-03-24T13:50:34.670" v="1654" actId="478"/>
          <ac:graphicFrameMkLst>
            <pc:docMk/>
            <pc:sldMk cId="124065599" sldId="326"/>
            <ac:graphicFrameMk id="15" creationId="{4E72E1E5-97FF-4B5B-925A-ED9300C443B7}"/>
          </ac:graphicFrameMkLst>
        </pc:graphicFrameChg>
        <pc:picChg chg="del mod">
          <ac:chgData name="Josh Reiss" userId="a90d6cd88c30b6c6" providerId="LiveId" clId="{7EF51183-4BAD-4B67-A209-59ED5A04336D}" dt="2021-03-24T14:22:03.451" v="2131" actId="478"/>
          <ac:picMkLst>
            <pc:docMk/>
            <pc:sldMk cId="124065599" sldId="326"/>
            <ac:picMk id="4" creationId="{579C2C20-FFB8-4F01-922B-2889A55D5EBD}"/>
          </ac:picMkLst>
        </pc:picChg>
        <pc:cxnChg chg="add mod topLvl">
          <ac:chgData name="Josh Reiss" userId="a90d6cd88c30b6c6" providerId="LiveId" clId="{7EF51183-4BAD-4B67-A209-59ED5A04336D}" dt="2021-03-24T14:28:20.448" v="2249" actId="1038"/>
          <ac:cxnSpMkLst>
            <pc:docMk/>
            <pc:sldMk cId="124065599" sldId="326"/>
            <ac:cxnSpMk id="6" creationId="{5669CA71-6D90-48EA-BB53-B0957F8FC563}"/>
          </ac:cxnSpMkLst>
        </pc:cxnChg>
        <pc:cxnChg chg="add mod topLvl">
          <ac:chgData name="Josh Reiss" userId="a90d6cd88c30b6c6" providerId="LiveId" clId="{7EF51183-4BAD-4B67-A209-59ED5A04336D}" dt="2021-03-24T14:28:33.109" v="2271" actId="1038"/>
          <ac:cxnSpMkLst>
            <pc:docMk/>
            <pc:sldMk cId="124065599" sldId="326"/>
            <ac:cxnSpMk id="7" creationId="{937CC048-01F9-42B1-AF57-7E222846D4DD}"/>
          </ac:cxnSpMkLst>
        </pc:cxnChg>
        <pc:cxnChg chg="add del mod topLvl">
          <ac:chgData name="Josh Reiss" userId="a90d6cd88c30b6c6" providerId="LiveId" clId="{7EF51183-4BAD-4B67-A209-59ED5A04336D}" dt="2021-03-24T14:10:34.381" v="1918" actId="478"/>
          <ac:cxnSpMkLst>
            <pc:docMk/>
            <pc:sldMk cId="124065599" sldId="326"/>
            <ac:cxnSpMk id="9" creationId="{51BB1BE7-1E99-4195-A246-E6690D874988}"/>
          </ac:cxnSpMkLst>
        </pc:cxnChg>
        <pc:cxnChg chg="add del mod topLvl">
          <ac:chgData name="Josh Reiss" userId="a90d6cd88c30b6c6" providerId="LiveId" clId="{7EF51183-4BAD-4B67-A209-59ED5A04336D}" dt="2021-03-24T14:05:51.583" v="1877" actId="478"/>
          <ac:cxnSpMkLst>
            <pc:docMk/>
            <pc:sldMk cId="124065599" sldId="326"/>
            <ac:cxnSpMk id="11" creationId="{DF0CE1D3-2336-4397-B594-08A0DA0E73E8}"/>
          </ac:cxnSpMkLst>
        </pc:cxnChg>
        <pc:cxnChg chg="add mod">
          <ac:chgData name="Josh Reiss" userId="a90d6cd88c30b6c6" providerId="LiveId" clId="{7EF51183-4BAD-4B67-A209-59ED5A04336D}" dt="2021-03-24T14:28:33.109" v="2271" actId="1038"/>
          <ac:cxnSpMkLst>
            <pc:docMk/>
            <pc:sldMk cId="124065599" sldId="326"/>
            <ac:cxnSpMk id="14" creationId="{54B85E1F-5C3E-4A24-9599-2F2A3A4A97D0}"/>
          </ac:cxnSpMkLst>
        </pc:cxnChg>
        <pc:cxnChg chg="add mod">
          <ac:chgData name="Josh Reiss" userId="a90d6cd88c30b6c6" providerId="LiveId" clId="{7EF51183-4BAD-4B67-A209-59ED5A04336D}" dt="2021-03-24T14:28:20.448" v="2249" actId="1038"/>
          <ac:cxnSpMkLst>
            <pc:docMk/>
            <pc:sldMk cId="124065599" sldId="326"/>
            <ac:cxnSpMk id="21" creationId="{4A264588-CA0F-49DD-B3B7-68A4DE67A143}"/>
          </ac:cxnSpMkLst>
        </pc:cxnChg>
        <pc:cxnChg chg="add mod">
          <ac:chgData name="Josh Reiss" userId="a90d6cd88c30b6c6" providerId="LiveId" clId="{7EF51183-4BAD-4B67-A209-59ED5A04336D}" dt="2021-03-24T14:28:20.448" v="2249" actId="1038"/>
          <ac:cxnSpMkLst>
            <pc:docMk/>
            <pc:sldMk cId="124065599" sldId="326"/>
            <ac:cxnSpMk id="24" creationId="{137E0AF1-CCB5-4AA4-A947-294F33748D7D}"/>
          </ac:cxnSpMkLst>
        </pc:cxnChg>
        <pc:cxnChg chg="add mod">
          <ac:chgData name="Josh Reiss" userId="a90d6cd88c30b6c6" providerId="LiveId" clId="{7EF51183-4BAD-4B67-A209-59ED5A04336D}" dt="2021-03-24T14:28:20.448" v="2249" actId="1038"/>
          <ac:cxnSpMkLst>
            <pc:docMk/>
            <pc:sldMk cId="124065599" sldId="326"/>
            <ac:cxnSpMk id="82" creationId="{16255D5C-05B3-4ABC-B561-9872F131980B}"/>
          </ac:cxnSpMkLst>
        </pc:cxnChg>
        <pc:cxnChg chg="add mod">
          <ac:chgData name="Josh Reiss" userId="a90d6cd88c30b6c6" providerId="LiveId" clId="{7EF51183-4BAD-4B67-A209-59ED5A04336D}" dt="2021-03-24T14:23:20.060" v="2174" actId="1038"/>
          <ac:cxnSpMkLst>
            <pc:docMk/>
            <pc:sldMk cId="124065599" sldId="326"/>
            <ac:cxnSpMk id="91" creationId="{020064C6-A8A1-4893-B590-6068469E8777}"/>
          </ac:cxnSpMkLst>
        </pc:cxnChg>
        <pc:cxnChg chg="add mod">
          <ac:chgData name="Josh Reiss" userId="a90d6cd88c30b6c6" providerId="LiveId" clId="{7EF51183-4BAD-4B67-A209-59ED5A04336D}" dt="2021-03-24T14:23:20.060" v="2174" actId="1038"/>
          <ac:cxnSpMkLst>
            <pc:docMk/>
            <pc:sldMk cId="124065599" sldId="326"/>
            <ac:cxnSpMk id="94" creationId="{36702C14-DE53-4746-9A33-D75F91ECC277}"/>
          </ac:cxnSpMkLst>
        </pc:cxnChg>
      </pc:sldChg>
      <pc:sldChg chg="addSp delSp modSp mod">
        <pc:chgData name="Josh Reiss" userId="a90d6cd88c30b6c6" providerId="LiveId" clId="{7EF51183-4BAD-4B67-A209-59ED5A04336D}" dt="2021-03-15T09:50:38.386" v="574" actId="14100"/>
        <pc:sldMkLst>
          <pc:docMk/>
          <pc:sldMk cId="1237534200" sldId="328"/>
        </pc:sldMkLst>
        <pc:spChg chg="add del mod">
          <ac:chgData name="Josh Reiss" userId="a90d6cd88c30b6c6" providerId="LiveId" clId="{7EF51183-4BAD-4B67-A209-59ED5A04336D}" dt="2021-03-14T23:02:26.856" v="108" actId="21"/>
          <ac:spMkLst>
            <pc:docMk/>
            <pc:sldMk cId="1237534200" sldId="328"/>
            <ac:spMk id="15" creationId="{C937A3C3-2A3B-4C3E-B55C-56F21C7F3389}"/>
          </ac:spMkLst>
        </pc:spChg>
        <pc:spChg chg="mod">
          <ac:chgData name="Josh Reiss" userId="a90d6cd88c30b6c6" providerId="LiveId" clId="{7EF51183-4BAD-4B67-A209-59ED5A04336D}" dt="2021-03-14T22:59:00.582" v="75" actId="207"/>
          <ac:spMkLst>
            <pc:docMk/>
            <pc:sldMk cId="1237534200" sldId="328"/>
            <ac:spMk id="51" creationId="{47B49DF5-39B9-48DE-A859-BF0ED8ED656F}"/>
          </ac:spMkLst>
        </pc:spChg>
        <pc:spChg chg="mod">
          <ac:chgData name="Josh Reiss" userId="a90d6cd88c30b6c6" providerId="LiveId" clId="{7EF51183-4BAD-4B67-A209-59ED5A04336D}" dt="2021-03-15T09:50:38.386" v="574" actId="14100"/>
          <ac:spMkLst>
            <pc:docMk/>
            <pc:sldMk cId="1237534200" sldId="328"/>
            <ac:spMk id="52" creationId="{FD9D8C92-D9A0-4D2C-9FE0-8E632339F5A3}"/>
          </ac:spMkLst>
        </pc:spChg>
      </pc:sldChg>
      <pc:sldChg chg="addSp delSp modSp new mod">
        <pc:chgData name="Josh Reiss" userId="a90d6cd88c30b6c6" providerId="LiveId" clId="{7EF51183-4BAD-4B67-A209-59ED5A04336D}" dt="2021-03-15T09:39:34.671" v="371" actId="1076"/>
        <pc:sldMkLst>
          <pc:docMk/>
          <pc:sldMk cId="293910" sldId="329"/>
        </pc:sldMkLst>
        <pc:spChg chg="mod">
          <ac:chgData name="Josh Reiss" userId="a90d6cd88c30b6c6" providerId="LiveId" clId="{7EF51183-4BAD-4B67-A209-59ED5A04336D}" dt="2021-03-14T22:57:05.198" v="65" actId="20577"/>
          <ac:spMkLst>
            <pc:docMk/>
            <pc:sldMk cId="293910" sldId="329"/>
            <ac:spMk id="2" creationId="{58B17992-782B-4BEF-A9D8-B98AF86335A0}"/>
          </ac:spMkLst>
        </pc:spChg>
        <pc:spChg chg="del">
          <ac:chgData name="Josh Reiss" userId="a90d6cd88c30b6c6" providerId="LiveId" clId="{7EF51183-4BAD-4B67-A209-59ED5A04336D}" dt="2021-03-14T22:49:14.648" v="1" actId="931"/>
          <ac:spMkLst>
            <pc:docMk/>
            <pc:sldMk cId="293910" sldId="329"/>
            <ac:spMk id="3" creationId="{E6CDB56E-1F27-42AD-8377-205ECE62AEB0}"/>
          </ac:spMkLst>
        </pc:spChg>
        <pc:spChg chg="add del mod">
          <ac:chgData name="Josh Reiss" userId="a90d6cd88c30b6c6" providerId="LiveId" clId="{7EF51183-4BAD-4B67-A209-59ED5A04336D}" dt="2021-03-14T22:53:49.576" v="30" actId="931"/>
          <ac:spMkLst>
            <pc:docMk/>
            <pc:sldMk cId="293910" sldId="329"/>
            <ac:spMk id="6" creationId="{B19BDFE6-0CE3-4012-888B-B701D7F50CC2}"/>
          </ac:spMkLst>
        </pc:spChg>
        <pc:spChg chg="add del">
          <ac:chgData name="Josh Reiss" userId="a90d6cd88c30b6c6" providerId="LiveId" clId="{7EF51183-4BAD-4B67-A209-59ED5A04336D}" dt="2021-03-14T22:55:32.965" v="43" actId="22"/>
          <ac:spMkLst>
            <pc:docMk/>
            <pc:sldMk cId="293910" sldId="329"/>
            <ac:spMk id="10" creationId="{747710A0-66EE-4CF3-B5FD-ADE22AEF2B89}"/>
          </ac:spMkLst>
        </pc:spChg>
        <pc:spChg chg="add mod">
          <ac:chgData name="Josh Reiss" userId="a90d6cd88c30b6c6" providerId="LiveId" clId="{7EF51183-4BAD-4B67-A209-59ED5A04336D}" dt="2021-03-15T09:39:14.873" v="367" actId="1076"/>
          <ac:spMkLst>
            <pc:docMk/>
            <pc:sldMk cId="293910" sldId="329"/>
            <ac:spMk id="19" creationId="{947E647D-2142-4FDF-9094-0876AC5183A8}"/>
          </ac:spMkLst>
        </pc:spChg>
        <pc:spChg chg="add mod">
          <ac:chgData name="Josh Reiss" userId="a90d6cd88c30b6c6" providerId="LiveId" clId="{7EF51183-4BAD-4B67-A209-59ED5A04336D}" dt="2021-03-15T09:39:19.680" v="368" actId="1076"/>
          <ac:spMkLst>
            <pc:docMk/>
            <pc:sldMk cId="293910" sldId="329"/>
            <ac:spMk id="22" creationId="{D2F110A4-B746-4631-9E87-313FE41EF6F8}"/>
          </ac:spMkLst>
        </pc:spChg>
        <pc:spChg chg="add mod">
          <ac:chgData name="Josh Reiss" userId="a90d6cd88c30b6c6" providerId="LiveId" clId="{7EF51183-4BAD-4B67-A209-59ED5A04336D}" dt="2021-03-15T09:39:28.588" v="370" actId="1076"/>
          <ac:spMkLst>
            <pc:docMk/>
            <pc:sldMk cId="293910" sldId="329"/>
            <ac:spMk id="29" creationId="{340A8863-DE6C-43CD-8B2E-484BE99DD287}"/>
          </ac:spMkLst>
        </pc:spChg>
        <pc:spChg chg="add mod">
          <ac:chgData name="Josh Reiss" userId="a90d6cd88c30b6c6" providerId="LiveId" clId="{7EF51183-4BAD-4B67-A209-59ED5A04336D}" dt="2021-03-15T09:39:34.671" v="371" actId="1076"/>
          <ac:spMkLst>
            <pc:docMk/>
            <pc:sldMk cId="293910" sldId="329"/>
            <ac:spMk id="30" creationId="{FB3D1D0E-C9E9-4199-BD4A-15B5FA3DA5D5}"/>
          </ac:spMkLst>
        </pc:spChg>
        <pc:grpChg chg="add del mod">
          <ac:chgData name="Josh Reiss" userId="a90d6cd88c30b6c6" providerId="LiveId" clId="{7EF51183-4BAD-4B67-A209-59ED5A04336D}" dt="2021-03-15T09:31:55.035" v="301" actId="165"/>
          <ac:grpSpMkLst>
            <pc:docMk/>
            <pc:sldMk cId="293910" sldId="329"/>
            <ac:grpSpMk id="15" creationId="{D4FB3B0D-F2E8-4D73-BABD-404500CB2E06}"/>
          </ac:grpSpMkLst>
        </pc:grpChg>
        <pc:grpChg chg="add del mod">
          <ac:chgData name="Josh Reiss" userId="a90d6cd88c30b6c6" providerId="LiveId" clId="{7EF51183-4BAD-4B67-A209-59ED5A04336D}" dt="2021-03-15T09:35:25.495" v="356" actId="165"/>
          <ac:grpSpMkLst>
            <pc:docMk/>
            <pc:sldMk cId="293910" sldId="329"/>
            <ac:grpSpMk id="31" creationId="{C038188B-E077-4446-889E-55AE52768D03}"/>
          </ac:grpSpMkLst>
        </pc:grpChg>
        <pc:grpChg chg="add del mod">
          <ac:chgData name="Josh Reiss" userId="a90d6cd88c30b6c6" providerId="LiveId" clId="{7EF51183-4BAD-4B67-A209-59ED5A04336D}" dt="2021-03-15T09:35:54.514" v="358" actId="165"/>
          <ac:grpSpMkLst>
            <pc:docMk/>
            <pc:sldMk cId="293910" sldId="329"/>
            <ac:grpSpMk id="32" creationId="{1926B1A9-F3D5-4670-9108-0CAF7D336950}"/>
          </ac:grpSpMkLst>
        </pc:grpChg>
        <pc:grpChg chg="add mod">
          <ac:chgData name="Josh Reiss" userId="a90d6cd88c30b6c6" providerId="LiveId" clId="{7EF51183-4BAD-4B67-A209-59ED5A04336D}" dt="2021-03-15T09:38:40.737" v="363" actId="14100"/>
          <ac:grpSpMkLst>
            <pc:docMk/>
            <pc:sldMk cId="293910" sldId="329"/>
            <ac:grpSpMk id="33" creationId="{DF28C9E0-77FB-46DB-9274-FE6B1DBD1CF0}"/>
          </ac:grpSpMkLst>
        </pc:grpChg>
        <pc:graphicFrameChg chg="add del mod ord modGraphic">
          <ac:chgData name="Josh Reiss" userId="a90d6cd88c30b6c6" providerId="LiveId" clId="{7EF51183-4BAD-4B67-A209-59ED5A04336D}" dt="2021-03-14T22:52:39.006" v="29" actId="478"/>
          <ac:graphicFrameMkLst>
            <pc:docMk/>
            <pc:sldMk cId="293910" sldId="329"/>
            <ac:graphicFrameMk id="4" creationId="{2DBB464F-5E69-4303-9265-5F22E953B856}"/>
          </ac:graphicFrameMkLst>
        </pc:graphicFrameChg>
        <pc:graphicFrameChg chg="add mod ord modGraphic">
          <ac:chgData name="Josh Reiss" userId="a90d6cd88c30b6c6" providerId="LiveId" clId="{7EF51183-4BAD-4B67-A209-59ED5A04336D}" dt="2021-03-15T09:39:08.486" v="366" actId="1076"/>
          <ac:graphicFrameMkLst>
            <pc:docMk/>
            <pc:sldMk cId="293910" sldId="329"/>
            <ac:graphicFrameMk id="7" creationId="{EEA1FF0C-66B0-4921-A22C-0C3B145ED30F}"/>
          </ac:graphicFrameMkLst>
        </pc:graphicFrameChg>
        <pc:picChg chg="add del mod">
          <ac:chgData name="Josh Reiss" userId="a90d6cd88c30b6c6" providerId="LiveId" clId="{7EF51183-4BAD-4B67-A209-59ED5A04336D}" dt="2021-03-15T09:33:42.151" v="319" actId="478"/>
          <ac:picMkLst>
            <pc:docMk/>
            <pc:sldMk cId="293910" sldId="329"/>
            <ac:picMk id="21" creationId="{E08F2146-7161-4D59-B4CA-510B284DE73E}"/>
          </ac:picMkLst>
        </pc:picChg>
        <pc:cxnChg chg="add mod">
          <ac:chgData name="Josh Reiss" userId="a90d6cd88c30b6c6" providerId="LiveId" clId="{7EF51183-4BAD-4B67-A209-59ED5A04336D}" dt="2021-03-15T09:38:34.119" v="362" actId="164"/>
          <ac:cxnSpMkLst>
            <pc:docMk/>
            <pc:sldMk cId="293910" sldId="329"/>
            <ac:cxnSpMk id="8" creationId="{3DA4A1A0-9462-46B9-8EE5-0BD763CA812E}"/>
          </ac:cxnSpMkLst>
        </pc:cxnChg>
        <pc:cxnChg chg="add mod topLvl">
          <ac:chgData name="Josh Reiss" userId="a90d6cd88c30b6c6" providerId="LiveId" clId="{7EF51183-4BAD-4B67-A209-59ED5A04336D}" dt="2021-03-15T09:38:34.119" v="362" actId="164"/>
          <ac:cxnSpMkLst>
            <pc:docMk/>
            <pc:sldMk cId="293910" sldId="329"/>
            <ac:cxnSpMk id="10" creationId="{80E3A15C-36AD-434A-9E57-1E8B96007C2E}"/>
          </ac:cxnSpMkLst>
        </pc:cxnChg>
        <pc:cxnChg chg="add mod">
          <ac:chgData name="Josh Reiss" userId="a90d6cd88c30b6c6" providerId="LiveId" clId="{7EF51183-4BAD-4B67-A209-59ED5A04336D}" dt="2021-03-15T09:38:34.119" v="362" actId="164"/>
          <ac:cxnSpMkLst>
            <pc:docMk/>
            <pc:sldMk cId="293910" sldId="329"/>
            <ac:cxnSpMk id="11" creationId="{9A02EA94-3083-4345-B706-1A925D3CF6FA}"/>
          </ac:cxnSpMkLst>
        </pc:cxnChg>
        <pc:cxnChg chg="add mod topLvl">
          <ac:chgData name="Josh Reiss" userId="a90d6cd88c30b6c6" providerId="LiveId" clId="{7EF51183-4BAD-4B67-A209-59ED5A04336D}" dt="2021-03-15T09:38:34.119" v="362" actId="164"/>
          <ac:cxnSpMkLst>
            <pc:docMk/>
            <pc:sldMk cId="293910" sldId="329"/>
            <ac:cxnSpMk id="12" creationId="{4F3ACEA8-7FEB-4DC7-B82C-E24FC3765B57}"/>
          </ac:cxnSpMkLst>
        </pc:cxnChg>
        <pc:cxnChg chg="add mod topLvl">
          <ac:chgData name="Josh Reiss" userId="a90d6cd88c30b6c6" providerId="LiveId" clId="{7EF51183-4BAD-4B67-A209-59ED5A04336D}" dt="2021-03-15T09:38:34.119" v="362" actId="164"/>
          <ac:cxnSpMkLst>
            <pc:docMk/>
            <pc:sldMk cId="293910" sldId="329"/>
            <ac:cxnSpMk id="14" creationId="{7BCC9A3B-7218-4B2F-AECE-3C0C4DFF5BFD}"/>
          </ac:cxnSpMkLst>
        </pc:cxnChg>
      </pc:sldChg>
      <pc:sldChg chg="addSp modSp new del mod">
        <pc:chgData name="Josh Reiss" userId="a90d6cd88c30b6c6" providerId="LiveId" clId="{7EF51183-4BAD-4B67-A209-59ED5A04336D}" dt="2021-03-15T09:46:12.373" v="558" actId="47"/>
        <pc:sldMkLst>
          <pc:docMk/>
          <pc:sldMk cId="3454195129" sldId="330"/>
        </pc:sldMkLst>
        <pc:spChg chg="add mod">
          <ac:chgData name="Josh Reiss" userId="a90d6cd88c30b6c6" providerId="LiveId" clId="{7EF51183-4BAD-4B67-A209-59ED5A04336D}" dt="2021-03-15T09:46:03.698" v="557" actId="207"/>
          <ac:spMkLst>
            <pc:docMk/>
            <pc:sldMk cId="3454195129" sldId="330"/>
            <ac:spMk id="4" creationId="{62407DD4-C96A-4A19-933C-66C9F881CD7F}"/>
          </ac:spMkLst>
        </pc:spChg>
        <pc:spChg chg="add mod">
          <ac:chgData name="Josh Reiss" userId="a90d6cd88c30b6c6" providerId="LiveId" clId="{7EF51183-4BAD-4B67-A209-59ED5A04336D}" dt="2021-03-15T09:44:01.869" v="544" actId="1076"/>
          <ac:spMkLst>
            <pc:docMk/>
            <pc:sldMk cId="3454195129" sldId="330"/>
            <ac:spMk id="5" creationId="{5D83F231-785F-488D-B712-F7C3DDBF6DBE}"/>
          </ac:spMkLst>
        </pc:spChg>
      </pc:sldChg>
      <pc:sldChg chg="addSp delSp modSp new del mod">
        <pc:chgData name="Josh Reiss" userId="a90d6cd88c30b6c6" providerId="LiveId" clId="{7EF51183-4BAD-4B67-A209-59ED5A04336D}" dt="2021-03-15T10:35:03.703" v="924" actId="47"/>
        <pc:sldMkLst>
          <pc:docMk/>
          <pc:sldMk cId="4128628946" sldId="330"/>
        </pc:sldMkLst>
        <pc:spChg chg="add del mod">
          <ac:chgData name="Josh Reiss" userId="a90d6cd88c30b6c6" providerId="LiveId" clId="{7EF51183-4BAD-4B67-A209-59ED5A04336D}" dt="2021-03-15T10:34:36.631" v="921" actId="478"/>
          <ac:spMkLst>
            <pc:docMk/>
            <pc:sldMk cId="4128628946" sldId="330"/>
            <ac:spMk id="2" creationId="{E0FFDBA2-C87A-4213-81D7-EA342E6F7203}"/>
          </ac:spMkLst>
        </pc:spChg>
        <pc:spChg chg="add del mod">
          <ac:chgData name="Josh Reiss" userId="a90d6cd88c30b6c6" providerId="LiveId" clId="{7EF51183-4BAD-4B67-A209-59ED5A04336D}" dt="2021-03-15T10:34:32.805" v="920" actId="478"/>
          <ac:spMkLst>
            <pc:docMk/>
            <pc:sldMk cId="4128628946" sldId="330"/>
            <ac:spMk id="3" creationId="{9305A19D-95DA-4D2C-B60A-2135B6D9A9CA}"/>
          </ac:spMkLst>
        </pc:spChg>
        <pc:spChg chg="add del mod">
          <ac:chgData name="Josh Reiss" userId="a90d6cd88c30b6c6" providerId="LiveId" clId="{7EF51183-4BAD-4B67-A209-59ED5A04336D}" dt="2021-03-15T09:47:01.874" v="561"/>
          <ac:spMkLst>
            <pc:docMk/>
            <pc:sldMk cId="4128628946" sldId="330"/>
            <ac:spMk id="4" creationId="{CF08B80F-6AA1-43C4-9195-F284F39E0041}"/>
          </ac:spMkLst>
        </pc:spChg>
        <pc:spChg chg="add del mod">
          <ac:chgData name="Josh Reiss" userId="a90d6cd88c30b6c6" providerId="LiveId" clId="{7EF51183-4BAD-4B67-A209-59ED5A04336D}" dt="2021-03-15T09:47:01.874" v="561"/>
          <ac:spMkLst>
            <pc:docMk/>
            <pc:sldMk cId="4128628946" sldId="330"/>
            <ac:spMk id="5" creationId="{0A1253D7-4CEF-444B-9F24-83F05E5BB6FB}"/>
          </ac:spMkLst>
        </pc:spChg>
        <pc:spChg chg="add del mod">
          <ac:chgData name="Josh Reiss" userId="a90d6cd88c30b6c6" providerId="LiveId" clId="{7EF51183-4BAD-4B67-A209-59ED5A04336D}" dt="2021-03-15T10:14:17.043" v="671" actId="478"/>
          <ac:spMkLst>
            <pc:docMk/>
            <pc:sldMk cId="4128628946" sldId="330"/>
            <ac:spMk id="6" creationId="{9E28DA5A-0041-483D-AA59-EDB743D89A8D}"/>
          </ac:spMkLst>
        </pc:spChg>
        <pc:spChg chg="add del mod">
          <ac:chgData name="Josh Reiss" userId="a90d6cd88c30b6c6" providerId="LiveId" clId="{7EF51183-4BAD-4B67-A209-59ED5A04336D}" dt="2021-03-15T09:48:37.264" v="567" actId="478"/>
          <ac:spMkLst>
            <pc:docMk/>
            <pc:sldMk cId="4128628946" sldId="330"/>
            <ac:spMk id="7" creationId="{D8E3C031-D30D-48A0-9A98-1D50987FEDF7}"/>
          </ac:spMkLst>
        </pc:spChg>
        <pc:spChg chg="add del mod">
          <ac:chgData name="Josh Reiss" userId="a90d6cd88c30b6c6" providerId="LiveId" clId="{7EF51183-4BAD-4B67-A209-59ED5A04336D}" dt="2021-03-15T10:14:22.372" v="672" actId="478"/>
          <ac:spMkLst>
            <pc:docMk/>
            <pc:sldMk cId="4128628946" sldId="330"/>
            <ac:spMk id="9" creationId="{348CBAF0-CF81-436A-B392-368C15F76D86}"/>
          </ac:spMkLst>
        </pc:spChg>
        <pc:spChg chg="add del mod">
          <ac:chgData name="Josh Reiss" userId="a90d6cd88c30b6c6" providerId="LiveId" clId="{7EF51183-4BAD-4B67-A209-59ED5A04336D}" dt="2021-03-15T10:08:06.596" v="631" actId="478"/>
          <ac:spMkLst>
            <pc:docMk/>
            <pc:sldMk cId="4128628946" sldId="330"/>
            <ac:spMk id="10" creationId="{5327BB43-CADE-453E-8735-4D4C860342F0}"/>
          </ac:spMkLst>
        </pc:spChg>
        <pc:spChg chg="add del mod">
          <ac:chgData name="Josh Reiss" userId="a90d6cd88c30b6c6" providerId="LiveId" clId="{7EF51183-4BAD-4B67-A209-59ED5A04336D}" dt="2021-03-15T09:48:25.938" v="566" actId="478"/>
          <ac:spMkLst>
            <pc:docMk/>
            <pc:sldMk cId="4128628946" sldId="330"/>
            <ac:spMk id="11" creationId="{925DAD37-598E-43BD-8672-9B00CFB50306}"/>
          </ac:spMkLst>
        </pc:spChg>
        <pc:spChg chg="add del mod">
          <ac:chgData name="Josh Reiss" userId="a90d6cd88c30b6c6" providerId="LiveId" clId="{7EF51183-4BAD-4B67-A209-59ED5A04336D}" dt="2021-03-15T09:49:42.420" v="572" actId="478"/>
          <ac:spMkLst>
            <pc:docMk/>
            <pc:sldMk cId="4128628946" sldId="330"/>
            <ac:spMk id="13" creationId="{A996D5CD-F26F-42B1-9AE9-A581E6F5C8F8}"/>
          </ac:spMkLst>
        </pc:spChg>
        <pc:spChg chg="add del mod">
          <ac:chgData name="Josh Reiss" userId="a90d6cd88c30b6c6" providerId="LiveId" clId="{7EF51183-4BAD-4B67-A209-59ED5A04336D}" dt="2021-03-15T10:07:53.703" v="629" actId="478"/>
          <ac:spMkLst>
            <pc:docMk/>
            <pc:sldMk cId="4128628946" sldId="330"/>
            <ac:spMk id="14" creationId="{E86F3E46-9579-41DC-BF4C-E925546A0E27}"/>
          </ac:spMkLst>
        </pc:spChg>
        <pc:spChg chg="add mod topLvl">
          <ac:chgData name="Josh Reiss" userId="a90d6cd88c30b6c6" providerId="LiveId" clId="{7EF51183-4BAD-4B67-A209-59ED5A04336D}" dt="2021-03-15T10:29:46.715" v="888" actId="1076"/>
          <ac:spMkLst>
            <pc:docMk/>
            <pc:sldMk cId="4128628946" sldId="330"/>
            <ac:spMk id="15" creationId="{FF8236E7-7955-45D3-9E81-E82AD778331F}"/>
          </ac:spMkLst>
        </pc:spChg>
        <pc:spChg chg="add mod topLvl">
          <ac:chgData name="Josh Reiss" userId="a90d6cd88c30b6c6" providerId="LiveId" clId="{7EF51183-4BAD-4B67-A209-59ED5A04336D}" dt="2021-03-15T10:32:56.504" v="906" actId="1076"/>
          <ac:spMkLst>
            <pc:docMk/>
            <pc:sldMk cId="4128628946" sldId="330"/>
            <ac:spMk id="16" creationId="{F8693294-07C2-4FA4-83AD-E73C6323079C}"/>
          </ac:spMkLst>
        </pc:spChg>
        <pc:spChg chg="add mod topLvl">
          <ac:chgData name="Josh Reiss" userId="a90d6cd88c30b6c6" providerId="LiveId" clId="{7EF51183-4BAD-4B67-A209-59ED5A04336D}" dt="2021-03-15T10:24:09.212" v="850" actId="165"/>
          <ac:spMkLst>
            <pc:docMk/>
            <pc:sldMk cId="4128628946" sldId="330"/>
            <ac:spMk id="17" creationId="{40129D34-A688-40AE-A14D-F981FD2D80C4}"/>
          </ac:spMkLst>
        </pc:spChg>
        <pc:spChg chg="add mod">
          <ac:chgData name="Josh Reiss" userId="a90d6cd88c30b6c6" providerId="LiveId" clId="{7EF51183-4BAD-4B67-A209-59ED5A04336D}" dt="2021-03-15T10:23:16.961" v="846" actId="1076"/>
          <ac:spMkLst>
            <pc:docMk/>
            <pc:sldMk cId="4128628946" sldId="330"/>
            <ac:spMk id="19" creationId="{D5B45E85-4649-4193-864B-44EF29FE408F}"/>
          </ac:spMkLst>
        </pc:spChg>
        <pc:spChg chg="add mod">
          <ac:chgData name="Josh Reiss" userId="a90d6cd88c30b6c6" providerId="LiveId" clId="{7EF51183-4BAD-4B67-A209-59ED5A04336D}" dt="2021-03-15T10:23:21.159" v="847" actId="1076"/>
          <ac:spMkLst>
            <pc:docMk/>
            <pc:sldMk cId="4128628946" sldId="330"/>
            <ac:spMk id="20" creationId="{6A4D4065-3F50-430D-ACA8-EBBD542C5E64}"/>
          </ac:spMkLst>
        </pc:spChg>
        <pc:spChg chg="add del mod">
          <ac:chgData name="Josh Reiss" userId="a90d6cd88c30b6c6" providerId="LiveId" clId="{7EF51183-4BAD-4B67-A209-59ED5A04336D}" dt="2021-03-15T10:16:41.354" v="708"/>
          <ac:spMkLst>
            <pc:docMk/>
            <pc:sldMk cId="4128628946" sldId="330"/>
            <ac:spMk id="21" creationId="{DB53F0EA-6BC6-411B-82DE-0286FFC7ADD1}"/>
          </ac:spMkLst>
        </pc:spChg>
        <pc:spChg chg="add mod">
          <ac:chgData name="Josh Reiss" userId="a90d6cd88c30b6c6" providerId="LiveId" clId="{7EF51183-4BAD-4B67-A209-59ED5A04336D}" dt="2021-03-15T10:17:10.982" v="750" actId="1036"/>
          <ac:spMkLst>
            <pc:docMk/>
            <pc:sldMk cId="4128628946" sldId="330"/>
            <ac:spMk id="22" creationId="{9C35FA66-17BF-4B7E-A6D4-449F594C1A6E}"/>
          </ac:spMkLst>
        </pc:spChg>
        <pc:spChg chg="add del mod">
          <ac:chgData name="Josh Reiss" userId="a90d6cd88c30b6c6" providerId="LiveId" clId="{7EF51183-4BAD-4B67-A209-59ED5A04336D}" dt="2021-03-15T10:17:27.984" v="752"/>
          <ac:spMkLst>
            <pc:docMk/>
            <pc:sldMk cId="4128628946" sldId="330"/>
            <ac:spMk id="23" creationId="{28C07008-7AB9-4888-9198-A5E17EF32A09}"/>
          </ac:spMkLst>
        </pc:spChg>
        <pc:spChg chg="add mod">
          <ac:chgData name="Josh Reiss" userId="a90d6cd88c30b6c6" providerId="LiveId" clId="{7EF51183-4BAD-4B67-A209-59ED5A04336D}" dt="2021-03-15T10:18:40.957" v="779" actId="1076"/>
          <ac:spMkLst>
            <pc:docMk/>
            <pc:sldMk cId="4128628946" sldId="330"/>
            <ac:spMk id="27" creationId="{6D08D239-069B-4128-8CBD-30D88C5BB115}"/>
          </ac:spMkLst>
        </pc:spChg>
        <pc:spChg chg="add mod">
          <ac:chgData name="Josh Reiss" userId="a90d6cd88c30b6c6" providerId="LiveId" clId="{7EF51183-4BAD-4B67-A209-59ED5A04336D}" dt="2021-03-15T10:33:33.578" v="916" actId="1076"/>
          <ac:spMkLst>
            <pc:docMk/>
            <pc:sldMk cId="4128628946" sldId="330"/>
            <ac:spMk id="28" creationId="{6445C0AD-D45C-45CD-9B81-0E102EEB6CA3}"/>
          </ac:spMkLst>
        </pc:spChg>
        <pc:spChg chg="mod">
          <ac:chgData name="Josh Reiss" userId="a90d6cd88c30b6c6" providerId="LiveId" clId="{7EF51183-4BAD-4B67-A209-59ED5A04336D}" dt="2021-03-15T10:19:50.426" v="784"/>
          <ac:spMkLst>
            <pc:docMk/>
            <pc:sldMk cId="4128628946" sldId="330"/>
            <ac:spMk id="30" creationId="{8217E465-9C01-41FE-BA65-4706CBC59B5A}"/>
          </ac:spMkLst>
        </pc:spChg>
        <pc:spChg chg="mod">
          <ac:chgData name="Josh Reiss" userId="a90d6cd88c30b6c6" providerId="LiveId" clId="{7EF51183-4BAD-4B67-A209-59ED5A04336D}" dt="2021-03-15T10:19:50.426" v="784"/>
          <ac:spMkLst>
            <pc:docMk/>
            <pc:sldMk cId="4128628946" sldId="330"/>
            <ac:spMk id="31" creationId="{932ADA07-5069-4822-94F0-FD1BB355228F}"/>
          </ac:spMkLst>
        </pc:spChg>
        <pc:spChg chg="mod">
          <ac:chgData name="Josh Reiss" userId="a90d6cd88c30b6c6" providerId="LiveId" clId="{7EF51183-4BAD-4B67-A209-59ED5A04336D}" dt="2021-03-15T10:19:50.426" v="784"/>
          <ac:spMkLst>
            <pc:docMk/>
            <pc:sldMk cId="4128628946" sldId="330"/>
            <ac:spMk id="32" creationId="{5A14B8C3-2BD0-4ABF-BFE7-7AA876DDADB6}"/>
          </ac:spMkLst>
        </pc:spChg>
        <pc:spChg chg="add del mod ord">
          <ac:chgData name="Josh Reiss" userId="a90d6cd88c30b6c6" providerId="LiveId" clId="{7EF51183-4BAD-4B67-A209-59ED5A04336D}" dt="2021-03-15T10:23:46.685" v="848" actId="478"/>
          <ac:spMkLst>
            <pc:docMk/>
            <pc:sldMk cId="4128628946" sldId="330"/>
            <ac:spMk id="33" creationId="{93E978FF-B3D3-4357-8A31-339AD5F06174}"/>
          </ac:spMkLst>
        </pc:spChg>
        <pc:spChg chg="add mod">
          <ac:chgData name="Josh Reiss" userId="a90d6cd88c30b6c6" providerId="LiveId" clId="{7EF51183-4BAD-4B67-A209-59ED5A04336D}" dt="2021-03-15T10:23:12.667" v="845" actId="1076"/>
          <ac:spMkLst>
            <pc:docMk/>
            <pc:sldMk cId="4128628946" sldId="330"/>
            <ac:spMk id="34" creationId="{89B15947-49A2-4360-93BC-CF08DD0CDF42}"/>
          </ac:spMkLst>
        </pc:spChg>
        <pc:spChg chg="add del mod">
          <ac:chgData name="Josh Reiss" userId="a90d6cd88c30b6c6" providerId="LiveId" clId="{7EF51183-4BAD-4B67-A209-59ED5A04336D}" dt="2021-03-15T10:24:54.334" v="855" actId="478"/>
          <ac:spMkLst>
            <pc:docMk/>
            <pc:sldMk cId="4128628946" sldId="330"/>
            <ac:spMk id="35" creationId="{4746B9C0-9D88-4A78-B6BC-0FDD7A712C56}"/>
          </ac:spMkLst>
        </pc:spChg>
        <pc:spChg chg="add mod">
          <ac:chgData name="Josh Reiss" userId="a90d6cd88c30b6c6" providerId="LiveId" clId="{7EF51183-4BAD-4B67-A209-59ED5A04336D}" dt="2021-03-15T10:26:52.699" v="865" actId="14100"/>
          <ac:spMkLst>
            <pc:docMk/>
            <pc:sldMk cId="4128628946" sldId="330"/>
            <ac:spMk id="36" creationId="{89C02D6E-92EA-422B-82B9-56C01505FF3A}"/>
          </ac:spMkLst>
        </pc:spChg>
        <pc:spChg chg="add mod">
          <ac:chgData name="Josh Reiss" userId="a90d6cd88c30b6c6" providerId="LiveId" clId="{7EF51183-4BAD-4B67-A209-59ED5A04336D}" dt="2021-03-15T10:30:17.629" v="889" actId="14100"/>
          <ac:spMkLst>
            <pc:docMk/>
            <pc:sldMk cId="4128628946" sldId="330"/>
            <ac:spMk id="37" creationId="{37FA8113-AA85-40BC-BC15-B2E98D729C14}"/>
          </ac:spMkLst>
        </pc:spChg>
        <pc:spChg chg="add mod">
          <ac:chgData name="Josh Reiss" userId="a90d6cd88c30b6c6" providerId="LiveId" clId="{7EF51183-4BAD-4B67-A209-59ED5A04336D}" dt="2021-03-15T10:31:20.594" v="898" actId="14100"/>
          <ac:spMkLst>
            <pc:docMk/>
            <pc:sldMk cId="4128628946" sldId="330"/>
            <ac:spMk id="38" creationId="{4E4D2583-6EB3-4A77-88A0-5AA8C01ACA43}"/>
          </ac:spMkLst>
        </pc:spChg>
        <pc:spChg chg="add mod">
          <ac:chgData name="Josh Reiss" userId="a90d6cd88c30b6c6" providerId="LiveId" clId="{7EF51183-4BAD-4B67-A209-59ED5A04336D}" dt="2021-03-15T10:32:47.623" v="903" actId="207"/>
          <ac:spMkLst>
            <pc:docMk/>
            <pc:sldMk cId="4128628946" sldId="330"/>
            <ac:spMk id="40" creationId="{C3F6411E-BFB3-4DA3-84FF-A6160F6283F3}"/>
          </ac:spMkLst>
        </pc:spChg>
        <pc:spChg chg="add mod">
          <ac:chgData name="Josh Reiss" userId="a90d6cd88c30b6c6" providerId="LiveId" clId="{7EF51183-4BAD-4B67-A209-59ED5A04336D}" dt="2021-03-15T10:33:21.958" v="915" actId="1076"/>
          <ac:spMkLst>
            <pc:docMk/>
            <pc:sldMk cId="4128628946" sldId="330"/>
            <ac:spMk id="41" creationId="{CD122766-4512-4CC1-A3BC-09F047209884}"/>
          </ac:spMkLst>
        </pc:spChg>
        <pc:spChg chg="add mod ord">
          <ac:chgData name="Josh Reiss" userId="a90d6cd88c30b6c6" providerId="LiveId" clId="{7EF51183-4BAD-4B67-A209-59ED5A04336D}" dt="2021-03-15T10:34:03.921" v="919" actId="167"/>
          <ac:spMkLst>
            <pc:docMk/>
            <pc:sldMk cId="4128628946" sldId="330"/>
            <ac:spMk id="43" creationId="{E7E209FF-B427-4187-A131-7B95ADAB5EEE}"/>
          </ac:spMkLst>
        </pc:spChg>
        <pc:grpChg chg="add del mod">
          <ac:chgData name="Josh Reiss" userId="a90d6cd88c30b6c6" providerId="LiveId" clId="{7EF51183-4BAD-4B67-A209-59ED5A04336D}" dt="2021-03-15T10:24:09.212" v="850" actId="165"/>
          <ac:grpSpMkLst>
            <pc:docMk/>
            <pc:sldMk cId="4128628946" sldId="330"/>
            <ac:grpSpMk id="18" creationId="{E799A988-EBFC-45C6-93B4-78CE29751850}"/>
          </ac:grpSpMkLst>
        </pc:grpChg>
        <pc:grpChg chg="add del mod">
          <ac:chgData name="Josh Reiss" userId="a90d6cd88c30b6c6" providerId="LiveId" clId="{7EF51183-4BAD-4B67-A209-59ED5A04336D}" dt="2021-03-15T10:19:56.743" v="786" actId="478"/>
          <ac:grpSpMkLst>
            <pc:docMk/>
            <pc:sldMk cId="4128628946" sldId="330"/>
            <ac:grpSpMk id="29" creationId="{59270F5F-CDE8-4287-B8AC-FFA285CB9752}"/>
          </ac:grpSpMkLst>
        </pc:grpChg>
        <pc:picChg chg="add mod ord">
          <ac:chgData name="Josh Reiss" userId="a90d6cd88c30b6c6" providerId="LiveId" clId="{7EF51183-4BAD-4B67-A209-59ED5A04336D}" dt="2021-03-15T10:34:03.921" v="919" actId="167"/>
          <ac:picMkLst>
            <pc:docMk/>
            <pc:sldMk cId="4128628946" sldId="330"/>
            <ac:picMk id="42" creationId="{B8E4B4CD-605F-442E-8B3D-7115DA33C62F}"/>
          </ac:picMkLst>
        </pc:picChg>
        <pc:picChg chg="add mod ord">
          <ac:chgData name="Josh Reiss" userId="a90d6cd88c30b6c6" providerId="LiveId" clId="{7EF51183-4BAD-4B67-A209-59ED5A04336D}" dt="2021-03-15T10:34:03.921" v="919" actId="167"/>
          <ac:picMkLst>
            <pc:docMk/>
            <pc:sldMk cId="4128628946" sldId="330"/>
            <ac:picMk id="44" creationId="{B4DA5ED8-5DE0-4F6D-9F04-FD6C8B674572}"/>
          </ac:picMkLst>
        </pc:picChg>
        <pc:cxnChg chg="add del mod">
          <ac:chgData name="Josh Reiss" userId="a90d6cd88c30b6c6" providerId="LiveId" clId="{7EF51183-4BAD-4B67-A209-59ED5A04336D}" dt="2021-03-15T10:14:22.372" v="672" actId="478"/>
          <ac:cxnSpMkLst>
            <pc:docMk/>
            <pc:sldMk cId="4128628946" sldId="330"/>
            <ac:cxnSpMk id="8" creationId="{A5A5F5FF-D015-49E5-88C5-27460603ABA3}"/>
          </ac:cxnSpMkLst>
        </pc:cxnChg>
        <pc:cxnChg chg="add mod">
          <ac:chgData name="Josh Reiss" userId="a90d6cd88c30b6c6" providerId="LiveId" clId="{7EF51183-4BAD-4B67-A209-59ED5A04336D}" dt="2021-03-15T10:17:56.267" v="758" actId="692"/>
          <ac:cxnSpMkLst>
            <pc:docMk/>
            <pc:sldMk cId="4128628946" sldId="330"/>
            <ac:cxnSpMk id="24" creationId="{88402FE1-3936-4559-9313-0FDE93CD7399}"/>
          </ac:cxnSpMkLst>
        </pc:cxnChg>
      </pc:sldChg>
    </pc:docChg>
  </pc:docChgLst>
  <pc:docChgLst>
    <pc:chgData name="Josh Reiss" userId="a90d6cd88c30b6c6" providerId="LiveId" clId="{CFC2030E-DEE2-4792-B7C4-2E8CBF6DA215}"/>
    <pc:docChg chg="undo redo custSel modSld">
      <pc:chgData name="Josh Reiss" userId="a90d6cd88c30b6c6" providerId="LiveId" clId="{CFC2030E-DEE2-4792-B7C4-2E8CBF6DA215}" dt="2021-10-15T04:48:36.606" v="309" actId="164"/>
      <pc:docMkLst>
        <pc:docMk/>
      </pc:docMkLst>
      <pc:sldChg chg="addSp delSp modSp mod">
        <pc:chgData name="Josh Reiss" userId="a90d6cd88c30b6c6" providerId="LiveId" clId="{CFC2030E-DEE2-4792-B7C4-2E8CBF6DA215}" dt="2021-10-11T11:51:16.314" v="38" actId="338"/>
        <pc:sldMkLst>
          <pc:docMk/>
          <pc:sldMk cId="2685588342" sldId="262"/>
        </pc:sldMkLst>
        <pc:spChg chg="mod ord">
          <ac:chgData name="Josh Reiss" userId="a90d6cd88c30b6c6" providerId="LiveId" clId="{CFC2030E-DEE2-4792-B7C4-2E8CBF6DA215}" dt="2021-10-11T11:48:42.107" v="21" actId="167"/>
          <ac:spMkLst>
            <pc:docMk/>
            <pc:sldMk cId="2685588342" sldId="262"/>
            <ac:spMk id="19" creationId="{AA653942-E27E-417A-B19F-52D360456659}"/>
          </ac:spMkLst>
        </pc:spChg>
        <pc:spChg chg="mod ord topLvl">
          <ac:chgData name="Josh Reiss" userId="a90d6cd88c30b6c6" providerId="LiveId" clId="{CFC2030E-DEE2-4792-B7C4-2E8CBF6DA215}" dt="2021-10-11T11:51:16.314" v="38" actId="338"/>
          <ac:spMkLst>
            <pc:docMk/>
            <pc:sldMk cId="2685588342" sldId="262"/>
            <ac:spMk id="20" creationId="{92F40630-1EE1-4839-BC88-EE66C3E03C47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1" creationId="{23393E2D-36B4-4D85-AB4B-B4AE0787FF7C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2" creationId="{AB535F93-6F20-40CB-92C6-C9262E8558B0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3" creationId="{ACA2F19C-C6E7-44A0-BBCC-0CCC4AC77617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4" creationId="{D8B5D77A-3B71-4611-8B5D-F9042271A1C7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6" creationId="{AB610AC5-62B1-4611-A058-E7CBBC94053E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8" creationId="{F533083A-ABD0-49EC-AFAB-1A3BBE54AD1D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29" creationId="{EC03C92B-7DC8-4A03-98C1-64FCE8217D69}"/>
          </ac:spMkLst>
        </pc:spChg>
        <pc:spChg chg="mod">
          <ac:chgData name="Josh Reiss" userId="a90d6cd88c30b6c6" providerId="LiveId" clId="{CFC2030E-DEE2-4792-B7C4-2E8CBF6DA215}" dt="2021-10-11T11:49:46.309" v="24" actId="692"/>
          <ac:spMkLst>
            <pc:docMk/>
            <pc:sldMk cId="2685588342" sldId="262"/>
            <ac:spMk id="30" creationId="{50048647-ABEB-449E-A75B-3460C59A5F45}"/>
          </ac:spMkLst>
        </pc:spChg>
        <pc:spChg chg="mod">
          <ac:chgData name="Josh Reiss" userId="a90d6cd88c30b6c6" providerId="LiveId" clId="{CFC2030E-DEE2-4792-B7C4-2E8CBF6DA215}" dt="2021-10-11T11:48:56.585" v="22" actId="692"/>
          <ac:spMkLst>
            <pc:docMk/>
            <pc:sldMk cId="2685588342" sldId="262"/>
            <ac:spMk id="31" creationId="{06FF898C-C046-4DB0-9DC9-01BC01E8233C}"/>
          </ac:spMkLst>
        </pc:spChg>
        <pc:spChg chg="mod">
          <ac:chgData name="Josh Reiss" userId="a90d6cd88c30b6c6" providerId="LiveId" clId="{CFC2030E-DEE2-4792-B7C4-2E8CBF6DA215}" dt="2021-10-11T11:50:35.878" v="37" actId="1037"/>
          <ac:spMkLst>
            <pc:docMk/>
            <pc:sldMk cId="2685588342" sldId="262"/>
            <ac:spMk id="32" creationId="{DF692E27-51D0-4254-9EB9-9E2D6E30F1C5}"/>
          </ac:spMkLst>
        </pc:spChg>
        <pc:spChg chg="mod">
          <ac:chgData name="Josh Reiss" userId="a90d6cd88c30b6c6" providerId="LiveId" clId="{CFC2030E-DEE2-4792-B7C4-2E8CBF6DA215}" dt="2021-10-11T11:49:38.319" v="23" actId="207"/>
          <ac:spMkLst>
            <pc:docMk/>
            <pc:sldMk cId="2685588342" sldId="262"/>
            <ac:spMk id="33" creationId="{54490AFD-D480-4674-BF03-BE6111B98567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34" creationId="{A49CABD1-73F0-4B0F-A349-79BB47488D93}"/>
          </ac:spMkLst>
        </pc:spChg>
        <pc:spChg chg="mod">
          <ac:chgData name="Josh Reiss" userId="a90d6cd88c30b6c6" providerId="LiveId" clId="{CFC2030E-DEE2-4792-B7C4-2E8CBF6DA215}" dt="2021-10-11T11:45:01.398" v="6" actId="165"/>
          <ac:spMkLst>
            <pc:docMk/>
            <pc:sldMk cId="2685588342" sldId="262"/>
            <ac:spMk id="35" creationId="{CC7BC6A1-7909-4B1F-82C0-8568001C0760}"/>
          </ac:spMkLst>
        </pc:spChg>
        <pc:grpChg chg="mod ord topLvl">
          <ac:chgData name="Josh Reiss" userId="a90d6cd88c30b6c6" providerId="LiveId" clId="{CFC2030E-DEE2-4792-B7C4-2E8CBF6DA215}" dt="2021-10-11T11:51:16.314" v="38" actId="338"/>
          <ac:grpSpMkLst>
            <pc:docMk/>
            <pc:sldMk cId="2685588342" sldId="262"/>
            <ac:grpSpMk id="4" creationId="{623FA19D-FD9D-4B08-94A4-89FC3E8B11C0}"/>
          </ac:grpSpMkLst>
        </pc:grpChg>
        <pc:grpChg chg="del">
          <ac:chgData name="Josh Reiss" userId="a90d6cd88c30b6c6" providerId="LiveId" clId="{CFC2030E-DEE2-4792-B7C4-2E8CBF6DA215}" dt="2021-10-11T11:45:01.398" v="6" actId="165"/>
          <ac:grpSpMkLst>
            <pc:docMk/>
            <pc:sldMk cId="2685588342" sldId="262"/>
            <ac:grpSpMk id="5" creationId="{D52AC15A-99F2-449D-8EBE-602C07E6B79F}"/>
          </ac:grpSpMkLst>
        </pc:grpChg>
        <pc:grpChg chg="add mod">
          <ac:chgData name="Josh Reiss" userId="a90d6cd88c30b6c6" providerId="LiveId" clId="{CFC2030E-DEE2-4792-B7C4-2E8CBF6DA215}" dt="2021-10-11T11:51:16.314" v="38" actId="338"/>
          <ac:grpSpMkLst>
            <pc:docMk/>
            <pc:sldMk cId="2685588342" sldId="262"/>
            <ac:grpSpMk id="6" creationId="{A9D03984-C96E-4B9B-B6FE-AA8449A2C121}"/>
          </ac:grpSpMkLst>
        </pc:grpChg>
        <pc:cxnChg chg="mod">
          <ac:chgData name="Josh Reiss" userId="a90d6cd88c30b6c6" providerId="LiveId" clId="{CFC2030E-DEE2-4792-B7C4-2E8CBF6DA215}" dt="2021-10-11T11:50:09.566" v="26" actId="692"/>
          <ac:cxnSpMkLst>
            <pc:docMk/>
            <pc:sldMk cId="2685588342" sldId="262"/>
            <ac:cxnSpMk id="25" creationId="{19220F44-8A7D-4A2D-AB93-8A77A42A36D4}"/>
          </ac:cxnSpMkLst>
        </pc:cxnChg>
      </pc:sldChg>
      <pc:sldChg chg="modSp mod">
        <pc:chgData name="Josh Reiss" userId="a90d6cd88c30b6c6" providerId="LiveId" clId="{CFC2030E-DEE2-4792-B7C4-2E8CBF6DA215}" dt="2021-10-11T11:55:15.906" v="44" actId="692"/>
        <pc:sldMkLst>
          <pc:docMk/>
          <pc:sldMk cId="3099176654" sldId="263"/>
        </pc:sldMkLst>
        <pc:spChg chg="mod">
          <ac:chgData name="Josh Reiss" userId="a90d6cd88c30b6c6" providerId="LiveId" clId="{CFC2030E-DEE2-4792-B7C4-2E8CBF6DA215}" dt="2021-10-11T11:54:53.851" v="41" actId="207"/>
          <ac:spMkLst>
            <pc:docMk/>
            <pc:sldMk cId="3099176654" sldId="263"/>
            <ac:spMk id="39" creationId="{7D5547E5-7FFC-446A-A106-303493A5EF0F}"/>
          </ac:spMkLst>
        </pc:spChg>
        <pc:spChg chg="mod">
          <ac:chgData name="Josh Reiss" userId="a90d6cd88c30b6c6" providerId="LiveId" clId="{CFC2030E-DEE2-4792-B7C4-2E8CBF6DA215}" dt="2021-10-11T11:54:53.851" v="41" actId="207"/>
          <ac:spMkLst>
            <pc:docMk/>
            <pc:sldMk cId="3099176654" sldId="263"/>
            <ac:spMk id="40" creationId="{AF8B1D78-F2EC-4DD7-9659-429069F81C9B}"/>
          </ac:spMkLst>
        </pc:spChg>
        <pc:spChg chg="mod">
          <ac:chgData name="Josh Reiss" userId="a90d6cd88c30b6c6" providerId="LiveId" clId="{CFC2030E-DEE2-4792-B7C4-2E8CBF6DA215}" dt="2021-10-11T11:54:29.853" v="39" actId="207"/>
          <ac:spMkLst>
            <pc:docMk/>
            <pc:sldMk cId="3099176654" sldId="263"/>
            <ac:spMk id="46" creationId="{39AB37E8-2BE0-4007-B03C-326041F26ED3}"/>
          </ac:spMkLst>
        </pc:spChg>
        <pc:spChg chg="mod">
          <ac:chgData name="Josh Reiss" userId="a90d6cd88c30b6c6" providerId="LiveId" clId="{CFC2030E-DEE2-4792-B7C4-2E8CBF6DA215}" dt="2021-10-11T11:54:59.194" v="42" actId="207"/>
          <ac:spMkLst>
            <pc:docMk/>
            <pc:sldMk cId="3099176654" sldId="263"/>
            <ac:spMk id="50" creationId="{DA396B80-C85A-48B5-BE37-0BE6DF9121ED}"/>
          </ac:spMkLst>
        </pc:spChg>
        <pc:spChg chg="mod">
          <ac:chgData name="Josh Reiss" userId="a90d6cd88c30b6c6" providerId="LiveId" clId="{CFC2030E-DEE2-4792-B7C4-2E8CBF6DA215}" dt="2021-10-11T11:54:29.853" v="39" actId="207"/>
          <ac:spMkLst>
            <pc:docMk/>
            <pc:sldMk cId="3099176654" sldId="263"/>
            <ac:spMk id="51" creationId="{EED4A90B-92C7-4095-9CB3-C6F5EDB8599D}"/>
          </ac:spMkLst>
        </pc:spChg>
        <pc:cxnChg chg="mod">
          <ac:chgData name="Josh Reiss" userId="a90d6cd88c30b6c6" providerId="LiveId" clId="{CFC2030E-DEE2-4792-B7C4-2E8CBF6DA215}" dt="2021-10-11T11:55:15.906" v="44" actId="692"/>
          <ac:cxnSpMkLst>
            <pc:docMk/>
            <pc:sldMk cId="3099176654" sldId="263"/>
            <ac:cxnSpMk id="41" creationId="{5E86D91E-9289-444F-BD45-09B45488B2E4}"/>
          </ac:cxnSpMkLst>
        </pc:cxnChg>
        <pc:cxnChg chg="mod">
          <ac:chgData name="Josh Reiss" userId="a90d6cd88c30b6c6" providerId="LiveId" clId="{CFC2030E-DEE2-4792-B7C4-2E8CBF6DA215}" dt="2021-10-11T11:55:07.553" v="43" actId="692"/>
          <ac:cxnSpMkLst>
            <pc:docMk/>
            <pc:sldMk cId="3099176654" sldId="263"/>
            <ac:cxnSpMk id="43" creationId="{292DB2E7-C061-45A4-A1E3-4FCE3F430E00}"/>
          </ac:cxnSpMkLst>
        </pc:cxnChg>
        <pc:cxnChg chg="mod">
          <ac:chgData name="Josh Reiss" userId="a90d6cd88c30b6c6" providerId="LiveId" clId="{CFC2030E-DEE2-4792-B7C4-2E8CBF6DA215}" dt="2021-10-11T11:54:39.361" v="40" actId="692"/>
          <ac:cxnSpMkLst>
            <pc:docMk/>
            <pc:sldMk cId="3099176654" sldId="263"/>
            <ac:cxnSpMk id="47" creationId="{707A335F-D1FE-48BB-BAEB-677236C575F5}"/>
          </ac:cxnSpMkLst>
        </pc:cxnChg>
      </pc:sldChg>
      <pc:sldChg chg="modSp mod">
        <pc:chgData name="Josh Reiss" userId="a90d6cd88c30b6c6" providerId="LiveId" clId="{CFC2030E-DEE2-4792-B7C4-2E8CBF6DA215}" dt="2021-10-11T07:04:30.934" v="5" actId="208"/>
        <pc:sldMkLst>
          <pc:docMk/>
          <pc:sldMk cId="1156763564" sldId="264"/>
        </pc:sldMkLst>
        <pc:cxnChg chg="mod">
          <ac:chgData name="Josh Reiss" userId="a90d6cd88c30b6c6" providerId="LiveId" clId="{CFC2030E-DEE2-4792-B7C4-2E8CBF6DA215}" dt="2021-10-11T07:04:30.934" v="5" actId="208"/>
          <ac:cxnSpMkLst>
            <pc:docMk/>
            <pc:sldMk cId="1156763564" sldId="264"/>
            <ac:cxnSpMk id="6" creationId="{633DAD47-21C5-4C0F-B1B6-4BB310EACFF8}"/>
          </ac:cxnSpMkLst>
        </pc:cxnChg>
        <pc:cxnChg chg="mod">
          <ac:chgData name="Josh Reiss" userId="a90d6cd88c30b6c6" providerId="LiveId" clId="{CFC2030E-DEE2-4792-B7C4-2E8CBF6DA215}" dt="2021-10-11T07:04:30.934" v="5" actId="208"/>
          <ac:cxnSpMkLst>
            <pc:docMk/>
            <pc:sldMk cId="1156763564" sldId="264"/>
            <ac:cxnSpMk id="41" creationId="{A22683C4-2247-44C3-ADCC-83FF965E5DC3}"/>
          </ac:cxnSpMkLst>
        </pc:cxnChg>
        <pc:cxnChg chg="mod">
          <ac:chgData name="Josh Reiss" userId="a90d6cd88c30b6c6" providerId="LiveId" clId="{CFC2030E-DEE2-4792-B7C4-2E8CBF6DA215}" dt="2021-10-11T07:04:30.934" v="5" actId="208"/>
          <ac:cxnSpMkLst>
            <pc:docMk/>
            <pc:sldMk cId="1156763564" sldId="264"/>
            <ac:cxnSpMk id="57" creationId="{21580800-3A2D-4C7D-A45C-94F364546C1D}"/>
          </ac:cxnSpMkLst>
        </pc:cxnChg>
      </pc:sldChg>
      <pc:sldChg chg="addSp delSp modSp mod">
        <pc:chgData name="Josh Reiss" userId="a90d6cd88c30b6c6" providerId="LiveId" clId="{CFC2030E-DEE2-4792-B7C4-2E8CBF6DA215}" dt="2021-10-15T04:48:36.606" v="309" actId="164"/>
        <pc:sldMkLst>
          <pc:docMk/>
          <pc:sldMk cId="3937470442" sldId="295"/>
        </pc:sldMkLst>
        <pc:spChg chg="mod">
          <ac:chgData name="Josh Reiss" userId="a90d6cd88c30b6c6" providerId="LiveId" clId="{CFC2030E-DEE2-4792-B7C4-2E8CBF6DA215}" dt="2021-10-15T04:41:43.332" v="199" actId="1035"/>
          <ac:spMkLst>
            <pc:docMk/>
            <pc:sldMk cId="3937470442" sldId="295"/>
            <ac:spMk id="2" creationId="{AE13DD01-44A1-44E9-BD1F-EE8909E3707D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4" creationId="{2ED70E8D-7158-4830-948A-CCE92050112F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5" creationId="{92EABA32-2723-4064-8019-0EFE41AE43DF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6" creationId="{29016564-DA2F-4F31-9A7E-3648EB6EF1BF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7" creationId="{08BF1E6D-6107-44D2-802A-A2305EC9F7A2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8" creationId="{1639D159-918C-4378-A406-2058B5CF2DDB}"/>
          </ac:spMkLst>
        </pc:spChg>
        <pc:spChg chg="mod topLvl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9" creationId="{B3D60BA9-8FD2-4CAC-801E-1EB634121F5A}"/>
          </ac:spMkLst>
        </pc:spChg>
        <pc:spChg chg="mod topLvl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10" creationId="{AC7F3416-DAF1-48E6-9CBA-67072E637749}"/>
          </ac:spMkLst>
        </pc:spChg>
        <pc:spChg chg="del">
          <ac:chgData name="Josh Reiss" userId="a90d6cd88c30b6c6" providerId="LiveId" clId="{CFC2030E-DEE2-4792-B7C4-2E8CBF6DA215}" dt="2021-10-12T05:13:17.919" v="101" actId="478"/>
          <ac:spMkLst>
            <pc:docMk/>
            <pc:sldMk cId="3937470442" sldId="295"/>
            <ac:spMk id="17" creationId="{C41647BC-80D4-479E-AE36-7B229B5A222A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18" creationId="{2EA86DC0-DFBF-4DD6-9361-AA46E0EA0596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19" creationId="{2F506713-7638-4F14-A87D-64CCCC929741}"/>
          </ac:spMkLst>
        </pc:spChg>
        <pc:spChg chg="del">
          <ac:chgData name="Josh Reiss" userId="a90d6cd88c30b6c6" providerId="LiveId" clId="{CFC2030E-DEE2-4792-B7C4-2E8CBF6DA215}" dt="2021-10-12T05:13:17.919" v="101" actId="478"/>
          <ac:spMkLst>
            <pc:docMk/>
            <pc:sldMk cId="3937470442" sldId="295"/>
            <ac:spMk id="20" creationId="{CF4BE138-8AAC-4878-91C3-7F0577AD03B2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21" creationId="{A3159D08-FC0E-44DE-93DC-9096F3A197CC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22" creationId="{6F032F63-916F-43B1-9791-EC6FD30BA61C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23" creationId="{882951D4-A997-4CC7-91C5-CC8DCFAD5188}"/>
          </ac:spMkLst>
        </pc:spChg>
        <pc:spChg chg="mod">
          <ac:chgData name="Josh Reiss" userId="a90d6cd88c30b6c6" providerId="LiveId" clId="{CFC2030E-DEE2-4792-B7C4-2E8CBF6DA215}" dt="2021-10-15T04:48:36.606" v="309" actId="164"/>
          <ac:spMkLst>
            <pc:docMk/>
            <pc:sldMk cId="3937470442" sldId="295"/>
            <ac:spMk id="26" creationId="{E3E93A37-7BC0-4BF3-B766-4DD31D2C4A33}"/>
          </ac:spMkLst>
        </pc:spChg>
        <pc:grpChg chg="add del mod">
          <ac:chgData name="Josh Reiss" userId="a90d6cd88c30b6c6" providerId="LiveId" clId="{CFC2030E-DEE2-4792-B7C4-2E8CBF6DA215}" dt="2021-10-15T04:44:59.817" v="271" actId="165"/>
          <ac:grpSpMkLst>
            <pc:docMk/>
            <pc:sldMk cId="3937470442" sldId="295"/>
            <ac:grpSpMk id="3" creationId="{5DCFBCFA-0731-4917-A990-EF73FAA22E36}"/>
          </ac:grpSpMkLst>
        </pc:grpChg>
        <pc:grpChg chg="add del mod">
          <ac:chgData name="Josh Reiss" userId="a90d6cd88c30b6c6" providerId="LiveId" clId="{CFC2030E-DEE2-4792-B7C4-2E8CBF6DA215}" dt="2021-10-15T04:45:52.888" v="286" actId="165"/>
          <ac:grpSpMkLst>
            <pc:docMk/>
            <pc:sldMk cId="3937470442" sldId="295"/>
            <ac:grpSpMk id="17" creationId="{01C5D2CA-DCAC-42DD-A2B2-B95DF3A32989}"/>
          </ac:grpSpMkLst>
        </pc:grpChg>
        <pc:grpChg chg="add mod">
          <ac:chgData name="Josh Reiss" userId="a90d6cd88c30b6c6" providerId="LiveId" clId="{CFC2030E-DEE2-4792-B7C4-2E8CBF6DA215}" dt="2021-10-15T04:48:36.606" v="309" actId="164"/>
          <ac:grpSpMkLst>
            <pc:docMk/>
            <pc:sldMk cId="3937470442" sldId="295"/>
            <ac:grpSpMk id="41" creationId="{A83AF617-ADBB-4AB3-B552-4C42A5D2DC48}"/>
          </ac:grpSpMkLst>
        </pc:grp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1" creationId="{9AF70535-B544-4F2E-91E7-81421A9846AF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2" creationId="{4EB62F83-C05E-4C42-8A19-0B5B9B0AAFA5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3" creationId="{3D955330-4E27-4718-8AAE-6F89192423A1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4" creationId="{BD3C4E3C-07B4-44ED-9C51-1D916181F064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5" creationId="{994A5EAF-8AA5-4141-ACCA-71A294D2A5E0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16" creationId="{BD7B0F08-14AC-42E0-820A-009F8943DCB5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24" creationId="{7B97A7D9-C167-4374-8F62-C759653D3FC4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25" creationId="{E0C93778-476C-4301-B9AD-7CC26FF659FA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27" creationId="{01D76397-921E-4DAA-87F5-5BA6808ECFAC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28" creationId="{520EB8A8-C804-4592-8F53-3F17C80F2421}"/>
          </ac:cxnSpMkLst>
        </pc:cxnChg>
        <pc:cxnChg chg="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29" creationId="{06D9A472-B818-4C99-A7D7-7B069EAB25E7}"/>
          </ac:cxnSpMkLst>
        </pc:cxnChg>
        <pc:cxnChg chg="add 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33" creationId="{48FFF358-C75D-449E-8E63-6F2CC295DC0E}"/>
          </ac:cxnSpMkLst>
        </pc:cxnChg>
        <pc:cxnChg chg="add 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36" creationId="{0DF1491F-117E-44A8-8810-E9F975EAC8F6}"/>
          </ac:cxnSpMkLst>
        </pc:cxnChg>
        <pc:cxnChg chg="add mod">
          <ac:chgData name="Josh Reiss" userId="a90d6cd88c30b6c6" providerId="LiveId" clId="{CFC2030E-DEE2-4792-B7C4-2E8CBF6DA215}" dt="2021-10-15T04:48:36.606" v="309" actId="164"/>
          <ac:cxnSpMkLst>
            <pc:docMk/>
            <pc:sldMk cId="3937470442" sldId="295"/>
            <ac:cxnSpMk id="39" creationId="{72C002E3-74D7-460B-B432-CF2BFB4101E5}"/>
          </ac:cxnSpMkLst>
        </pc:cxnChg>
      </pc:sldChg>
      <pc:sldChg chg="addSp delSp modSp mod modAnim">
        <pc:chgData name="Josh Reiss" userId="a90d6cd88c30b6c6" providerId="LiveId" clId="{CFC2030E-DEE2-4792-B7C4-2E8CBF6DA215}" dt="2021-10-11T13:37:56.581" v="73" actId="1076"/>
        <pc:sldMkLst>
          <pc:docMk/>
          <pc:sldMk cId="1389490828" sldId="324"/>
        </pc:sldMkLst>
        <pc:spChg chg="mod">
          <ac:chgData name="Josh Reiss" userId="a90d6cd88c30b6c6" providerId="LiveId" clId="{CFC2030E-DEE2-4792-B7C4-2E8CBF6DA215}" dt="2021-10-11T11:56:56.334" v="47" actId="207"/>
          <ac:spMkLst>
            <pc:docMk/>
            <pc:sldMk cId="1389490828" sldId="324"/>
            <ac:spMk id="9" creationId="{ED349336-C39D-47CC-85EF-E98AD9BBE4AA}"/>
          </ac:spMkLst>
        </pc:spChg>
        <pc:spChg chg="mod">
          <ac:chgData name="Josh Reiss" userId="a90d6cd88c30b6c6" providerId="LiveId" clId="{CFC2030E-DEE2-4792-B7C4-2E8CBF6DA215}" dt="2021-10-11T11:56:50.996" v="46" actId="207"/>
          <ac:spMkLst>
            <pc:docMk/>
            <pc:sldMk cId="1389490828" sldId="324"/>
            <ac:spMk id="10" creationId="{320D9C9B-6F3E-4BB1-8DAE-1423C2EEC0E7}"/>
          </ac:spMkLst>
        </pc:spChg>
        <pc:spChg chg="mod">
          <ac:chgData name="Josh Reiss" userId="a90d6cd88c30b6c6" providerId="LiveId" clId="{CFC2030E-DEE2-4792-B7C4-2E8CBF6DA215}" dt="2021-10-11T11:57:05.788" v="48" actId="207"/>
          <ac:spMkLst>
            <pc:docMk/>
            <pc:sldMk cId="1389490828" sldId="324"/>
            <ac:spMk id="11" creationId="{28BB292D-3347-49FE-80E6-B0B0F5935DC2}"/>
          </ac:spMkLst>
        </pc:spChg>
        <pc:spChg chg="add mod">
          <ac:chgData name="Josh Reiss" userId="a90d6cd88c30b6c6" providerId="LiveId" clId="{CFC2030E-DEE2-4792-B7C4-2E8CBF6DA215}" dt="2021-10-11T13:37:56.581" v="73" actId="1076"/>
          <ac:spMkLst>
            <pc:docMk/>
            <pc:sldMk cId="1389490828" sldId="324"/>
            <ac:spMk id="52" creationId="{EBFF2DBC-7E2A-42FE-B7F9-3A155A9B91A3}"/>
          </ac:spMkLst>
        </pc:spChg>
        <pc:grpChg chg="add mod">
          <ac:chgData name="Josh Reiss" userId="a90d6cd88c30b6c6" providerId="LiveId" clId="{CFC2030E-DEE2-4792-B7C4-2E8CBF6DA215}" dt="2021-10-11T13:37:25.481" v="58" actId="1076"/>
          <ac:grpSpMkLst>
            <pc:docMk/>
            <pc:sldMk cId="1389490828" sldId="324"/>
            <ac:grpSpMk id="4" creationId="{55735EF0-C2C8-4DE3-AFCF-AE679CB27301}"/>
          </ac:grpSpMkLst>
        </pc:grpChg>
        <pc:picChg chg="add del">
          <ac:chgData name="Josh Reiss" userId="a90d6cd88c30b6c6" providerId="LiveId" clId="{CFC2030E-DEE2-4792-B7C4-2E8CBF6DA215}" dt="2021-10-11T13:37:27.739" v="59" actId="478"/>
          <ac:picMkLst>
            <pc:docMk/>
            <pc:sldMk cId="1389490828" sldId="324"/>
            <ac:picMk id="5" creationId="{A58B2278-4920-4BA0-9705-1A0AE6833B9D}"/>
          </ac:picMkLst>
        </pc:picChg>
        <pc:cxnChg chg="mod">
          <ac:chgData name="Josh Reiss" userId="a90d6cd88c30b6c6" providerId="LiveId" clId="{CFC2030E-DEE2-4792-B7C4-2E8CBF6DA215}" dt="2021-10-11T11:56:41.996" v="45" actId="692"/>
          <ac:cxnSpMkLst>
            <pc:docMk/>
            <pc:sldMk cId="1389490828" sldId="324"/>
            <ac:cxnSpMk id="6" creationId="{6C3E42C9-889D-4410-B03A-3A1B91C336BB}"/>
          </ac:cxnSpMkLst>
        </pc:cxnChg>
        <pc:cxnChg chg="mod">
          <ac:chgData name="Josh Reiss" userId="a90d6cd88c30b6c6" providerId="LiveId" clId="{CFC2030E-DEE2-4792-B7C4-2E8CBF6DA215}" dt="2021-10-11T11:57:27.006" v="49" actId="692"/>
          <ac:cxnSpMkLst>
            <pc:docMk/>
            <pc:sldMk cId="1389490828" sldId="324"/>
            <ac:cxnSpMk id="7" creationId="{5FF7D4D4-5005-4C2F-80F7-3866D87A100F}"/>
          </ac:cxnSpMkLst>
        </pc:cxnChg>
        <pc:cxnChg chg="mod">
          <ac:chgData name="Josh Reiss" userId="a90d6cd88c30b6c6" providerId="LiveId" clId="{CFC2030E-DEE2-4792-B7C4-2E8CBF6DA215}" dt="2021-10-11T11:57:35.162" v="50" actId="692"/>
          <ac:cxnSpMkLst>
            <pc:docMk/>
            <pc:sldMk cId="1389490828" sldId="324"/>
            <ac:cxnSpMk id="8" creationId="{C1B83B4A-9FD9-4936-B5E5-F2E9AEC3B6C0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19" creationId="{E2244311-9798-4570-AFC8-F74781333EE4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0" creationId="{00C488B8-EEF9-4876-BD41-EA0D5CF6F957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1" creationId="{A7C30196-EAEC-43C8-A106-EE42B3C1B82C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2" creationId="{37AD0A2B-6318-4CCF-9936-9236ECDCE51E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3" creationId="{7C612161-488B-4C98-A0CA-70AF6D3A94F4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4" creationId="{E80BF621-C0C6-48E0-9FA4-E69B53E1C62B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5" creationId="{157E1C7B-2C0A-43CA-9E97-24779B76235E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6" creationId="{2E32D3CD-57E5-4D06-BEA0-B1758418DD46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7" creationId="{6351962D-9358-4912-B4C7-2E9A7617A20A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8" creationId="{BE27DF42-191A-416C-A334-602825232DED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29" creationId="{175FCF0B-4FAF-455E-A2A0-07FF2A0DDAFB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0" creationId="{A510483A-666F-4D24-AC95-BDDD5DE3E3CF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1" creationId="{0F8A8030-E36D-44B9-996D-E6AFCB9CBE4E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2" creationId="{17D5798C-BD44-417E-9A96-AC49E41DD613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3" creationId="{ACBDAA9F-A803-43E5-8125-7BBA4CBF5E19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4" creationId="{27E2FF71-3630-446C-8C10-83B256963B09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5" creationId="{828CE4D2-2A7F-4C97-BE00-484A37F6ECEE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6" creationId="{CFE21863-EF6B-483C-96B5-94A029138C9F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7" creationId="{C5B2AE44-03D1-4E15-BD74-3A5C8F5EBAF9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8" creationId="{BD231133-8153-486B-822E-E7A0D29AD05D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39" creationId="{34276D6D-C707-4806-8832-51A0F01D9B5A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0" creationId="{DFECEC69-4177-4B85-A3F6-8E3AB6800162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1" creationId="{55A5B95E-9991-424B-8A91-DC90D834C199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2" creationId="{75831E61-BB9E-4FD1-A9D8-8D7A3F193134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3" creationId="{F1326D20-78F0-461D-B1D3-C6848F17AD5A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4" creationId="{E79F898C-8693-4FD9-BC6C-568663199D43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5" creationId="{8DE28098-000D-432F-BF62-842A881E1A79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6" creationId="{0B198084-DEFA-4EE0-88EE-9F5D175EE57C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7" creationId="{6447BCF0-B6DB-4463-8D6E-09726F3E514B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8" creationId="{D327C87C-79B7-4018-AF01-21363B662D25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49" creationId="{DD83BE3B-1677-43A5-AF61-99024365DFB5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50" creationId="{7A9E6122-3269-4B5B-8343-95EF1F890F38}"/>
          </ac:cxnSpMkLst>
        </pc:cxnChg>
        <pc:cxnChg chg="add mod">
          <ac:chgData name="Josh Reiss" userId="a90d6cd88c30b6c6" providerId="LiveId" clId="{CFC2030E-DEE2-4792-B7C4-2E8CBF6DA215}" dt="2021-10-11T13:36:41.260" v="52" actId="164"/>
          <ac:cxnSpMkLst>
            <pc:docMk/>
            <pc:sldMk cId="1389490828" sldId="324"/>
            <ac:cxnSpMk id="51" creationId="{E00DE138-54AF-4246-96B7-B86B56D1DA52}"/>
          </ac:cxnSpMkLst>
        </pc:cxnChg>
      </pc:sldChg>
      <pc:sldChg chg="modSp mod">
        <pc:chgData name="Josh Reiss" userId="a90d6cd88c30b6c6" providerId="LiveId" clId="{CFC2030E-DEE2-4792-B7C4-2E8CBF6DA215}" dt="2021-10-11T05:49:58.505" v="4" actId="207"/>
        <pc:sldMkLst>
          <pc:docMk/>
          <pc:sldMk cId="124065599" sldId="326"/>
        </pc:sldMkLst>
        <pc:spChg chg="mod">
          <ac:chgData name="Josh Reiss" userId="a90d6cd88c30b6c6" providerId="LiveId" clId="{CFC2030E-DEE2-4792-B7C4-2E8CBF6DA215}" dt="2021-10-11T05:49:37.267" v="2" actId="207"/>
          <ac:spMkLst>
            <pc:docMk/>
            <pc:sldMk cId="124065599" sldId="326"/>
            <ac:spMk id="5" creationId="{78E8C2D3-32D1-49AD-A79B-CEB7E4BF292A}"/>
          </ac:spMkLst>
        </pc:spChg>
        <pc:spChg chg="mod">
          <ac:chgData name="Josh Reiss" userId="a90d6cd88c30b6c6" providerId="LiveId" clId="{CFC2030E-DEE2-4792-B7C4-2E8CBF6DA215}" dt="2021-10-11T05:49:37.267" v="2" actId="207"/>
          <ac:spMkLst>
            <pc:docMk/>
            <pc:sldMk cId="124065599" sldId="326"/>
            <ac:spMk id="8" creationId="{131B0BFB-F541-4C37-9F73-EE9B29B00B6C}"/>
          </ac:spMkLst>
        </pc:spChg>
        <pc:spChg chg="mod">
          <ac:chgData name="Josh Reiss" userId="a90d6cd88c30b6c6" providerId="LiveId" clId="{CFC2030E-DEE2-4792-B7C4-2E8CBF6DA215}" dt="2021-10-11T05:49:37.267" v="2" actId="207"/>
          <ac:spMkLst>
            <pc:docMk/>
            <pc:sldMk cId="124065599" sldId="326"/>
            <ac:spMk id="10" creationId="{53BC8C99-E570-4172-ACD4-E71DD54103B3}"/>
          </ac:spMkLst>
        </pc:spChg>
        <pc:spChg chg="mod">
          <ac:chgData name="Josh Reiss" userId="a90d6cd88c30b6c6" providerId="LiveId" clId="{CFC2030E-DEE2-4792-B7C4-2E8CBF6DA215}" dt="2021-10-11T05:49:58.505" v="4" actId="207"/>
          <ac:spMkLst>
            <pc:docMk/>
            <pc:sldMk cId="124065599" sldId="326"/>
            <ac:spMk id="17" creationId="{F729AE26-A905-47B6-BCF4-30AC62F59E5F}"/>
          </ac:spMkLst>
        </pc:spChg>
      </pc:sldChg>
    </pc:docChg>
  </pc:docChgLst>
  <pc:docChgLst>
    <pc:chgData name="Josh Reiss" userId="a90d6cd88c30b6c6" providerId="LiveId" clId="{BD68EF4A-1492-49DB-85A1-EF7CD9488612}"/>
    <pc:docChg chg="undo custSel modSld">
      <pc:chgData name="Josh Reiss" userId="a90d6cd88c30b6c6" providerId="LiveId" clId="{BD68EF4A-1492-49DB-85A1-EF7CD9488612}" dt="2021-03-31T07:14:07.154" v="14" actId="478"/>
      <pc:docMkLst>
        <pc:docMk/>
      </pc:docMkLst>
      <pc:sldChg chg="addSp delSp modSp mod">
        <pc:chgData name="Josh Reiss" userId="a90d6cd88c30b6c6" providerId="LiveId" clId="{BD68EF4A-1492-49DB-85A1-EF7CD9488612}" dt="2021-03-31T07:14:07.154" v="14" actId="478"/>
        <pc:sldMkLst>
          <pc:docMk/>
          <pc:sldMk cId="2685588342" sldId="262"/>
        </pc:sldMkLst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19" creationId="{AA653942-E27E-417A-B19F-52D360456659}"/>
          </ac:spMkLst>
        </pc:spChg>
        <pc:spChg chg="mod">
          <ac:chgData name="Josh Reiss" userId="a90d6cd88c30b6c6" providerId="LiveId" clId="{BD68EF4A-1492-49DB-85A1-EF7CD9488612}" dt="2021-03-29T11:38:46.074" v="9" actId="164"/>
          <ac:spMkLst>
            <pc:docMk/>
            <pc:sldMk cId="2685588342" sldId="262"/>
            <ac:spMk id="20" creationId="{92F40630-1EE1-4839-BC88-EE66C3E03C47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1" creationId="{23393E2D-36B4-4D85-AB4B-B4AE0787FF7C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2" creationId="{AB535F93-6F20-40CB-92C6-C9262E8558B0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3" creationId="{ACA2F19C-C6E7-44A0-BBCC-0CCC4AC77617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4" creationId="{D8B5D77A-3B71-4611-8B5D-F9042271A1C7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6" creationId="{AB610AC5-62B1-4611-A058-E7CBBC94053E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28" creationId="{F533083A-ABD0-49EC-AFAB-1A3BBE54AD1D}"/>
          </ac:spMkLst>
        </pc:spChg>
        <pc:spChg chg="add del mod">
          <ac:chgData name="Josh Reiss" userId="a90d6cd88c30b6c6" providerId="LiveId" clId="{BD68EF4A-1492-49DB-85A1-EF7CD9488612}" dt="2021-03-31T07:14:07.154" v="14" actId="478"/>
          <ac:spMkLst>
            <pc:docMk/>
            <pc:sldMk cId="2685588342" sldId="262"/>
            <ac:spMk id="29" creationId="{EC03C92B-7DC8-4A03-98C1-64FCE8217D69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0" creationId="{50048647-ABEB-449E-A75B-3460C59A5F45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1" creationId="{06FF898C-C046-4DB0-9DC9-01BC01E8233C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2" creationId="{DF692E27-51D0-4254-9EB9-9E2D6E30F1C5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3" creationId="{54490AFD-D480-4674-BF03-BE6111B98567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4" creationId="{A49CABD1-73F0-4B0F-A349-79BB47488D93}"/>
          </ac:spMkLst>
        </pc:spChg>
        <pc:spChg chg="mod">
          <ac:chgData name="Josh Reiss" userId="a90d6cd88c30b6c6" providerId="LiveId" clId="{BD68EF4A-1492-49DB-85A1-EF7CD9488612}" dt="2021-03-29T11:37:35.735" v="6" actId="164"/>
          <ac:spMkLst>
            <pc:docMk/>
            <pc:sldMk cId="2685588342" sldId="262"/>
            <ac:spMk id="35" creationId="{CC7BC6A1-7909-4B1F-82C0-8568001C0760}"/>
          </ac:spMkLst>
        </pc:spChg>
        <pc:spChg chg="del mod">
          <ac:chgData name="Josh Reiss" userId="a90d6cd88c30b6c6" providerId="LiveId" clId="{BD68EF4A-1492-49DB-85A1-EF7CD9488612}" dt="2021-03-31T07:13:32" v="12" actId="478"/>
          <ac:spMkLst>
            <pc:docMk/>
            <pc:sldMk cId="2685588342" sldId="262"/>
            <ac:spMk id="40" creationId="{936E0656-5A19-4B3D-B53C-321299C5C414}"/>
          </ac:spMkLst>
        </pc:spChg>
        <pc:grpChg chg="add mod">
          <ac:chgData name="Josh Reiss" userId="a90d6cd88c30b6c6" providerId="LiveId" clId="{BD68EF4A-1492-49DB-85A1-EF7CD9488612}" dt="2021-03-29T11:38:46.074" v="9" actId="164"/>
          <ac:grpSpMkLst>
            <pc:docMk/>
            <pc:sldMk cId="2685588342" sldId="262"/>
            <ac:grpSpMk id="4" creationId="{623FA19D-FD9D-4B08-94A4-89FC3E8B11C0}"/>
          </ac:grpSpMkLst>
        </pc:grpChg>
        <pc:grpChg chg="add mod">
          <ac:chgData name="Josh Reiss" userId="a90d6cd88c30b6c6" providerId="LiveId" clId="{BD68EF4A-1492-49DB-85A1-EF7CD9488612}" dt="2021-03-29T11:38:46.074" v="9" actId="164"/>
          <ac:grpSpMkLst>
            <pc:docMk/>
            <pc:sldMk cId="2685588342" sldId="262"/>
            <ac:grpSpMk id="5" creationId="{D52AC15A-99F2-449D-8EBE-602C07E6B79F}"/>
          </ac:grpSpMkLst>
        </pc:grpChg>
        <pc:cxnChg chg="mod">
          <ac:chgData name="Josh Reiss" userId="a90d6cd88c30b6c6" providerId="LiveId" clId="{BD68EF4A-1492-49DB-85A1-EF7CD9488612}" dt="2021-03-29T11:37:35.735" v="6" actId="164"/>
          <ac:cxnSpMkLst>
            <pc:docMk/>
            <pc:sldMk cId="2685588342" sldId="262"/>
            <ac:cxnSpMk id="25" creationId="{19220F44-8A7D-4A2D-AB93-8A77A42A36D4}"/>
          </ac:cxnSpMkLst>
        </pc:cxnChg>
        <pc:cxnChg chg="del mod">
          <ac:chgData name="Josh Reiss" userId="a90d6cd88c30b6c6" providerId="LiveId" clId="{BD68EF4A-1492-49DB-85A1-EF7CD9488612}" dt="2021-03-31T07:13:27.728" v="11" actId="478"/>
          <ac:cxnSpMkLst>
            <pc:docMk/>
            <pc:sldMk cId="2685588342" sldId="262"/>
            <ac:cxnSpMk id="36" creationId="{C85DF0D5-E46F-49B9-B940-1C628C3A0F42}"/>
          </ac:cxnSpMkLst>
        </pc:cxnChg>
      </pc:sldChg>
      <pc:sldChg chg="delSp modSp mod">
        <pc:chgData name="Josh Reiss" userId="a90d6cd88c30b6c6" providerId="LiveId" clId="{BD68EF4A-1492-49DB-85A1-EF7CD9488612}" dt="2021-03-25T17:02:06.043" v="5" actId="20577"/>
        <pc:sldMkLst>
          <pc:docMk/>
          <pc:sldMk cId="3099176654" sldId="263"/>
        </pc:sldMkLst>
        <pc:spChg chg="mod">
          <ac:chgData name="Josh Reiss" userId="a90d6cd88c30b6c6" providerId="LiveId" clId="{BD68EF4A-1492-49DB-85A1-EF7CD9488612}" dt="2021-03-25T17:02:02.412" v="4" actId="20577"/>
          <ac:spMkLst>
            <pc:docMk/>
            <pc:sldMk cId="3099176654" sldId="263"/>
            <ac:spMk id="37" creationId="{8E514619-A636-41E2-B17A-EAD3E1789E00}"/>
          </ac:spMkLst>
        </pc:spChg>
        <pc:spChg chg="mod">
          <ac:chgData name="Josh Reiss" userId="a90d6cd88c30b6c6" providerId="LiveId" clId="{BD68EF4A-1492-49DB-85A1-EF7CD9488612}" dt="2021-03-25T17:02:06.043" v="5" actId="20577"/>
          <ac:spMkLst>
            <pc:docMk/>
            <pc:sldMk cId="3099176654" sldId="263"/>
            <ac:spMk id="38" creationId="{E915374C-B3DB-4681-86F4-3E8E52274489}"/>
          </ac:spMkLst>
        </pc:spChg>
        <pc:picChg chg="del mod">
          <ac:chgData name="Josh Reiss" userId="a90d6cd88c30b6c6" providerId="LiveId" clId="{BD68EF4A-1492-49DB-85A1-EF7CD9488612}" dt="2021-03-25T17:01:58.406" v="3" actId="478"/>
          <ac:picMkLst>
            <pc:docMk/>
            <pc:sldMk cId="3099176654" sldId="263"/>
            <ac:picMk id="5" creationId="{13378949-2BD1-418C-B1A4-26C2F6D960AB}"/>
          </ac:picMkLst>
        </pc:picChg>
        <pc:picChg chg="del mod">
          <ac:chgData name="Josh Reiss" userId="a90d6cd88c30b6c6" providerId="LiveId" clId="{BD68EF4A-1492-49DB-85A1-EF7CD9488612}" dt="2021-03-25T17:01:39.766" v="1" actId="478"/>
          <ac:picMkLst>
            <pc:docMk/>
            <pc:sldMk cId="3099176654" sldId="263"/>
            <ac:picMk id="6" creationId="{A8BFDF72-A43B-4092-8883-58F89AFEBACA}"/>
          </ac:picMkLst>
        </pc:picChg>
      </pc:sldChg>
      <pc:sldChg chg="modSp mod">
        <pc:chgData name="Josh Reiss" userId="a90d6cd88c30b6c6" providerId="LiveId" clId="{BD68EF4A-1492-49DB-85A1-EF7CD9488612}" dt="2021-03-29T20:35:50.435" v="10" actId="6549"/>
        <pc:sldMkLst>
          <pc:docMk/>
          <pc:sldMk cId="3708684356" sldId="325"/>
        </pc:sldMkLst>
        <pc:spChg chg="mod">
          <ac:chgData name="Josh Reiss" userId="a90d6cd88c30b6c6" providerId="LiveId" clId="{BD68EF4A-1492-49DB-85A1-EF7CD9488612}" dt="2021-03-29T20:35:50.435" v="10" actId="6549"/>
          <ac:spMkLst>
            <pc:docMk/>
            <pc:sldMk cId="3708684356" sldId="325"/>
            <ac:spMk id="3" creationId="{4FED4815-A864-40ED-BA4B-557B1F7C1E5C}"/>
          </ac:spMkLst>
        </pc:spChg>
      </pc:sldChg>
    </pc:docChg>
  </pc:docChgLst>
  <pc:docChgLst>
    <pc:chgData name="Josh Reiss" userId="a90d6cd88c30b6c6" providerId="LiveId" clId="{AF993CC5-4CD9-4401-A78D-F68E5D1C04E7}"/>
    <pc:docChg chg="undo redo custSel addSld delSld modSld sldOrd delMainMaster modMainMaster">
      <pc:chgData name="Josh Reiss" userId="a90d6cd88c30b6c6" providerId="LiveId" clId="{AF993CC5-4CD9-4401-A78D-F68E5D1C04E7}" dt="2021-02-23T09:18:26.240" v="3741" actId="20577"/>
      <pc:docMkLst>
        <pc:docMk/>
      </pc:docMkLst>
      <pc:sldChg chg="addSp delSp modSp mod setBg setClrOvrMap">
        <pc:chgData name="Josh Reiss" userId="a90d6cd88c30b6c6" providerId="LiveId" clId="{AF993CC5-4CD9-4401-A78D-F68E5D1C04E7}" dt="2021-02-22T14:04:40.548" v="34" actId="26606"/>
        <pc:sldMkLst>
          <pc:docMk/>
          <pc:sldMk cId="731056886" sldId="256"/>
        </pc:sldMkLst>
        <pc:spChg chg="mod">
          <ac:chgData name="Josh Reiss" userId="a90d6cd88c30b6c6" providerId="LiveId" clId="{AF993CC5-4CD9-4401-A78D-F68E5D1C04E7}" dt="2021-02-22T14:04:40.548" v="34" actId="26606"/>
          <ac:spMkLst>
            <pc:docMk/>
            <pc:sldMk cId="731056886" sldId="256"/>
            <ac:spMk id="2" creationId="{4376F445-C424-4B78-81CA-9B8BEF75F4E4}"/>
          </ac:spMkLst>
        </pc:spChg>
        <pc:spChg chg="mod">
          <ac:chgData name="Josh Reiss" userId="a90d6cd88c30b6c6" providerId="LiveId" clId="{AF993CC5-4CD9-4401-A78D-F68E5D1C04E7}" dt="2021-02-22T14:04:40.548" v="34" actId="26606"/>
          <ac:spMkLst>
            <pc:docMk/>
            <pc:sldMk cId="731056886" sldId="256"/>
            <ac:spMk id="3" creationId="{11749231-4B92-4ABE-994D-C18ECB6DBA07}"/>
          </ac:spMkLst>
        </pc:spChg>
        <pc:spChg chg="add del">
          <ac:chgData name="Josh Reiss" userId="a90d6cd88c30b6c6" providerId="LiveId" clId="{AF993CC5-4CD9-4401-A78D-F68E5D1C04E7}" dt="2021-02-22T14:04:40.548" v="34" actId="26606"/>
          <ac:spMkLst>
            <pc:docMk/>
            <pc:sldMk cId="731056886" sldId="256"/>
            <ac:spMk id="71" creationId="{5A59F003-E00A-43F9-91DC-CC54E3B87466}"/>
          </ac:spMkLst>
        </pc:spChg>
        <pc:spChg chg="add del">
          <ac:chgData name="Josh Reiss" userId="a90d6cd88c30b6c6" providerId="LiveId" clId="{AF993CC5-4CD9-4401-A78D-F68E5D1C04E7}" dt="2021-02-22T14:04:40.548" v="34" actId="26606"/>
          <ac:spMkLst>
            <pc:docMk/>
            <pc:sldMk cId="731056886" sldId="256"/>
            <ac:spMk id="73" creationId="{D74A4382-E3AD-430A-9A1F-DFA3E0E77A7D}"/>
          </ac:spMkLst>
        </pc:spChg>
        <pc:spChg chg="add del">
          <ac:chgData name="Josh Reiss" userId="a90d6cd88c30b6c6" providerId="LiveId" clId="{AF993CC5-4CD9-4401-A78D-F68E5D1C04E7}" dt="2021-02-22T14:04:40.548" v="34" actId="26606"/>
          <ac:spMkLst>
            <pc:docMk/>
            <pc:sldMk cId="731056886" sldId="256"/>
            <ac:spMk id="75" creationId="{79F40191-0F44-4FD1-82CC-ACB507C14BE6}"/>
          </ac:spMkLst>
        </pc:spChg>
        <pc:picChg chg="add mod ord">
          <ac:chgData name="Josh Reiss" userId="a90d6cd88c30b6c6" providerId="LiveId" clId="{AF993CC5-4CD9-4401-A78D-F68E5D1C04E7}" dt="2021-02-22T14:04:40.548" v="34" actId="26606"/>
          <ac:picMkLst>
            <pc:docMk/>
            <pc:sldMk cId="731056886" sldId="256"/>
            <ac:picMk id="1026" creationId="{A981AAA5-BB3E-40DA-AD7D-32574564CCFE}"/>
          </ac:picMkLst>
        </pc:picChg>
      </pc:sldChg>
      <pc:sldChg chg="addSp delSp modSp mod">
        <pc:chgData name="Josh Reiss" userId="a90d6cd88c30b6c6" providerId="LiveId" clId="{AF993CC5-4CD9-4401-A78D-F68E5D1C04E7}" dt="2021-02-22T14:46:12.300" v="1073" actId="6549"/>
        <pc:sldMkLst>
          <pc:docMk/>
          <pc:sldMk cId="1891493290" sldId="257"/>
        </pc:sldMkLst>
        <pc:spChg chg="mod">
          <ac:chgData name="Josh Reiss" userId="a90d6cd88c30b6c6" providerId="LiveId" clId="{AF993CC5-4CD9-4401-A78D-F68E5D1C04E7}" dt="2021-02-22T14:40:58.452" v="980" actId="27636"/>
          <ac:spMkLst>
            <pc:docMk/>
            <pc:sldMk cId="1891493290" sldId="257"/>
            <ac:spMk id="2" creationId="{7AE86E26-D8F7-4105-9EFF-2CDEDC0EA2C2}"/>
          </ac:spMkLst>
        </pc:spChg>
        <pc:spChg chg="mod">
          <ac:chgData name="Josh Reiss" userId="a90d6cd88c30b6c6" providerId="LiveId" clId="{AF993CC5-4CD9-4401-A78D-F68E5D1C04E7}" dt="2021-02-22T14:46:12.300" v="1073" actId="6549"/>
          <ac:spMkLst>
            <pc:docMk/>
            <pc:sldMk cId="1891493290" sldId="257"/>
            <ac:spMk id="3" creationId="{1DBCACCC-6617-400D-B280-9B4C8D65ED17}"/>
          </ac:spMkLst>
        </pc:spChg>
        <pc:spChg chg="add del mod">
          <ac:chgData name="Josh Reiss" userId="a90d6cd88c30b6c6" providerId="LiveId" clId="{AF993CC5-4CD9-4401-A78D-F68E5D1C04E7}" dt="2021-02-22T14:40:37.846" v="969"/>
          <ac:spMkLst>
            <pc:docMk/>
            <pc:sldMk cId="1891493290" sldId="257"/>
            <ac:spMk id="4" creationId="{4A86FA80-ADD0-4870-B536-5D5C63D391CC}"/>
          </ac:spMkLst>
        </pc:spChg>
      </pc:sldChg>
      <pc:sldChg chg="modSp mod ord">
        <pc:chgData name="Josh Reiss" userId="a90d6cd88c30b6c6" providerId="LiveId" clId="{AF993CC5-4CD9-4401-A78D-F68E5D1C04E7}" dt="2021-02-22T15:31:52.353" v="1709"/>
        <pc:sldMkLst>
          <pc:docMk/>
          <pc:sldMk cId="2807168601" sldId="258"/>
        </pc:sldMkLst>
        <pc:spChg chg="mod">
          <ac:chgData name="Josh Reiss" userId="a90d6cd88c30b6c6" providerId="LiveId" clId="{AF993CC5-4CD9-4401-A78D-F68E5D1C04E7}" dt="2021-02-22T14:40:58.624" v="984" actId="27636"/>
          <ac:spMkLst>
            <pc:docMk/>
            <pc:sldMk cId="2807168601" sldId="258"/>
            <ac:spMk id="2" creationId="{8FE8AA7C-433C-4949-B74A-3D15656D241F}"/>
          </ac:spMkLst>
        </pc:spChg>
      </pc:sldChg>
      <pc:sldChg chg="modSp mod ord">
        <pc:chgData name="Josh Reiss" userId="a90d6cd88c30b6c6" providerId="LiveId" clId="{AF993CC5-4CD9-4401-A78D-F68E5D1C04E7}" dt="2021-02-22T14:40:58.544" v="982" actId="27636"/>
        <pc:sldMkLst>
          <pc:docMk/>
          <pc:sldMk cId="4256261471" sldId="259"/>
        </pc:sldMkLst>
        <pc:spChg chg="mod">
          <ac:chgData name="Josh Reiss" userId="a90d6cd88c30b6c6" providerId="LiveId" clId="{AF993CC5-4CD9-4401-A78D-F68E5D1C04E7}" dt="2021-02-22T14:40:58.544" v="982" actId="27636"/>
          <ac:spMkLst>
            <pc:docMk/>
            <pc:sldMk cId="4256261471" sldId="259"/>
            <ac:spMk id="2" creationId="{8FE8AA7C-433C-4949-B74A-3D15656D241F}"/>
          </ac:spMkLst>
        </pc:spChg>
      </pc:sldChg>
      <pc:sldChg chg="modSp del mod">
        <pc:chgData name="Josh Reiss" userId="a90d6cd88c30b6c6" providerId="LiveId" clId="{AF993CC5-4CD9-4401-A78D-F68E5D1C04E7}" dt="2021-02-22T14:52:27.252" v="1136" actId="47"/>
        <pc:sldMkLst>
          <pc:docMk/>
          <pc:sldMk cId="1757329191" sldId="260"/>
        </pc:sldMkLst>
        <pc:spChg chg="mod">
          <ac:chgData name="Josh Reiss" userId="a90d6cd88c30b6c6" providerId="LiveId" clId="{AF993CC5-4CD9-4401-A78D-F68E5D1C04E7}" dt="2021-02-22T14:44:43.016" v="1032" actId="21"/>
          <ac:spMkLst>
            <pc:docMk/>
            <pc:sldMk cId="1757329191" sldId="260"/>
            <ac:spMk id="3" creationId="{4FED4815-A864-40ED-BA4B-557B1F7C1E5C}"/>
          </ac:spMkLst>
        </pc:spChg>
      </pc:sldChg>
      <pc:sldChg chg="addSp modSp mod ord">
        <pc:chgData name="Josh Reiss" userId="a90d6cd88c30b6c6" providerId="LiveId" clId="{AF993CC5-4CD9-4401-A78D-F68E5D1C04E7}" dt="2021-02-22T14:52:10.610" v="1135" actId="6549"/>
        <pc:sldMkLst>
          <pc:docMk/>
          <pc:sldMk cId="1312786492" sldId="261"/>
        </pc:sldMkLst>
        <pc:spChg chg="mod">
          <ac:chgData name="Josh Reiss" userId="a90d6cd88c30b6c6" providerId="LiveId" clId="{AF993CC5-4CD9-4401-A78D-F68E5D1C04E7}" dt="2021-02-22T14:40:58.600" v="983" actId="27636"/>
          <ac:spMkLst>
            <pc:docMk/>
            <pc:sldMk cId="1312786492" sldId="261"/>
            <ac:spMk id="2" creationId="{F4BAAACF-6E29-4708-8BED-94DFB0823FA2}"/>
          </ac:spMkLst>
        </pc:spChg>
        <pc:spChg chg="mod">
          <ac:chgData name="Josh Reiss" userId="a90d6cd88c30b6c6" providerId="LiveId" clId="{AF993CC5-4CD9-4401-A78D-F68E5D1C04E7}" dt="2021-02-22T14:52:10.610" v="1135" actId="6549"/>
          <ac:spMkLst>
            <pc:docMk/>
            <pc:sldMk cId="1312786492" sldId="261"/>
            <ac:spMk id="3" creationId="{385FCFA7-F269-4258-9BCF-C1F29301BFB4}"/>
          </ac:spMkLst>
        </pc:spChg>
        <pc:spChg chg="add mod">
          <ac:chgData name="Josh Reiss" userId="a90d6cd88c30b6c6" providerId="LiveId" clId="{AF993CC5-4CD9-4401-A78D-F68E5D1C04E7}" dt="2021-02-22T14:51:28.736" v="1123" actId="1076"/>
          <ac:spMkLst>
            <pc:docMk/>
            <pc:sldMk cId="1312786492" sldId="261"/>
            <ac:spMk id="4" creationId="{A4678315-5EB1-4E7B-878C-2D5F7240F778}"/>
          </ac:spMkLst>
        </pc:spChg>
      </pc:sldChg>
      <pc:sldChg chg="addSp delSp modSp mod">
        <pc:chgData name="Josh Reiss" userId="a90d6cd88c30b6c6" providerId="LiveId" clId="{AF993CC5-4CD9-4401-A78D-F68E5D1C04E7}" dt="2021-02-22T15:52:19.275" v="2011" actId="1076"/>
        <pc:sldMkLst>
          <pc:docMk/>
          <pc:sldMk cId="2685588342" sldId="262"/>
        </pc:sldMkLst>
        <pc:spChg chg="mod">
          <ac:chgData name="Josh Reiss" userId="a90d6cd88c30b6c6" providerId="LiveId" clId="{AF993CC5-4CD9-4401-A78D-F68E5D1C04E7}" dt="2021-02-22T15:38:15.531" v="1764" actId="1076"/>
          <ac:spMkLst>
            <pc:docMk/>
            <pc:sldMk cId="2685588342" sldId="262"/>
            <ac:spMk id="2" creationId="{D7B60C37-DE9C-4114-9EEE-5BD9D473B4A5}"/>
          </ac:spMkLst>
        </pc:spChg>
        <pc:spChg chg="mod ord">
          <ac:chgData name="Josh Reiss" userId="a90d6cd88c30b6c6" providerId="LiveId" clId="{AF993CC5-4CD9-4401-A78D-F68E5D1C04E7}" dt="2021-02-22T15:50:10.719" v="1956" actId="6549"/>
          <ac:spMkLst>
            <pc:docMk/>
            <pc:sldMk cId="2685588342" sldId="262"/>
            <ac:spMk id="3" creationId="{4FED4815-A864-40ED-BA4B-557B1F7C1E5C}"/>
          </ac:spMkLst>
        </pc:spChg>
        <pc:spChg chg="add del">
          <ac:chgData name="Josh Reiss" userId="a90d6cd88c30b6c6" providerId="LiveId" clId="{AF993CC5-4CD9-4401-A78D-F68E5D1C04E7}" dt="2021-02-22T15:35:52.497" v="1719"/>
          <ac:spMkLst>
            <pc:docMk/>
            <pc:sldMk cId="2685588342" sldId="262"/>
            <ac:spMk id="4" creationId="{4FEC1BCB-DFAB-4630-B9BA-53414F791AEA}"/>
          </ac:spMkLst>
        </pc:spChg>
        <pc:spChg chg="add del">
          <ac:chgData name="Josh Reiss" userId="a90d6cd88c30b6c6" providerId="LiveId" clId="{AF993CC5-4CD9-4401-A78D-F68E5D1C04E7}" dt="2021-02-22T15:35:56.621" v="1721"/>
          <ac:spMkLst>
            <pc:docMk/>
            <pc:sldMk cId="2685588342" sldId="262"/>
            <ac:spMk id="5" creationId="{91329DDB-96A4-43B1-9D96-C15A701708A0}"/>
          </ac:spMkLst>
        </pc:spChg>
        <pc:spChg chg="add mod">
          <ac:chgData name="Josh Reiss" userId="a90d6cd88c30b6c6" providerId="LiveId" clId="{AF993CC5-4CD9-4401-A78D-F68E5D1C04E7}" dt="2021-02-22T15:48:50.767" v="1948" actId="1038"/>
          <ac:spMkLst>
            <pc:docMk/>
            <pc:sldMk cId="2685588342" sldId="262"/>
            <ac:spMk id="10" creationId="{02752C04-0FF8-4A7E-89B0-9777C6A3182F}"/>
          </ac:spMkLst>
        </pc:spChg>
        <pc:spChg chg="add mod">
          <ac:chgData name="Josh Reiss" userId="a90d6cd88c30b6c6" providerId="LiveId" clId="{AF993CC5-4CD9-4401-A78D-F68E5D1C04E7}" dt="2021-02-22T15:46:34.962" v="1908" actId="207"/>
          <ac:spMkLst>
            <pc:docMk/>
            <pc:sldMk cId="2685588342" sldId="262"/>
            <ac:spMk id="11" creationId="{547541CD-1AE4-4F94-9DE6-A98ADA6919C4}"/>
          </ac:spMkLst>
        </pc:spChg>
        <pc:spChg chg="add mod">
          <ac:chgData name="Josh Reiss" userId="a90d6cd88c30b6c6" providerId="LiveId" clId="{AF993CC5-4CD9-4401-A78D-F68E5D1C04E7}" dt="2021-02-22T15:47:00.770" v="1925" actId="20577"/>
          <ac:spMkLst>
            <pc:docMk/>
            <pc:sldMk cId="2685588342" sldId="262"/>
            <ac:spMk id="12" creationId="{97F61157-3775-4775-9D7F-9328DF725D25}"/>
          </ac:spMkLst>
        </pc:spChg>
        <pc:spChg chg="add mod">
          <ac:chgData name="Josh Reiss" userId="a90d6cd88c30b6c6" providerId="LiveId" clId="{AF993CC5-4CD9-4401-A78D-F68E5D1C04E7}" dt="2021-02-22T15:47:15.780" v="1929" actId="20577"/>
          <ac:spMkLst>
            <pc:docMk/>
            <pc:sldMk cId="2685588342" sldId="262"/>
            <ac:spMk id="13" creationId="{EC119FCA-54D5-4F3F-BE80-660AE59EE7B2}"/>
          </ac:spMkLst>
        </pc:spChg>
        <pc:spChg chg="add mod">
          <ac:chgData name="Josh Reiss" userId="a90d6cd88c30b6c6" providerId="LiveId" clId="{AF993CC5-4CD9-4401-A78D-F68E5D1C04E7}" dt="2021-02-22T15:48:34.886" v="1943" actId="20577"/>
          <ac:spMkLst>
            <pc:docMk/>
            <pc:sldMk cId="2685588342" sldId="262"/>
            <ac:spMk id="14" creationId="{C9D41894-522F-4F1F-8323-E7AE2BD895B8}"/>
          </ac:spMkLst>
        </pc:spChg>
        <pc:spChg chg="add mod">
          <ac:chgData name="Josh Reiss" userId="a90d6cd88c30b6c6" providerId="LiveId" clId="{AF993CC5-4CD9-4401-A78D-F68E5D1C04E7}" dt="2021-02-22T15:52:19.275" v="2011" actId="1076"/>
          <ac:spMkLst>
            <pc:docMk/>
            <pc:sldMk cId="2685588342" sldId="262"/>
            <ac:spMk id="15" creationId="{3DA4D46D-8AF0-4834-9EDA-F4DEE843D055}"/>
          </ac:spMkLst>
        </pc:spChg>
        <pc:spChg chg="add del">
          <ac:chgData name="Josh Reiss" userId="a90d6cd88c30b6c6" providerId="LiveId" clId="{AF993CC5-4CD9-4401-A78D-F68E5D1C04E7}" dt="2021-02-22T15:51:41.907" v="1980"/>
          <ac:spMkLst>
            <pc:docMk/>
            <pc:sldMk cId="2685588342" sldId="262"/>
            <ac:spMk id="16" creationId="{F59BFF61-252B-4246-A83D-58A92D43AC5D}"/>
          </ac:spMkLst>
        </pc:spChg>
        <pc:picChg chg="add mod modCrop">
          <ac:chgData name="Josh Reiss" userId="a90d6cd88c30b6c6" providerId="LiveId" clId="{AF993CC5-4CD9-4401-A78D-F68E5D1C04E7}" dt="2021-02-22T15:46:15.622" v="1906" actId="1076"/>
          <ac:picMkLst>
            <pc:docMk/>
            <pc:sldMk cId="2685588342" sldId="262"/>
            <ac:picMk id="6" creationId="{9B5C19C3-46AE-43A0-BF8F-127C7B8C6439}"/>
          </ac:picMkLst>
        </pc:picChg>
        <pc:picChg chg="add mod ord modCrop">
          <ac:chgData name="Josh Reiss" userId="a90d6cd88c30b6c6" providerId="LiveId" clId="{AF993CC5-4CD9-4401-A78D-F68E5D1C04E7}" dt="2021-02-22T15:48:50.767" v="1948" actId="1038"/>
          <ac:picMkLst>
            <pc:docMk/>
            <pc:sldMk cId="2685588342" sldId="262"/>
            <ac:picMk id="7" creationId="{CEDD5C6A-5B0B-4D6A-A3F1-E0B4916B818D}"/>
          </ac:picMkLst>
        </pc:picChg>
        <pc:picChg chg="add mod ord modCrop">
          <ac:chgData name="Josh Reiss" userId="a90d6cd88c30b6c6" providerId="LiveId" clId="{AF993CC5-4CD9-4401-A78D-F68E5D1C04E7}" dt="2021-02-22T15:48:50.767" v="1948" actId="1038"/>
          <ac:picMkLst>
            <pc:docMk/>
            <pc:sldMk cId="2685588342" sldId="262"/>
            <ac:picMk id="8" creationId="{41E131B4-00FB-4284-8A44-3B5D047B8AB8}"/>
          </ac:picMkLst>
        </pc:picChg>
        <pc:picChg chg="add del mod">
          <ac:chgData name="Josh Reiss" userId="a90d6cd88c30b6c6" providerId="LiveId" clId="{AF993CC5-4CD9-4401-A78D-F68E5D1C04E7}" dt="2021-02-22T15:43:34.005" v="1837"/>
          <ac:picMkLst>
            <pc:docMk/>
            <pc:sldMk cId="2685588342" sldId="262"/>
            <ac:picMk id="9" creationId="{0DA495E4-4BA6-4AE6-BF52-E043DAA08B72}"/>
          </ac:picMkLst>
        </pc:picChg>
      </pc:sldChg>
      <pc:sldChg chg="addSp delSp modSp mod ord">
        <pc:chgData name="Josh Reiss" userId="a90d6cd88c30b6c6" providerId="LiveId" clId="{AF993CC5-4CD9-4401-A78D-F68E5D1C04E7}" dt="2021-02-22T15:26:30.939" v="1602" actId="166"/>
        <pc:sldMkLst>
          <pc:docMk/>
          <pc:sldMk cId="3099176654" sldId="263"/>
        </pc:sldMkLst>
        <pc:spChg chg="mod">
          <ac:chgData name="Josh Reiss" userId="a90d6cd88c30b6c6" providerId="LiveId" clId="{AF993CC5-4CD9-4401-A78D-F68E5D1C04E7}" dt="2021-02-22T15:15:58.736" v="1305" actId="14100"/>
          <ac:spMkLst>
            <pc:docMk/>
            <pc:sldMk cId="3099176654" sldId="263"/>
            <ac:spMk id="2" creationId="{B710DB06-4A43-4083-B9EF-CEBA6921A75A}"/>
          </ac:spMkLst>
        </pc:spChg>
        <pc:spChg chg="mod">
          <ac:chgData name="Josh Reiss" userId="a90d6cd88c30b6c6" providerId="LiveId" clId="{AF993CC5-4CD9-4401-A78D-F68E5D1C04E7}" dt="2021-02-22T15:17:38.407" v="1390" actId="20577"/>
          <ac:spMkLst>
            <pc:docMk/>
            <pc:sldMk cId="3099176654" sldId="263"/>
            <ac:spMk id="3" creationId="{FB7E3AC5-0B66-42D6-9E85-DD3743F85089}"/>
          </ac:spMkLst>
        </pc:spChg>
        <pc:spChg chg="add mod topLvl">
          <ac:chgData name="Josh Reiss" userId="a90d6cd88c30b6c6" providerId="LiveId" clId="{AF993CC5-4CD9-4401-A78D-F68E5D1C04E7}" dt="2021-02-22T15:25:46.997" v="1596" actId="1036"/>
          <ac:spMkLst>
            <pc:docMk/>
            <pc:sldMk cId="3099176654" sldId="263"/>
            <ac:spMk id="4" creationId="{60253516-DF9F-4045-BB19-B5EF049E2BA6}"/>
          </ac:spMkLst>
        </pc:spChg>
        <pc:grpChg chg="add del mod">
          <ac:chgData name="Josh Reiss" userId="a90d6cd88c30b6c6" providerId="LiveId" clId="{AF993CC5-4CD9-4401-A78D-F68E5D1C04E7}" dt="2021-02-22T15:21:14.176" v="1416" actId="165"/>
          <ac:grpSpMkLst>
            <pc:docMk/>
            <pc:sldMk cId="3099176654" sldId="263"/>
            <ac:grpSpMk id="7" creationId="{DB8B8896-502F-4E53-A371-46AEA839A8EF}"/>
          </ac:grpSpMkLst>
        </pc:grpChg>
        <pc:grpChg chg="add del mod">
          <ac:chgData name="Josh Reiss" userId="a90d6cd88c30b6c6" providerId="LiveId" clId="{AF993CC5-4CD9-4401-A78D-F68E5D1C04E7}" dt="2021-02-22T15:22:56.802" v="1433" actId="165"/>
          <ac:grpSpMkLst>
            <pc:docMk/>
            <pc:sldMk cId="3099176654" sldId="263"/>
            <ac:grpSpMk id="8" creationId="{C3D2275F-3703-4B88-8883-5C1C5054176A}"/>
          </ac:grpSpMkLst>
        </pc:grpChg>
        <pc:grpChg chg="add del mod ord">
          <ac:chgData name="Josh Reiss" userId="a90d6cd88c30b6c6" providerId="LiveId" clId="{AF993CC5-4CD9-4401-A78D-F68E5D1C04E7}" dt="2021-02-22T15:26:20.150" v="1601" actId="165"/>
          <ac:grpSpMkLst>
            <pc:docMk/>
            <pc:sldMk cId="3099176654" sldId="263"/>
            <ac:grpSpMk id="9" creationId="{2076147E-CD43-44F0-B70B-292D17500AFF}"/>
          </ac:grpSpMkLst>
        </pc:grpChg>
        <pc:picChg chg="add mod ord topLvl modCrop">
          <ac:chgData name="Josh Reiss" userId="a90d6cd88c30b6c6" providerId="LiveId" clId="{AF993CC5-4CD9-4401-A78D-F68E5D1C04E7}" dt="2021-02-22T15:26:30.939" v="1602" actId="166"/>
          <ac:picMkLst>
            <pc:docMk/>
            <pc:sldMk cId="3099176654" sldId="263"/>
            <ac:picMk id="5" creationId="{13378949-2BD1-418C-B1A4-26C2F6D960AB}"/>
          </ac:picMkLst>
        </pc:picChg>
        <pc:picChg chg="mod ord topLvl modCrop">
          <ac:chgData name="Josh Reiss" userId="a90d6cd88c30b6c6" providerId="LiveId" clId="{AF993CC5-4CD9-4401-A78D-F68E5D1C04E7}" dt="2021-02-22T15:26:20.150" v="1601" actId="165"/>
          <ac:picMkLst>
            <pc:docMk/>
            <pc:sldMk cId="3099176654" sldId="263"/>
            <ac:picMk id="6" creationId="{A8BFDF72-A43B-4092-8883-58F89AFEBACA}"/>
          </ac:picMkLst>
        </pc:picChg>
      </pc:sldChg>
      <pc:sldChg chg="addSp delSp modSp mod chgLayout">
        <pc:chgData name="Josh Reiss" userId="a90d6cd88c30b6c6" providerId="LiveId" clId="{AF993CC5-4CD9-4401-A78D-F68E5D1C04E7}" dt="2021-02-22T16:26:42.453" v="2418" actId="20577"/>
        <pc:sldMkLst>
          <pc:docMk/>
          <pc:sldMk cId="1156763564" sldId="264"/>
        </pc:sldMkLst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7" creationId="{4574B45D-C9D9-4E1B-9D31-A33B6A3868B4}"/>
          </ac:spMkLst>
        </pc:spChg>
        <pc:spChg chg="add mod">
          <ac:chgData name="Josh Reiss" userId="a90d6cd88c30b6c6" providerId="LiveId" clId="{AF993CC5-4CD9-4401-A78D-F68E5D1C04E7}" dt="2021-02-22T16:24:55.348" v="2374" actId="1038"/>
          <ac:spMkLst>
            <pc:docMk/>
            <pc:sldMk cId="1156763564" sldId="264"/>
            <ac:spMk id="10" creationId="{29886B01-93A6-442A-85F7-9DA53D711C74}"/>
          </ac:spMkLst>
        </pc:spChg>
        <pc:spChg chg="add del mod">
          <ac:chgData name="Josh Reiss" userId="a90d6cd88c30b6c6" providerId="LiveId" clId="{AF993CC5-4CD9-4401-A78D-F68E5D1C04E7}" dt="2021-02-22T16:12:38.252" v="2166" actId="478"/>
          <ac:spMkLst>
            <pc:docMk/>
            <pc:sldMk cId="1156763564" sldId="264"/>
            <ac:spMk id="15" creationId="{DBA0B839-EEF0-4E77-A7F9-784B191BCFAF}"/>
          </ac:spMkLst>
        </pc:spChg>
        <pc:spChg chg="add mod ord">
          <ac:chgData name="Josh Reiss" userId="a90d6cd88c30b6c6" providerId="LiveId" clId="{AF993CC5-4CD9-4401-A78D-F68E5D1C04E7}" dt="2021-02-22T16:26:42.453" v="2418" actId="20577"/>
          <ac:spMkLst>
            <pc:docMk/>
            <pc:sldMk cId="1156763564" sldId="264"/>
            <ac:spMk id="16" creationId="{DB795F3C-ABEE-4A60-9CF1-7752586D2961}"/>
          </ac:spMkLst>
        </pc:spChg>
        <pc:spChg chg="add mod">
          <ac:chgData name="Josh Reiss" userId="a90d6cd88c30b6c6" providerId="LiveId" clId="{AF993CC5-4CD9-4401-A78D-F68E5D1C04E7}" dt="2021-02-22T16:20:21.095" v="2294" actId="1035"/>
          <ac:spMkLst>
            <pc:docMk/>
            <pc:sldMk cId="1156763564" sldId="264"/>
            <ac:spMk id="20" creationId="{E3BF5BF0-020B-4F86-8718-68E0C10F1CE8}"/>
          </ac:spMkLst>
        </pc:spChg>
        <pc:spChg chg="del mod topLvl">
          <ac:chgData name="Josh Reiss" userId="a90d6cd88c30b6c6" providerId="LiveId" clId="{AF993CC5-4CD9-4401-A78D-F68E5D1C04E7}" dt="2021-02-22T14:20:15.055" v="521" actId="478"/>
          <ac:spMkLst>
            <pc:docMk/>
            <pc:sldMk cId="1156763564" sldId="264"/>
            <ac:spMk id="23" creationId="{BE2F88BC-559F-4F72-9C26-DA919F1E08AF}"/>
          </ac:spMkLst>
        </pc:spChg>
        <pc:spChg chg="del">
          <ac:chgData name="Josh Reiss" userId="a90d6cd88c30b6c6" providerId="LiveId" clId="{AF993CC5-4CD9-4401-A78D-F68E5D1C04E7}" dt="2021-02-22T14:20:42.645" v="556" actId="478"/>
          <ac:spMkLst>
            <pc:docMk/>
            <pc:sldMk cId="1156763564" sldId="264"/>
            <ac:spMk id="25" creationId="{AA494A36-21E1-498C-96E0-7A9F6B047E41}"/>
          </ac:spMkLst>
        </pc:spChg>
        <pc:spChg chg="add mod ord">
          <ac:chgData name="Josh Reiss" userId="a90d6cd88c30b6c6" providerId="LiveId" clId="{AF993CC5-4CD9-4401-A78D-F68E5D1C04E7}" dt="2021-02-22T16:20:30.501" v="2298" actId="1035"/>
          <ac:spMkLst>
            <pc:docMk/>
            <pc:sldMk cId="1156763564" sldId="264"/>
            <ac:spMk id="26" creationId="{895891F5-30E2-4B4C-BA60-3B6E8706175C}"/>
          </ac:spMkLst>
        </pc:spChg>
        <pc:spChg chg="add del mod">
          <ac:chgData name="Josh Reiss" userId="a90d6cd88c30b6c6" providerId="LiveId" clId="{AF993CC5-4CD9-4401-A78D-F68E5D1C04E7}" dt="2021-02-22T16:20:21.095" v="2294" actId="1035"/>
          <ac:spMkLst>
            <pc:docMk/>
            <pc:sldMk cId="1156763564" sldId="264"/>
            <ac:spMk id="29" creationId="{8E3D7411-FD57-422A-9A56-489C8440A892}"/>
          </ac:spMkLst>
        </pc:spChg>
        <pc:spChg chg="del">
          <ac:chgData name="Josh Reiss" userId="a90d6cd88c30b6c6" providerId="LiveId" clId="{AF993CC5-4CD9-4401-A78D-F68E5D1C04E7}" dt="2021-02-22T14:20:42.645" v="556" actId="478"/>
          <ac:spMkLst>
            <pc:docMk/>
            <pc:sldMk cId="1156763564" sldId="264"/>
            <ac:spMk id="30" creationId="{C2373949-8386-45EC-B36D-B48E038309F0}"/>
          </ac:spMkLst>
        </pc:spChg>
        <pc:spChg chg="add del">
          <ac:chgData name="Josh Reiss" userId="a90d6cd88c30b6c6" providerId="LiveId" clId="{AF993CC5-4CD9-4401-A78D-F68E5D1C04E7}" dt="2021-02-22T16:12:34.197" v="2165" actId="478"/>
          <ac:spMkLst>
            <pc:docMk/>
            <pc:sldMk cId="1156763564" sldId="264"/>
            <ac:spMk id="33" creationId="{91DDED33-8F3C-41FB-A107-725957E943B2}"/>
          </ac:spMkLst>
        </pc:spChg>
        <pc:spChg chg="mod topLvl">
          <ac:chgData name="Josh Reiss" userId="a90d6cd88c30b6c6" providerId="LiveId" clId="{AF993CC5-4CD9-4401-A78D-F68E5D1C04E7}" dt="2021-02-22T14:20:49.150" v="557" actId="164"/>
          <ac:spMkLst>
            <pc:docMk/>
            <pc:sldMk cId="1156763564" sldId="264"/>
            <ac:spMk id="34" creationId="{3CF5BF1C-F2FD-40B6-BF6A-71B42B77809B}"/>
          </ac:spMkLst>
        </pc:spChg>
        <pc:spChg chg="add mod">
          <ac:chgData name="Josh Reiss" userId="a90d6cd88c30b6c6" providerId="LiveId" clId="{AF993CC5-4CD9-4401-A78D-F68E5D1C04E7}" dt="2021-02-22T16:20:21.095" v="2294" actId="1035"/>
          <ac:spMkLst>
            <pc:docMk/>
            <pc:sldMk cId="1156763564" sldId="264"/>
            <ac:spMk id="35" creationId="{22E555D6-E5D4-4D49-B3F5-F5B1817E5C6C}"/>
          </ac:spMkLst>
        </pc:spChg>
        <pc:spChg chg="add mod">
          <ac:chgData name="Josh Reiss" userId="a90d6cd88c30b6c6" providerId="LiveId" clId="{AF993CC5-4CD9-4401-A78D-F68E5D1C04E7}" dt="2021-02-22T16:24:55.348" v="2374" actId="1038"/>
          <ac:spMkLst>
            <pc:docMk/>
            <pc:sldMk cId="1156763564" sldId="264"/>
            <ac:spMk id="37" creationId="{0E163ECD-9AE5-4F18-90EF-653E6105285D}"/>
          </ac:spMkLst>
        </pc:spChg>
        <pc:spChg chg="add mod">
          <ac:chgData name="Josh Reiss" userId="a90d6cd88c30b6c6" providerId="LiveId" clId="{AF993CC5-4CD9-4401-A78D-F68E5D1C04E7}" dt="2021-02-22T16:20:21.095" v="2294" actId="1035"/>
          <ac:spMkLst>
            <pc:docMk/>
            <pc:sldMk cId="1156763564" sldId="264"/>
            <ac:spMk id="38" creationId="{C69E3DEA-4154-49E6-A501-230970587F1E}"/>
          </ac:spMkLst>
        </pc:spChg>
        <pc:spChg chg="add del mod">
          <ac:chgData name="Josh Reiss" userId="a90d6cd88c30b6c6" providerId="LiveId" clId="{AF993CC5-4CD9-4401-A78D-F68E5D1C04E7}" dt="2021-02-22T16:20:21.095" v="2294" actId="1035"/>
          <ac:spMkLst>
            <pc:docMk/>
            <pc:sldMk cId="1156763564" sldId="264"/>
            <ac:spMk id="39" creationId="{4A5E29C7-8D0E-4FCC-8CBF-D22C70024BF8}"/>
          </ac:spMkLst>
        </pc:spChg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40" creationId="{9A92D87B-B761-4209-A2D8-AAB0BBE0DC6A}"/>
          </ac:spMkLst>
        </pc:spChg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42" creationId="{20234EF0-9AE3-41F7-8AFF-8D44EE60256F}"/>
          </ac:spMkLst>
        </pc:spChg>
        <pc:spChg chg="add mod">
          <ac:chgData name="Josh Reiss" userId="a90d6cd88c30b6c6" providerId="LiveId" clId="{AF993CC5-4CD9-4401-A78D-F68E5D1C04E7}" dt="2021-02-22T16:19:51.485" v="2262" actId="1036"/>
          <ac:spMkLst>
            <pc:docMk/>
            <pc:sldMk cId="1156763564" sldId="264"/>
            <ac:spMk id="43" creationId="{1696A188-DDED-4821-8E89-F0FB70160962}"/>
          </ac:spMkLst>
        </pc:spChg>
        <pc:spChg chg="mod topLvl">
          <ac:chgData name="Josh Reiss" userId="a90d6cd88c30b6c6" providerId="LiveId" clId="{AF993CC5-4CD9-4401-A78D-F68E5D1C04E7}" dt="2021-02-22T14:20:49.150" v="557" actId="164"/>
          <ac:spMkLst>
            <pc:docMk/>
            <pc:sldMk cId="1156763564" sldId="264"/>
            <ac:spMk id="44" creationId="{3F83D6F3-F33D-4B51-B9A5-4FBC6A4F7AA8}"/>
          </ac:spMkLst>
        </pc:spChg>
        <pc:spChg chg="mod topLvl">
          <ac:chgData name="Josh Reiss" userId="a90d6cd88c30b6c6" providerId="LiveId" clId="{AF993CC5-4CD9-4401-A78D-F68E5D1C04E7}" dt="2021-02-22T14:20:49.150" v="557" actId="164"/>
          <ac:spMkLst>
            <pc:docMk/>
            <pc:sldMk cId="1156763564" sldId="264"/>
            <ac:spMk id="46" creationId="{BC3FF26E-8D92-4FA0-90E3-345DF5914314}"/>
          </ac:spMkLst>
        </pc:spChg>
        <pc:spChg chg="add del mod">
          <ac:chgData name="Josh Reiss" userId="a90d6cd88c30b6c6" providerId="LiveId" clId="{AF993CC5-4CD9-4401-A78D-F68E5D1C04E7}" dt="2021-02-22T16:22:26.808" v="2306" actId="478"/>
          <ac:spMkLst>
            <pc:docMk/>
            <pc:sldMk cId="1156763564" sldId="264"/>
            <ac:spMk id="47" creationId="{6DD60FD1-E4DC-490E-B5BA-E322AF086E05}"/>
          </ac:spMkLst>
        </pc:spChg>
        <pc:spChg chg="add mod">
          <ac:chgData name="Josh Reiss" userId="a90d6cd88c30b6c6" providerId="LiveId" clId="{AF993CC5-4CD9-4401-A78D-F68E5D1C04E7}" dt="2021-02-22T16:19:51.485" v="2262" actId="1036"/>
          <ac:spMkLst>
            <pc:docMk/>
            <pc:sldMk cId="1156763564" sldId="264"/>
            <ac:spMk id="49" creationId="{CAB06863-F1A8-4FD1-9A85-7AEE3D887B22}"/>
          </ac:spMkLst>
        </pc:spChg>
        <pc:spChg chg="add mod">
          <ac:chgData name="Josh Reiss" userId="a90d6cd88c30b6c6" providerId="LiveId" clId="{AF993CC5-4CD9-4401-A78D-F68E5D1C04E7}" dt="2021-02-22T16:19:51.485" v="2262" actId="1036"/>
          <ac:spMkLst>
            <pc:docMk/>
            <pc:sldMk cId="1156763564" sldId="264"/>
            <ac:spMk id="50" creationId="{D3020F15-A04E-4A09-B392-2E6165029C11}"/>
          </ac:spMkLst>
        </pc:spChg>
        <pc:spChg chg="add del mod">
          <ac:chgData name="Josh Reiss" userId="a90d6cd88c30b6c6" providerId="LiveId" clId="{AF993CC5-4CD9-4401-A78D-F68E5D1C04E7}" dt="2021-02-22T16:21:55.276" v="2300" actId="478"/>
          <ac:spMkLst>
            <pc:docMk/>
            <pc:sldMk cId="1156763564" sldId="264"/>
            <ac:spMk id="51" creationId="{EF1ED70E-81A9-46C0-B38B-0FED173FE590}"/>
          </ac:spMkLst>
        </pc:spChg>
        <pc:spChg chg="add del mod">
          <ac:chgData name="Josh Reiss" userId="a90d6cd88c30b6c6" providerId="LiveId" clId="{AF993CC5-4CD9-4401-A78D-F68E5D1C04E7}" dt="2021-02-22T16:22:06.406" v="2301" actId="478"/>
          <ac:spMkLst>
            <pc:docMk/>
            <pc:sldMk cId="1156763564" sldId="264"/>
            <ac:spMk id="53" creationId="{B7ACC1C0-0B27-4B49-86B3-1DC880074998}"/>
          </ac:spMkLst>
        </pc:spChg>
        <pc:spChg chg="add mod">
          <ac:chgData name="Josh Reiss" userId="a90d6cd88c30b6c6" providerId="LiveId" clId="{AF993CC5-4CD9-4401-A78D-F68E5D1C04E7}" dt="2021-02-22T16:19:51.485" v="2262" actId="1036"/>
          <ac:spMkLst>
            <pc:docMk/>
            <pc:sldMk cId="1156763564" sldId="264"/>
            <ac:spMk id="54" creationId="{82AE9158-88E1-4069-B1BC-C518F1D48083}"/>
          </ac:spMkLst>
        </pc:spChg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55" creationId="{86B61510-3E82-453C-AC49-F09DA2AD167D}"/>
          </ac:spMkLst>
        </pc:spChg>
        <pc:spChg chg="add mod">
          <ac:chgData name="Josh Reiss" userId="a90d6cd88c30b6c6" providerId="LiveId" clId="{AF993CC5-4CD9-4401-A78D-F68E5D1C04E7}" dt="2021-02-22T16:23:03.331" v="2340" actId="1036"/>
          <ac:spMkLst>
            <pc:docMk/>
            <pc:sldMk cId="1156763564" sldId="264"/>
            <ac:spMk id="56" creationId="{2D7B9131-F308-4518-AC20-40EA873F5BC5}"/>
          </ac:spMkLst>
        </pc:spChg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58" creationId="{A0731C7D-C22B-47FD-90E3-B557BBD9D6A2}"/>
          </ac:spMkLst>
        </pc:spChg>
        <pc:spChg chg="add mod">
          <ac:chgData name="Josh Reiss" userId="a90d6cd88c30b6c6" providerId="LiveId" clId="{AF993CC5-4CD9-4401-A78D-F68E5D1C04E7}" dt="2021-02-22T16:24:37.485" v="2342" actId="1076"/>
          <ac:spMkLst>
            <pc:docMk/>
            <pc:sldMk cId="1156763564" sldId="264"/>
            <ac:spMk id="59" creationId="{74461A2F-C77F-421C-AB0B-51270AA61343}"/>
          </ac:spMkLst>
        </pc:spChg>
        <pc:spChg chg="add mod">
          <ac:chgData name="Josh Reiss" userId="a90d6cd88c30b6c6" providerId="LiveId" clId="{AF993CC5-4CD9-4401-A78D-F68E5D1C04E7}" dt="2021-02-22T16:24:37.485" v="2342" actId="1076"/>
          <ac:spMkLst>
            <pc:docMk/>
            <pc:sldMk cId="1156763564" sldId="264"/>
            <ac:spMk id="61" creationId="{9BAC5C7E-9415-4277-A53E-622A11166A0F}"/>
          </ac:spMkLst>
        </pc:spChg>
        <pc:spChg chg="add mod">
          <ac:chgData name="Josh Reiss" userId="a90d6cd88c30b6c6" providerId="LiveId" clId="{AF993CC5-4CD9-4401-A78D-F68E5D1C04E7}" dt="2021-02-22T16:24:37.485" v="2342" actId="1076"/>
          <ac:spMkLst>
            <pc:docMk/>
            <pc:sldMk cId="1156763564" sldId="264"/>
            <ac:spMk id="62" creationId="{21F07D44-D316-41D7-BB55-1353AA65909C}"/>
          </ac:spMkLst>
        </pc:spChg>
        <pc:spChg chg="add mod">
          <ac:chgData name="Josh Reiss" userId="a90d6cd88c30b6c6" providerId="LiveId" clId="{AF993CC5-4CD9-4401-A78D-F68E5D1C04E7}" dt="2021-02-22T16:24:37.485" v="2342" actId="1076"/>
          <ac:spMkLst>
            <pc:docMk/>
            <pc:sldMk cId="1156763564" sldId="264"/>
            <ac:spMk id="63" creationId="{F210D712-39A7-4C8D-BB1C-39875D2C4E63}"/>
          </ac:spMkLst>
        </pc:spChg>
        <pc:spChg chg="add mod">
          <ac:chgData name="Josh Reiss" userId="a90d6cd88c30b6c6" providerId="LiveId" clId="{AF993CC5-4CD9-4401-A78D-F68E5D1C04E7}" dt="2021-02-22T16:24:47.115" v="2355" actId="1038"/>
          <ac:spMkLst>
            <pc:docMk/>
            <pc:sldMk cId="1156763564" sldId="264"/>
            <ac:spMk id="64" creationId="{B23A9454-2BCA-40AD-99F0-4A1CC5CA4AD7}"/>
          </ac:spMkLst>
        </pc:spChg>
        <pc:spChg chg="add mod">
          <ac:chgData name="Josh Reiss" userId="a90d6cd88c30b6c6" providerId="LiveId" clId="{AF993CC5-4CD9-4401-A78D-F68E5D1C04E7}" dt="2021-02-22T16:26:22.657" v="2391" actId="20577"/>
          <ac:spMkLst>
            <pc:docMk/>
            <pc:sldMk cId="1156763564" sldId="264"/>
            <ac:spMk id="65" creationId="{D0E5C43B-C729-41BF-9F9D-326F7F2FA9FB}"/>
          </ac:spMkLst>
        </pc:spChg>
        <pc:grpChg chg="add del mod">
          <ac:chgData name="Josh Reiss" userId="a90d6cd88c30b6c6" providerId="LiveId" clId="{AF993CC5-4CD9-4401-A78D-F68E5D1C04E7}" dt="2021-02-22T16:01:34.456" v="2082" actId="478"/>
          <ac:grpSpMkLst>
            <pc:docMk/>
            <pc:sldMk cId="1156763564" sldId="264"/>
            <ac:grpSpMk id="4" creationId="{E2AC7551-2F4B-45B4-8599-547C87F6E707}"/>
          </ac:grpSpMkLst>
        </pc:grpChg>
        <pc:grpChg chg="del">
          <ac:chgData name="Josh Reiss" userId="a90d6cd88c30b6c6" providerId="LiveId" clId="{AF993CC5-4CD9-4401-A78D-F68E5D1C04E7}" dt="2021-02-22T14:15:41.180" v="504" actId="165"/>
          <ac:grpSpMkLst>
            <pc:docMk/>
            <pc:sldMk cId="1156763564" sldId="264"/>
            <ac:grpSpMk id="52" creationId="{7CA612CC-F213-4607-B2E6-2B9CC763A6EE}"/>
          </ac:grpSpMkLst>
        </pc:grpChg>
        <pc:graphicFrameChg chg="add del mod">
          <ac:chgData name="Josh Reiss" userId="a90d6cd88c30b6c6" providerId="LiveId" clId="{AF993CC5-4CD9-4401-A78D-F68E5D1C04E7}" dt="2021-02-22T16:12:34.197" v="2165" actId="478"/>
          <ac:graphicFrameMkLst>
            <pc:docMk/>
            <pc:sldMk cId="1156763564" sldId="264"/>
            <ac:graphicFrameMk id="18" creationId="{F08A6AA7-CD6D-4C97-935E-B9F0582EB180}"/>
          </ac:graphicFrameMkLst>
        </pc:graphicFrameChg>
        <pc:picChg chg="mod topLvl">
          <ac:chgData name="Josh Reiss" userId="a90d6cd88c30b6c6" providerId="LiveId" clId="{AF993CC5-4CD9-4401-A78D-F68E5D1C04E7}" dt="2021-02-22T14:20:49.150" v="557" actId="164"/>
          <ac:picMkLst>
            <pc:docMk/>
            <pc:sldMk cId="1156763564" sldId="264"/>
            <ac:picMk id="36" creationId="{D8C700C1-09E5-415A-B341-A5A5C134E324}"/>
          </ac:picMkLst>
        </pc:picChg>
        <pc:cxnChg chg="add mod">
          <ac:chgData name="Josh Reiss" userId="a90d6cd88c30b6c6" providerId="LiveId" clId="{AF993CC5-4CD9-4401-A78D-F68E5D1C04E7}" dt="2021-02-22T16:20:21.095" v="2294" actId="1035"/>
          <ac:cxnSpMkLst>
            <pc:docMk/>
            <pc:sldMk cId="1156763564" sldId="264"/>
            <ac:cxnSpMk id="6" creationId="{633DAD47-21C5-4C0F-B1B6-4BB310EACFF8}"/>
          </ac:cxnSpMkLst>
        </pc:cxnChg>
        <pc:cxnChg chg="mod topLvl">
          <ac:chgData name="Josh Reiss" userId="a90d6cd88c30b6c6" providerId="LiveId" clId="{AF993CC5-4CD9-4401-A78D-F68E5D1C04E7}" dt="2021-02-22T14:20:49.150" v="557" actId="164"/>
          <ac:cxnSpMkLst>
            <pc:docMk/>
            <pc:sldMk cId="1156763564" sldId="264"/>
            <ac:cxnSpMk id="11" creationId="{BAE7D111-0CA7-4E52-8EF5-C177426F8602}"/>
          </ac:cxnSpMkLst>
        </pc:cxnChg>
        <pc:cxnChg chg="mod topLvl">
          <ac:chgData name="Josh Reiss" userId="a90d6cd88c30b6c6" providerId="LiveId" clId="{AF993CC5-4CD9-4401-A78D-F68E5D1C04E7}" dt="2021-02-22T14:20:49.150" v="557" actId="164"/>
          <ac:cxnSpMkLst>
            <pc:docMk/>
            <pc:sldMk cId="1156763564" sldId="264"/>
            <ac:cxnSpMk id="12" creationId="{5CC59A26-78F8-41FF-B5DB-8986285828E3}"/>
          </ac:cxnSpMkLst>
        </pc:cxnChg>
        <pc:cxnChg chg="mod topLvl">
          <ac:chgData name="Josh Reiss" userId="a90d6cd88c30b6c6" providerId="LiveId" clId="{AF993CC5-4CD9-4401-A78D-F68E5D1C04E7}" dt="2021-02-22T14:20:49.150" v="557" actId="164"/>
          <ac:cxnSpMkLst>
            <pc:docMk/>
            <pc:sldMk cId="1156763564" sldId="264"/>
            <ac:cxnSpMk id="17" creationId="{BD54719F-E1E6-4729-BFB2-9669988892A5}"/>
          </ac:cxnSpMkLst>
        </pc:cxnChg>
        <pc:cxnChg chg="add del mod">
          <ac:chgData name="Josh Reiss" userId="a90d6cd88c30b6c6" providerId="LiveId" clId="{AF993CC5-4CD9-4401-A78D-F68E5D1C04E7}" dt="2021-02-22T16:11:19.315" v="2132" actId="478"/>
          <ac:cxnSpMkLst>
            <pc:docMk/>
            <pc:sldMk cId="1156763564" sldId="264"/>
            <ac:cxnSpMk id="21" creationId="{3DFFC3DE-6CD0-40E3-9836-89E28207930A}"/>
          </ac:cxnSpMkLst>
        </pc:cxnChg>
        <pc:cxnChg chg="add mod">
          <ac:chgData name="Josh Reiss" userId="a90d6cd88c30b6c6" providerId="LiveId" clId="{AF993CC5-4CD9-4401-A78D-F68E5D1C04E7}" dt="2021-02-22T16:24:55.348" v="2374" actId="1038"/>
          <ac:cxnSpMkLst>
            <pc:docMk/>
            <pc:sldMk cId="1156763564" sldId="264"/>
            <ac:cxnSpMk id="24" creationId="{67B574AA-3DCF-4B73-97AA-B3588AEFF419}"/>
          </ac:cxnSpMkLst>
        </pc:cxnChg>
        <pc:cxnChg chg="add mod">
          <ac:chgData name="Josh Reiss" userId="a90d6cd88c30b6c6" providerId="LiveId" clId="{AF993CC5-4CD9-4401-A78D-F68E5D1C04E7}" dt="2021-02-22T16:20:21.095" v="2294" actId="1035"/>
          <ac:cxnSpMkLst>
            <pc:docMk/>
            <pc:sldMk cId="1156763564" sldId="264"/>
            <ac:cxnSpMk id="28" creationId="{DAC8B69E-D3C4-4B07-85E7-1850766F7268}"/>
          </ac:cxnSpMkLst>
        </pc:cxnChg>
        <pc:cxnChg chg="add mod">
          <ac:chgData name="Josh Reiss" userId="a90d6cd88c30b6c6" providerId="LiveId" clId="{AF993CC5-4CD9-4401-A78D-F68E5D1C04E7}" dt="2021-02-22T16:19:51.485" v="2262" actId="1036"/>
          <ac:cxnSpMkLst>
            <pc:docMk/>
            <pc:sldMk cId="1156763564" sldId="264"/>
            <ac:cxnSpMk id="41" creationId="{A22683C4-2247-44C3-ADCC-83FF965E5DC3}"/>
          </ac:cxnSpMkLst>
        </pc:cxnChg>
        <pc:cxnChg chg="add del mod">
          <ac:chgData name="Josh Reiss" userId="a90d6cd88c30b6c6" providerId="LiveId" clId="{AF993CC5-4CD9-4401-A78D-F68E5D1C04E7}" dt="2021-02-22T16:21:51.149" v="2299" actId="478"/>
          <ac:cxnSpMkLst>
            <pc:docMk/>
            <pc:sldMk cId="1156763564" sldId="264"/>
            <ac:cxnSpMk id="45" creationId="{BDE031E4-3A05-4A6A-A747-057CF13B7457}"/>
          </ac:cxnSpMkLst>
        </pc:cxnChg>
        <pc:cxnChg chg="add mod">
          <ac:chgData name="Josh Reiss" userId="a90d6cd88c30b6c6" providerId="LiveId" clId="{AF993CC5-4CD9-4401-A78D-F68E5D1C04E7}" dt="2021-02-22T16:19:51.485" v="2262" actId="1036"/>
          <ac:cxnSpMkLst>
            <pc:docMk/>
            <pc:sldMk cId="1156763564" sldId="264"/>
            <ac:cxnSpMk id="48" creationId="{7B9AF696-EFD2-4166-8815-9841352885FA}"/>
          </ac:cxnSpMkLst>
        </pc:cxnChg>
        <pc:cxnChg chg="add mod">
          <ac:chgData name="Josh Reiss" userId="a90d6cd88c30b6c6" providerId="LiveId" clId="{AF993CC5-4CD9-4401-A78D-F68E5D1C04E7}" dt="2021-02-22T16:24:37.485" v="2342" actId="1076"/>
          <ac:cxnSpMkLst>
            <pc:docMk/>
            <pc:sldMk cId="1156763564" sldId="264"/>
            <ac:cxnSpMk id="57" creationId="{21580800-3A2D-4C7D-A45C-94F364546C1D}"/>
          </ac:cxnSpMkLst>
        </pc:cxnChg>
        <pc:cxnChg chg="add mod">
          <ac:chgData name="Josh Reiss" userId="a90d6cd88c30b6c6" providerId="LiveId" clId="{AF993CC5-4CD9-4401-A78D-F68E5D1C04E7}" dt="2021-02-22T16:24:37.485" v="2342" actId="1076"/>
          <ac:cxnSpMkLst>
            <pc:docMk/>
            <pc:sldMk cId="1156763564" sldId="264"/>
            <ac:cxnSpMk id="60" creationId="{738B4695-EB02-4884-8356-8A65A3F1C44E}"/>
          </ac:cxnSpMkLst>
        </pc:cxnChg>
      </pc:sldChg>
      <pc:sldChg chg="modSp del mod">
        <pc:chgData name="Josh Reiss" userId="a90d6cd88c30b6c6" providerId="LiveId" clId="{AF993CC5-4CD9-4401-A78D-F68E5D1C04E7}" dt="2021-02-22T17:18:42.620" v="3194" actId="47"/>
        <pc:sldMkLst>
          <pc:docMk/>
          <pc:sldMk cId="4164421654" sldId="265"/>
        </pc:sldMkLst>
        <pc:spChg chg="mod">
          <ac:chgData name="Josh Reiss" userId="a90d6cd88c30b6c6" providerId="LiveId" clId="{AF993CC5-4CD9-4401-A78D-F68E5D1C04E7}" dt="2021-02-22T14:40:58.709" v="986" actId="27636"/>
          <ac:spMkLst>
            <pc:docMk/>
            <pc:sldMk cId="4164421654" sldId="265"/>
            <ac:spMk id="2" creationId="{3FA91FF7-090D-489A-92FA-BEC0DB300FA9}"/>
          </ac:spMkLst>
        </pc:spChg>
      </pc:sldChg>
      <pc:sldChg chg="del">
        <pc:chgData name="Josh Reiss" userId="a90d6cd88c30b6c6" providerId="LiveId" clId="{AF993CC5-4CD9-4401-A78D-F68E5D1C04E7}" dt="2021-02-22T17:18:42.620" v="3194" actId="47"/>
        <pc:sldMkLst>
          <pc:docMk/>
          <pc:sldMk cId="3264002895" sldId="266"/>
        </pc:sldMkLst>
      </pc:sldChg>
      <pc:sldChg chg="modSp add del mod">
        <pc:chgData name="Josh Reiss" userId="a90d6cd88c30b6c6" providerId="LiveId" clId="{AF993CC5-4CD9-4401-A78D-F68E5D1C04E7}" dt="2021-02-22T14:44:24.346" v="1031" actId="47"/>
        <pc:sldMkLst>
          <pc:docMk/>
          <pc:sldMk cId="910070396" sldId="323"/>
        </pc:sldMkLst>
        <pc:spChg chg="mod">
          <ac:chgData name="Josh Reiss" userId="a90d6cd88c30b6c6" providerId="LiveId" clId="{AF993CC5-4CD9-4401-A78D-F68E5D1C04E7}" dt="2021-02-22T14:06:06.302" v="78" actId="6549"/>
          <ac:spMkLst>
            <pc:docMk/>
            <pc:sldMk cId="910070396" sldId="323"/>
            <ac:spMk id="43010" creationId="{00000000-0000-0000-0000-000000000000}"/>
          </ac:spMkLst>
        </pc:spChg>
        <pc:spChg chg="mod">
          <ac:chgData name="Josh Reiss" userId="a90d6cd88c30b6c6" providerId="LiveId" clId="{AF993CC5-4CD9-4401-A78D-F68E5D1C04E7}" dt="2021-02-22T14:05:27.847" v="38"/>
          <ac:spMkLst>
            <pc:docMk/>
            <pc:sldMk cId="910070396" sldId="323"/>
            <ac:spMk id="43011" creationId="{00000000-0000-0000-0000-000000000000}"/>
          </ac:spMkLst>
        </pc:spChg>
      </pc:sldChg>
      <pc:sldChg chg="addSp delSp modSp new mod modAnim">
        <pc:chgData name="Josh Reiss" userId="a90d6cd88c30b6c6" providerId="LiveId" clId="{AF993CC5-4CD9-4401-A78D-F68E5D1C04E7}" dt="2021-02-22T14:41:55.126" v="1017" actId="14100"/>
        <pc:sldMkLst>
          <pc:docMk/>
          <pc:sldMk cId="1389490828" sldId="324"/>
        </pc:sldMkLst>
        <pc:spChg chg="mod">
          <ac:chgData name="Josh Reiss" userId="a90d6cd88c30b6c6" providerId="LiveId" clId="{AF993CC5-4CD9-4401-A78D-F68E5D1C04E7}" dt="2021-02-22T14:40:58.478" v="981" actId="27636"/>
          <ac:spMkLst>
            <pc:docMk/>
            <pc:sldMk cId="1389490828" sldId="324"/>
            <ac:spMk id="2" creationId="{E67A7978-5A72-4CCD-A665-13F0B33CB657}"/>
          </ac:spMkLst>
        </pc:spChg>
        <pc:spChg chg="mod">
          <ac:chgData name="Josh Reiss" userId="a90d6cd88c30b6c6" providerId="LiveId" clId="{AF993CC5-4CD9-4401-A78D-F68E5D1C04E7}" dt="2021-02-22T14:41:55.126" v="1017" actId="14100"/>
          <ac:spMkLst>
            <pc:docMk/>
            <pc:sldMk cId="1389490828" sldId="324"/>
            <ac:spMk id="3" creationId="{969CA067-7299-4EE4-ABB2-12D0D15A11FF}"/>
          </ac:spMkLst>
        </pc:spChg>
        <pc:spChg chg="mod topLvl">
          <ac:chgData name="Josh Reiss" userId="a90d6cd88c30b6c6" providerId="LiveId" clId="{AF993CC5-4CD9-4401-A78D-F68E5D1C04E7}" dt="2021-02-22T14:35:17.447" v="847" actId="165"/>
          <ac:spMkLst>
            <pc:docMk/>
            <pc:sldMk cId="1389490828" sldId="324"/>
            <ac:spMk id="9" creationId="{ED349336-C39D-47CC-85EF-E98AD9BBE4AA}"/>
          </ac:spMkLst>
        </pc:spChg>
        <pc:spChg chg="mod topLvl">
          <ac:chgData name="Josh Reiss" userId="a90d6cd88c30b6c6" providerId="LiveId" clId="{AF993CC5-4CD9-4401-A78D-F68E5D1C04E7}" dt="2021-02-22T14:35:17.447" v="847" actId="165"/>
          <ac:spMkLst>
            <pc:docMk/>
            <pc:sldMk cId="1389490828" sldId="324"/>
            <ac:spMk id="10" creationId="{320D9C9B-6F3E-4BB1-8DAE-1423C2EEC0E7}"/>
          </ac:spMkLst>
        </pc:spChg>
        <pc:spChg chg="mod topLvl">
          <ac:chgData name="Josh Reiss" userId="a90d6cd88c30b6c6" providerId="LiveId" clId="{AF993CC5-4CD9-4401-A78D-F68E5D1C04E7}" dt="2021-02-22T14:35:34.877" v="870" actId="1037"/>
          <ac:spMkLst>
            <pc:docMk/>
            <pc:sldMk cId="1389490828" sldId="324"/>
            <ac:spMk id="11" creationId="{28BB292D-3347-49FE-80E6-B0B0F5935DC2}"/>
          </ac:spMkLst>
        </pc:spChg>
        <pc:spChg chg="add mod">
          <ac:chgData name="Josh Reiss" userId="a90d6cd88c30b6c6" providerId="LiveId" clId="{AF993CC5-4CD9-4401-A78D-F68E5D1C04E7}" dt="2021-02-22T14:36:02.247" v="884" actId="403"/>
          <ac:spMkLst>
            <pc:docMk/>
            <pc:sldMk cId="1389490828" sldId="324"/>
            <ac:spMk id="13" creationId="{FB408BA6-C78D-44B4-8549-6D215DEE1514}"/>
          </ac:spMkLst>
        </pc:spChg>
        <pc:spChg chg="add mod">
          <ac:chgData name="Josh Reiss" userId="a90d6cd88c30b6c6" providerId="LiveId" clId="{AF993CC5-4CD9-4401-A78D-F68E5D1C04E7}" dt="2021-02-22T14:36:02.247" v="884" actId="403"/>
          <ac:spMkLst>
            <pc:docMk/>
            <pc:sldMk cId="1389490828" sldId="324"/>
            <ac:spMk id="14" creationId="{E0D29E7E-3611-432B-957D-7B07409CD3ED}"/>
          </ac:spMkLst>
        </pc:spChg>
        <pc:spChg chg="add mod">
          <ac:chgData name="Josh Reiss" userId="a90d6cd88c30b6c6" providerId="LiveId" clId="{AF993CC5-4CD9-4401-A78D-F68E5D1C04E7}" dt="2021-02-22T14:36:02.247" v="884" actId="403"/>
          <ac:spMkLst>
            <pc:docMk/>
            <pc:sldMk cId="1389490828" sldId="324"/>
            <ac:spMk id="15" creationId="{93824736-6703-4A8F-AE99-0D04FBB22ABE}"/>
          </ac:spMkLst>
        </pc:spChg>
        <pc:spChg chg="add mod">
          <ac:chgData name="Josh Reiss" userId="a90d6cd88c30b6c6" providerId="LiveId" clId="{AF993CC5-4CD9-4401-A78D-F68E5D1C04E7}" dt="2021-02-22T14:35:10.484" v="846" actId="1076"/>
          <ac:spMkLst>
            <pc:docMk/>
            <pc:sldMk cId="1389490828" sldId="324"/>
            <ac:spMk id="16" creationId="{7828FFD5-2A3D-41E2-8F77-3A2406A357C1}"/>
          </ac:spMkLst>
        </pc:spChg>
        <pc:spChg chg="add mod">
          <ac:chgData name="Josh Reiss" userId="a90d6cd88c30b6c6" providerId="LiveId" clId="{AF993CC5-4CD9-4401-A78D-F68E5D1C04E7}" dt="2021-02-22T14:34:42.105" v="826" actId="1076"/>
          <ac:spMkLst>
            <pc:docMk/>
            <pc:sldMk cId="1389490828" sldId="324"/>
            <ac:spMk id="17" creationId="{01F60F75-BC5C-4C70-A5A0-F810C45F6DBE}"/>
          </ac:spMkLst>
        </pc:spChg>
        <pc:spChg chg="add mod">
          <ac:chgData name="Josh Reiss" userId="a90d6cd88c30b6c6" providerId="LiveId" clId="{AF993CC5-4CD9-4401-A78D-F68E5D1C04E7}" dt="2021-02-22T14:34:56.535" v="844" actId="1076"/>
          <ac:spMkLst>
            <pc:docMk/>
            <pc:sldMk cId="1389490828" sldId="324"/>
            <ac:spMk id="18" creationId="{4CDCCE34-C84C-4286-8048-3C7BB740BB13}"/>
          </ac:spMkLst>
        </pc:spChg>
        <pc:grpChg chg="add del mod">
          <ac:chgData name="Josh Reiss" userId="a90d6cd88c30b6c6" providerId="LiveId" clId="{AF993CC5-4CD9-4401-A78D-F68E5D1C04E7}" dt="2021-02-22T14:35:17.447" v="847" actId="165"/>
          <ac:grpSpMkLst>
            <pc:docMk/>
            <pc:sldMk cId="1389490828" sldId="324"/>
            <ac:grpSpMk id="4" creationId="{2D082EB4-1005-4A8C-A741-B93CB1EE9C36}"/>
          </ac:grpSpMkLst>
        </pc:grpChg>
        <pc:picChg chg="mod topLvl">
          <ac:chgData name="Josh Reiss" userId="a90d6cd88c30b6c6" providerId="LiveId" clId="{AF993CC5-4CD9-4401-A78D-F68E5D1C04E7}" dt="2021-02-22T14:35:17.447" v="847" actId="165"/>
          <ac:picMkLst>
            <pc:docMk/>
            <pc:sldMk cId="1389490828" sldId="324"/>
            <ac:picMk id="5" creationId="{A58B2278-4920-4BA0-9705-1A0AE6833B9D}"/>
          </ac:picMkLst>
        </pc:picChg>
        <pc:cxnChg chg="mod topLvl">
          <ac:chgData name="Josh Reiss" userId="a90d6cd88c30b6c6" providerId="LiveId" clId="{AF993CC5-4CD9-4401-A78D-F68E5D1C04E7}" dt="2021-02-22T14:35:17.447" v="847" actId="165"/>
          <ac:cxnSpMkLst>
            <pc:docMk/>
            <pc:sldMk cId="1389490828" sldId="324"/>
            <ac:cxnSpMk id="6" creationId="{6C3E42C9-889D-4410-B03A-3A1B91C336BB}"/>
          </ac:cxnSpMkLst>
        </pc:cxnChg>
        <pc:cxnChg chg="mod topLvl">
          <ac:chgData name="Josh Reiss" userId="a90d6cd88c30b6c6" providerId="LiveId" clId="{AF993CC5-4CD9-4401-A78D-F68E5D1C04E7}" dt="2021-02-22T14:35:17.447" v="847" actId="165"/>
          <ac:cxnSpMkLst>
            <pc:docMk/>
            <pc:sldMk cId="1389490828" sldId="324"/>
            <ac:cxnSpMk id="7" creationId="{5FF7D4D4-5005-4C2F-80F7-3866D87A100F}"/>
          </ac:cxnSpMkLst>
        </pc:cxnChg>
        <pc:cxnChg chg="mod topLvl">
          <ac:chgData name="Josh Reiss" userId="a90d6cd88c30b6c6" providerId="LiveId" clId="{AF993CC5-4CD9-4401-A78D-F68E5D1C04E7}" dt="2021-02-22T14:35:25.400" v="848" actId="14100"/>
          <ac:cxnSpMkLst>
            <pc:docMk/>
            <pc:sldMk cId="1389490828" sldId="324"/>
            <ac:cxnSpMk id="8" creationId="{C1B83B4A-9FD9-4936-B5E5-F2E9AEC3B6C0}"/>
          </ac:cxnSpMkLst>
        </pc:cxnChg>
      </pc:sldChg>
      <pc:sldChg chg="modSp add mod ord">
        <pc:chgData name="Josh Reiss" userId="a90d6cd88c30b6c6" providerId="LiveId" clId="{AF993CC5-4CD9-4401-A78D-F68E5D1C04E7}" dt="2021-02-22T16:00:47.336" v="2059" actId="207"/>
        <pc:sldMkLst>
          <pc:docMk/>
          <pc:sldMk cId="3708684356" sldId="325"/>
        </pc:sldMkLst>
        <pc:spChg chg="mod">
          <ac:chgData name="Josh Reiss" userId="a90d6cd88c30b6c6" providerId="LiveId" clId="{AF993CC5-4CD9-4401-A78D-F68E5D1C04E7}" dt="2021-02-22T14:58:06.842" v="1213" actId="27636"/>
          <ac:spMkLst>
            <pc:docMk/>
            <pc:sldMk cId="3708684356" sldId="325"/>
            <ac:spMk id="2" creationId="{D7B60C37-DE9C-4114-9EEE-5BD9D473B4A5}"/>
          </ac:spMkLst>
        </pc:spChg>
        <pc:spChg chg="mod">
          <ac:chgData name="Josh Reiss" userId="a90d6cd88c30b6c6" providerId="LiveId" clId="{AF993CC5-4CD9-4401-A78D-F68E5D1C04E7}" dt="2021-02-22T16:00:47.336" v="2059" actId="207"/>
          <ac:spMkLst>
            <pc:docMk/>
            <pc:sldMk cId="3708684356" sldId="325"/>
            <ac:spMk id="3" creationId="{4FED4815-A864-40ED-BA4B-557B1F7C1E5C}"/>
          </ac:spMkLst>
        </pc:spChg>
      </pc:sldChg>
      <pc:sldChg chg="addSp delSp modSp add mod">
        <pc:chgData name="Josh Reiss" userId="a90d6cd88c30b6c6" providerId="LiveId" clId="{AF993CC5-4CD9-4401-A78D-F68E5D1C04E7}" dt="2021-02-22T17:16:00.669" v="3094" actId="20577"/>
        <pc:sldMkLst>
          <pc:docMk/>
          <pc:sldMk cId="124065599" sldId="326"/>
        </pc:sldMkLst>
        <pc:spChg chg="add del">
          <ac:chgData name="Josh Reiss" userId="a90d6cd88c30b6c6" providerId="LiveId" clId="{AF993CC5-4CD9-4401-A78D-F68E5D1C04E7}" dt="2021-02-22T16:29:07.256" v="2450"/>
          <ac:spMkLst>
            <pc:docMk/>
            <pc:sldMk cId="124065599" sldId="326"/>
            <ac:spMk id="2" creationId="{E86657C6-A8B7-4D5E-8489-F0A21AE78ACE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7" creationId="{4574B45D-C9D9-4E1B-9D31-A33B6A3868B4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10" creationId="{29886B01-93A6-442A-85F7-9DA53D711C74}"/>
          </ac:spMkLst>
        </pc:spChg>
        <pc:spChg chg="mod">
          <ac:chgData name="Josh Reiss" userId="a90d6cd88c30b6c6" providerId="LiveId" clId="{AF993CC5-4CD9-4401-A78D-F68E5D1C04E7}" dt="2021-02-22T16:28:30.917" v="2445" actId="20577"/>
          <ac:spMkLst>
            <pc:docMk/>
            <pc:sldMk cId="124065599" sldId="326"/>
            <ac:spMk id="16" creationId="{DB795F3C-ABEE-4A60-9CF1-7752586D2961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20" creationId="{E3BF5BF0-020B-4F86-8718-68E0C10F1CE8}"/>
          </ac:spMkLst>
        </pc:spChg>
        <pc:spChg chg="mod">
          <ac:chgData name="Josh Reiss" userId="a90d6cd88c30b6c6" providerId="LiveId" clId="{AF993CC5-4CD9-4401-A78D-F68E5D1C04E7}" dt="2021-02-22T17:16:00.669" v="3094" actId="20577"/>
          <ac:spMkLst>
            <pc:docMk/>
            <pc:sldMk cId="124065599" sldId="326"/>
            <ac:spMk id="26" creationId="{895891F5-30E2-4B4C-BA60-3B6E8706175C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29" creationId="{8E3D7411-FD57-422A-9A56-489C8440A892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35" creationId="{22E555D6-E5D4-4D49-B3F5-F5B1817E5C6C}"/>
          </ac:spMkLst>
        </pc:spChg>
        <pc:spChg chg="add del">
          <ac:chgData name="Josh Reiss" userId="a90d6cd88c30b6c6" providerId="LiveId" clId="{AF993CC5-4CD9-4401-A78D-F68E5D1C04E7}" dt="2021-02-22T17:00:32.228" v="2643" actId="22"/>
          <ac:spMkLst>
            <pc:docMk/>
            <pc:sldMk cId="124065599" sldId="326"/>
            <ac:spMk id="36" creationId="{637C8193-4416-4533-AA4F-329882EABD01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37" creationId="{0E163ECD-9AE5-4F18-90EF-653E6105285D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38" creationId="{C69E3DEA-4154-49E6-A501-230970587F1E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39" creationId="{4A5E29C7-8D0E-4FCC-8CBF-D22C70024BF8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40" creationId="{9A92D87B-B761-4209-A2D8-AAB0BBE0DC6A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42" creationId="{20234EF0-9AE3-41F7-8AFF-8D44EE60256F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43" creationId="{1696A188-DDED-4821-8E89-F0FB70160962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49" creationId="{CAB06863-F1A8-4FD1-9A85-7AEE3D887B22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0" creationId="{D3020F15-A04E-4A09-B392-2E6165029C11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4" creationId="{82AE9158-88E1-4069-B1BC-C518F1D48083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5" creationId="{86B61510-3E82-453C-AC49-F09DA2AD167D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6" creationId="{2D7B9131-F308-4518-AC20-40EA873F5BC5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8" creationId="{A0731C7D-C22B-47FD-90E3-B557BBD9D6A2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59" creationId="{74461A2F-C77F-421C-AB0B-51270AA61343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61" creationId="{9BAC5C7E-9415-4277-A53E-622A11166A0F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62" creationId="{21F07D44-D316-41D7-BB55-1353AA65909C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63" creationId="{F210D712-39A7-4C8D-BB1C-39875D2C4E63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64" creationId="{B23A9454-2BCA-40AD-99F0-4A1CC5CA4AD7}"/>
          </ac:spMkLst>
        </pc:spChg>
        <pc:spChg chg="del">
          <ac:chgData name="Josh Reiss" userId="a90d6cd88c30b6c6" providerId="LiveId" clId="{AF993CC5-4CD9-4401-A78D-F68E5D1C04E7}" dt="2021-02-22T16:28:39.152" v="2446" actId="478"/>
          <ac:spMkLst>
            <pc:docMk/>
            <pc:sldMk cId="124065599" sldId="326"/>
            <ac:spMk id="65" creationId="{D0E5C43B-C729-41BF-9F9D-326F7F2FA9FB}"/>
          </ac:spMkLst>
        </pc:spChg>
        <pc:picChg chg="add mod modCrop">
          <ac:chgData name="Josh Reiss" userId="a90d6cd88c30b6c6" providerId="LiveId" clId="{AF993CC5-4CD9-4401-A78D-F68E5D1C04E7}" dt="2021-02-22T17:02:53.167" v="2685" actId="1076"/>
          <ac:picMkLst>
            <pc:docMk/>
            <pc:sldMk cId="124065599" sldId="326"/>
            <ac:picMk id="4" creationId="{579C2C20-FFB8-4F01-922B-2889A55D5EBD}"/>
          </ac:picMkLst>
        </pc:pic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6" creationId="{633DAD47-21C5-4C0F-B1B6-4BB310EACFF8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24" creationId="{67B574AA-3DCF-4B73-97AA-B3588AEFF419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28" creationId="{DAC8B69E-D3C4-4B07-85E7-1850766F7268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41" creationId="{A22683C4-2247-44C3-ADCC-83FF965E5DC3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48" creationId="{7B9AF696-EFD2-4166-8815-9841352885FA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57" creationId="{21580800-3A2D-4C7D-A45C-94F364546C1D}"/>
          </ac:cxnSpMkLst>
        </pc:cxnChg>
        <pc:cxnChg chg="del">
          <ac:chgData name="Josh Reiss" userId="a90d6cd88c30b6c6" providerId="LiveId" clId="{AF993CC5-4CD9-4401-A78D-F68E5D1C04E7}" dt="2021-02-22T16:28:39.152" v="2446" actId="478"/>
          <ac:cxnSpMkLst>
            <pc:docMk/>
            <pc:sldMk cId="124065599" sldId="326"/>
            <ac:cxnSpMk id="60" creationId="{738B4695-EB02-4884-8356-8A65A3F1C44E}"/>
          </ac:cxnSpMkLst>
        </pc:cxnChg>
      </pc:sldChg>
      <pc:sldChg chg="add del">
        <pc:chgData name="Josh Reiss" userId="a90d6cd88c30b6c6" providerId="LiveId" clId="{AF993CC5-4CD9-4401-A78D-F68E5D1C04E7}" dt="2021-02-22T16:28:47.396" v="2448"/>
        <pc:sldMkLst>
          <pc:docMk/>
          <pc:sldMk cId="1551685594" sldId="327"/>
        </pc:sldMkLst>
      </pc:sldChg>
      <pc:sldChg chg="modSp new mod">
        <pc:chgData name="Josh Reiss" userId="a90d6cd88c30b6c6" providerId="LiveId" clId="{AF993CC5-4CD9-4401-A78D-F68E5D1C04E7}" dt="2021-02-22T17:18:32.433" v="3193" actId="27636"/>
        <pc:sldMkLst>
          <pc:docMk/>
          <pc:sldMk cId="2149566655" sldId="327"/>
        </pc:sldMkLst>
        <pc:spChg chg="mod">
          <ac:chgData name="Josh Reiss" userId="a90d6cd88c30b6c6" providerId="LiveId" clId="{AF993CC5-4CD9-4401-A78D-F68E5D1C04E7}" dt="2021-02-22T17:04:17.559" v="2705" actId="20577"/>
          <ac:spMkLst>
            <pc:docMk/>
            <pc:sldMk cId="2149566655" sldId="327"/>
            <ac:spMk id="2" creationId="{CAD2E108-48F8-45CE-9D05-829179C18720}"/>
          </ac:spMkLst>
        </pc:spChg>
        <pc:spChg chg="mod">
          <ac:chgData name="Josh Reiss" userId="a90d6cd88c30b6c6" providerId="LiveId" clId="{AF993CC5-4CD9-4401-A78D-F68E5D1C04E7}" dt="2021-02-22T17:18:32.433" v="3193" actId="27636"/>
          <ac:spMkLst>
            <pc:docMk/>
            <pc:sldMk cId="2149566655" sldId="327"/>
            <ac:spMk id="3" creationId="{9CDE08CF-E40C-474D-A19F-A6C81AEA61B0}"/>
          </ac:spMkLst>
        </pc:spChg>
      </pc:sldChg>
      <pc:sldChg chg="addSp delSp modSp new mod">
        <pc:chgData name="Josh Reiss" userId="a90d6cd88c30b6c6" providerId="LiveId" clId="{AF993CC5-4CD9-4401-A78D-F68E5D1C04E7}" dt="2021-02-23T09:18:26.240" v="3741" actId="20577"/>
        <pc:sldMkLst>
          <pc:docMk/>
          <pc:sldMk cId="1237534200" sldId="328"/>
        </pc:sldMkLst>
        <pc:spChg chg="mod">
          <ac:chgData name="Josh Reiss" userId="a90d6cd88c30b6c6" providerId="LiveId" clId="{AF993CC5-4CD9-4401-A78D-F68E5D1C04E7}" dt="2021-02-23T08:29:43.171" v="3205" actId="1076"/>
          <ac:spMkLst>
            <pc:docMk/>
            <pc:sldMk cId="1237534200" sldId="328"/>
            <ac:spMk id="2" creationId="{D2AB0A12-5246-421C-881F-8567FBDD3107}"/>
          </ac:spMkLst>
        </pc:spChg>
        <pc:spChg chg="mod">
          <ac:chgData name="Josh Reiss" userId="a90d6cd88c30b6c6" providerId="LiveId" clId="{AF993CC5-4CD9-4401-A78D-F68E5D1C04E7}" dt="2021-02-23T09:18:26.240" v="3741" actId="20577"/>
          <ac:spMkLst>
            <pc:docMk/>
            <pc:sldMk cId="1237534200" sldId="328"/>
            <ac:spMk id="3" creationId="{3E5EB207-7467-40E9-911C-F5F6F5853C64}"/>
          </ac:spMkLst>
        </pc:spChg>
        <pc:spChg chg="add mod">
          <ac:chgData name="Josh Reiss" userId="a90d6cd88c30b6c6" providerId="LiveId" clId="{AF993CC5-4CD9-4401-A78D-F68E5D1C04E7}" dt="2021-02-23T08:50:11.934" v="3448" actId="1076"/>
          <ac:spMkLst>
            <pc:docMk/>
            <pc:sldMk cId="1237534200" sldId="328"/>
            <ac:spMk id="4" creationId="{05D0E40D-8E3F-47D6-A7F6-C2C182C76418}"/>
          </ac:spMkLst>
        </pc:spChg>
        <pc:spChg chg="add mod">
          <ac:chgData name="Josh Reiss" userId="a90d6cd88c30b6c6" providerId="LiveId" clId="{AF993CC5-4CD9-4401-A78D-F68E5D1C04E7}" dt="2021-02-23T08:56:54.081" v="3523" actId="1036"/>
          <ac:spMkLst>
            <pc:docMk/>
            <pc:sldMk cId="1237534200" sldId="328"/>
            <ac:spMk id="5" creationId="{D092F037-D97C-4828-BC96-DEFC75F2FE2B}"/>
          </ac:spMkLst>
        </pc:spChg>
        <pc:spChg chg="add del mod">
          <ac:chgData name="Josh Reiss" userId="a90d6cd88c30b6c6" providerId="LiveId" clId="{AF993CC5-4CD9-4401-A78D-F68E5D1C04E7}" dt="2021-02-23T08:29:47.876" v="3206" actId="478"/>
          <ac:spMkLst>
            <pc:docMk/>
            <pc:sldMk cId="1237534200" sldId="328"/>
            <ac:spMk id="7" creationId="{F37D1087-DDB0-4FA3-8FEF-22D3CDD57849}"/>
          </ac:spMkLst>
        </pc:spChg>
        <pc:spChg chg="add del mod">
          <ac:chgData name="Josh Reiss" userId="a90d6cd88c30b6c6" providerId="LiveId" clId="{AF993CC5-4CD9-4401-A78D-F68E5D1C04E7}" dt="2021-02-23T08:29:47.876" v="3206" actId="478"/>
          <ac:spMkLst>
            <pc:docMk/>
            <pc:sldMk cId="1237534200" sldId="328"/>
            <ac:spMk id="8" creationId="{66694A93-5BCC-4C3B-9572-FF3460137E30}"/>
          </ac:spMkLst>
        </pc:spChg>
        <pc:spChg chg="add del mod">
          <ac:chgData name="Josh Reiss" userId="a90d6cd88c30b6c6" providerId="LiveId" clId="{AF993CC5-4CD9-4401-A78D-F68E5D1C04E7}" dt="2021-02-23T08:29:52.909" v="3207" actId="478"/>
          <ac:spMkLst>
            <pc:docMk/>
            <pc:sldMk cId="1237534200" sldId="328"/>
            <ac:spMk id="9" creationId="{70F0D01C-2D6B-4292-952A-673D8971CAB6}"/>
          </ac:spMkLst>
        </pc:spChg>
        <pc:spChg chg="add mod">
          <ac:chgData name="Josh Reiss" userId="a90d6cd88c30b6c6" providerId="LiveId" clId="{AF993CC5-4CD9-4401-A78D-F68E5D1C04E7}" dt="2021-02-23T08:54:27.760" v="3485" actId="1076"/>
          <ac:spMkLst>
            <pc:docMk/>
            <pc:sldMk cId="1237534200" sldId="328"/>
            <ac:spMk id="10" creationId="{B3155508-6B6E-444F-932A-9FD99B924DF6}"/>
          </ac:spMkLst>
        </pc:spChg>
        <pc:spChg chg="add mod">
          <ac:chgData name="Josh Reiss" userId="a90d6cd88c30b6c6" providerId="LiveId" clId="{AF993CC5-4CD9-4401-A78D-F68E5D1C04E7}" dt="2021-02-23T08:50:11.934" v="3448" actId="1076"/>
          <ac:spMkLst>
            <pc:docMk/>
            <pc:sldMk cId="1237534200" sldId="328"/>
            <ac:spMk id="11" creationId="{8B922A33-CCDB-416A-999A-1FBAB56F32D0}"/>
          </ac:spMkLst>
        </pc:spChg>
        <pc:spChg chg="add del mod">
          <ac:chgData name="Josh Reiss" userId="a90d6cd88c30b6c6" providerId="LiveId" clId="{AF993CC5-4CD9-4401-A78D-F68E5D1C04E7}" dt="2021-02-23T08:44:02.664" v="3329" actId="478"/>
          <ac:spMkLst>
            <pc:docMk/>
            <pc:sldMk cId="1237534200" sldId="328"/>
            <ac:spMk id="12" creationId="{AB29F4A3-C119-40B7-AA1B-63D8DA935331}"/>
          </ac:spMkLst>
        </pc:spChg>
        <pc:spChg chg="add del mod">
          <ac:chgData name="Josh Reiss" userId="a90d6cd88c30b6c6" providerId="LiveId" clId="{AF993CC5-4CD9-4401-A78D-F68E5D1C04E7}" dt="2021-02-23T08:55:17.479" v="3505" actId="478"/>
          <ac:spMkLst>
            <pc:docMk/>
            <pc:sldMk cId="1237534200" sldId="328"/>
            <ac:spMk id="36" creationId="{725CD84C-01E3-4C59-8693-6749C688F435}"/>
          </ac:spMkLst>
        </pc:spChg>
        <pc:spChg chg="add mod">
          <ac:chgData name="Josh Reiss" userId="a90d6cd88c30b6c6" providerId="LiveId" clId="{AF993CC5-4CD9-4401-A78D-F68E5D1C04E7}" dt="2021-02-23T08:56:42.908" v="3521" actId="1076"/>
          <ac:spMkLst>
            <pc:docMk/>
            <pc:sldMk cId="1237534200" sldId="328"/>
            <ac:spMk id="47" creationId="{81C88986-D730-4658-B0F9-15E2933A71BF}"/>
          </ac:spMkLst>
        </pc:spChg>
        <pc:spChg chg="add mod">
          <ac:chgData name="Josh Reiss" userId="a90d6cd88c30b6c6" providerId="LiveId" clId="{AF993CC5-4CD9-4401-A78D-F68E5D1C04E7}" dt="2021-02-23T08:56:42.908" v="3521" actId="1076"/>
          <ac:spMkLst>
            <pc:docMk/>
            <pc:sldMk cId="1237534200" sldId="328"/>
            <ac:spMk id="48" creationId="{CA1D1E80-AE12-433D-B6F2-E2F41D86FAAA}"/>
          </ac:spMkLst>
        </pc:spChg>
        <pc:spChg chg="add del mod">
          <ac:chgData name="Josh Reiss" userId="a90d6cd88c30b6c6" providerId="LiveId" clId="{AF993CC5-4CD9-4401-A78D-F68E5D1C04E7}" dt="2021-02-23T09:01:03.251" v="3531" actId="478"/>
          <ac:spMkLst>
            <pc:docMk/>
            <pc:sldMk cId="1237534200" sldId="328"/>
            <ac:spMk id="49" creationId="{8A91997F-2ABC-4415-97A0-503C2CA65A6D}"/>
          </ac:spMkLst>
        </pc:spChg>
        <pc:spChg chg="add del mod">
          <ac:chgData name="Josh Reiss" userId="a90d6cd88c30b6c6" providerId="LiveId" clId="{AF993CC5-4CD9-4401-A78D-F68E5D1C04E7}" dt="2021-02-23T09:03:16.664" v="3548" actId="478"/>
          <ac:spMkLst>
            <pc:docMk/>
            <pc:sldMk cId="1237534200" sldId="328"/>
            <ac:spMk id="50" creationId="{82BCAA67-6B0B-4840-9CC8-607BA9950E37}"/>
          </ac:spMkLst>
        </pc:spChg>
        <pc:spChg chg="add mod">
          <ac:chgData name="Josh Reiss" userId="a90d6cd88c30b6c6" providerId="LiveId" clId="{AF993CC5-4CD9-4401-A78D-F68E5D1C04E7}" dt="2021-02-23T09:09:03.372" v="3592" actId="1035"/>
          <ac:spMkLst>
            <pc:docMk/>
            <pc:sldMk cId="1237534200" sldId="328"/>
            <ac:spMk id="51" creationId="{47B49DF5-39B9-48DE-A859-BF0ED8ED656F}"/>
          </ac:spMkLst>
        </pc:spChg>
        <pc:spChg chg="add mod">
          <ac:chgData name="Josh Reiss" userId="a90d6cd88c30b6c6" providerId="LiveId" clId="{AF993CC5-4CD9-4401-A78D-F68E5D1C04E7}" dt="2021-02-23T09:08:43.132" v="3586" actId="207"/>
          <ac:spMkLst>
            <pc:docMk/>
            <pc:sldMk cId="1237534200" sldId="328"/>
            <ac:spMk id="52" creationId="{FD9D8C92-D9A0-4D2C-9FE0-8E632339F5A3}"/>
          </ac:spMkLst>
        </pc:spChg>
        <pc:cxnChg chg="add del mod">
          <ac:chgData name="Josh Reiss" userId="a90d6cd88c30b6c6" providerId="LiveId" clId="{AF993CC5-4CD9-4401-A78D-F68E5D1C04E7}" dt="2021-02-23T08:29:47.876" v="3206" actId="478"/>
          <ac:cxnSpMkLst>
            <pc:docMk/>
            <pc:sldMk cId="1237534200" sldId="328"/>
            <ac:cxnSpMk id="6" creationId="{732AB959-B5AE-4CDA-9FD0-57435947096F}"/>
          </ac:cxnSpMkLst>
        </pc:cxnChg>
        <pc:cxnChg chg="add del mod">
          <ac:chgData name="Josh Reiss" userId="a90d6cd88c30b6c6" providerId="LiveId" clId="{AF993CC5-4CD9-4401-A78D-F68E5D1C04E7}" dt="2021-02-23T09:09:16.290" v="3593" actId="478"/>
          <ac:cxnSpMkLst>
            <pc:docMk/>
            <pc:sldMk cId="1237534200" sldId="328"/>
            <ac:cxnSpMk id="14" creationId="{B4FD492F-3953-4BDA-9CE8-8A37B135CBEB}"/>
          </ac:cxnSpMkLst>
        </pc:cxnChg>
        <pc:cxnChg chg="add del mod">
          <ac:chgData name="Josh Reiss" userId="a90d6cd88c30b6c6" providerId="LiveId" clId="{AF993CC5-4CD9-4401-A78D-F68E5D1C04E7}" dt="2021-02-23T08:40:46.366" v="3265" actId="478"/>
          <ac:cxnSpMkLst>
            <pc:docMk/>
            <pc:sldMk cId="1237534200" sldId="328"/>
            <ac:cxnSpMk id="15" creationId="{B12C01A5-F95A-4D2A-BFB4-ABE80D364FA8}"/>
          </ac:cxnSpMkLst>
        </pc:cxnChg>
        <pc:cxnChg chg="add del mod">
          <ac:chgData name="Josh Reiss" userId="a90d6cd88c30b6c6" providerId="LiveId" clId="{AF993CC5-4CD9-4401-A78D-F68E5D1C04E7}" dt="2021-02-23T09:05:37.965" v="3572" actId="478"/>
          <ac:cxnSpMkLst>
            <pc:docMk/>
            <pc:sldMk cId="1237534200" sldId="328"/>
            <ac:cxnSpMk id="21" creationId="{6AC8AD4E-5BFC-445D-B3A2-A7F5539AB7F6}"/>
          </ac:cxnSpMkLst>
        </pc:cxnChg>
        <pc:cxnChg chg="add del mod">
          <ac:chgData name="Josh Reiss" userId="a90d6cd88c30b6c6" providerId="LiveId" clId="{AF993CC5-4CD9-4401-A78D-F68E5D1C04E7}" dt="2021-02-23T09:09:29.881" v="3594" actId="478"/>
          <ac:cxnSpMkLst>
            <pc:docMk/>
            <pc:sldMk cId="1237534200" sldId="328"/>
            <ac:cxnSpMk id="22" creationId="{76F279BE-68EF-46A9-9FEA-78779F712A4F}"/>
          </ac:cxnSpMkLst>
        </pc:cxnChg>
        <pc:cxnChg chg="add del mod">
          <ac:chgData name="Josh Reiss" userId="a90d6cd88c30b6c6" providerId="LiveId" clId="{AF993CC5-4CD9-4401-A78D-F68E5D1C04E7}" dt="2021-02-23T09:05:42.274" v="3573" actId="478"/>
          <ac:cxnSpMkLst>
            <pc:docMk/>
            <pc:sldMk cId="1237534200" sldId="328"/>
            <ac:cxnSpMk id="23" creationId="{086C8362-7016-4261-A1EE-D09A684937FA}"/>
          </ac:cxnSpMkLst>
        </pc:cxnChg>
        <pc:cxnChg chg="add del mod">
          <ac:chgData name="Josh Reiss" userId="a90d6cd88c30b6c6" providerId="LiveId" clId="{AF993CC5-4CD9-4401-A78D-F68E5D1C04E7}" dt="2021-02-23T08:55:17.479" v="3505" actId="478"/>
          <ac:cxnSpMkLst>
            <pc:docMk/>
            <pc:sldMk cId="1237534200" sldId="328"/>
            <ac:cxnSpMk id="37" creationId="{953C48F2-00B1-41D8-AE87-55EB8FD9A30D}"/>
          </ac:cxnSpMkLst>
        </pc:cxnChg>
        <pc:cxnChg chg="add mod">
          <ac:chgData name="Josh Reiss" userId="a90d6cd88c30b6c6" providerId="LiveId" clId="{AF993CC5-4CD9-4401-A78D-F68E5D1C04E7}" dt="2021-02-23T08:56:42.908" v="3521" actId="1076"/>
          <ac:cxnSpMkLst>
            <pc:docMk/>
            <pc:sldMk cId="1237534200" sldId="328"/>
            <ac:cxnSpMk id="38" creationId="{FD5260D4-A54E-4659-8CB9-B08CF267C82D}"/>
          </ac:cxnSpMkLst>
        </pc:cxnChg>
        <pc:cxnChg chg="add del mod">
          <ac:chgData name="Josh Reiss" userId="a90d6cd88c30b6c6" providerId="LiveId" clId="{AF993CC5-4CD9-4401-A78D-F68E5D1C04E7}" dt="2021-02-23T08:55:17.479" v="3505" actId="478"/>
          <ac:cxnSpMkLst>
            <pc:docMk/>
            <pc:sldMk cId="1237534200" sldId="328"/>
            <ac:cxnSpMk id="39" creationId="{352A9B1F-5D86-4AAA-BC5A-1983E292232F}"/>
          </ac:cxnSpMkLst>
        </pc:cxnChg>
        <pc:cxnChg chg="add del mod">
          <ac:chgData name="Josh Reiss" userId="a90d6cd88c30b6c6" providerId="LiveId" clId="{AF993CC5-4CD9-4401-A78D-F68E5D1C04E7}" dt="2021-02-23T08:55:17.479" v="3505" actId="478"/>
          <ac:cxnSpMkLst>
            <pc:docMk/>
            <pc:sldMk cId="1237534200" sldId="328"/>
            <ac:cxnSpMk id="40" creationId="{131FBF26-B8DF-421E-B1C9-F06D33DC7DE7}"/>
          </ac:cxnSpMkLst>
        </pc:cxnChg>
        <pc:cxnChg chg="add mod">
          <ac:chgData name="Josh Reiss" userId="a90d6cd88c30b6c6" providerId="LiveId" clId="{AF993CC5-4CD9-4401-A78D-F68E5D1C04E7}" dt="2021-02-23T08:56:42.908" v="3521" actId="1076"/>
          <ac:cxnSpMkLst>
            <pc:docMk/>
            <pc:sldMk cId="1237534200" sldId="328"/>
            <ac:cxnSpMk id="45" creationId="{AB3D3001-C39C-4852-9220-FC49BB645E15}"/>
          </ac:cxnSpMkLst>
        </pc:cxnChg>
        <pc:cxnChg chg="add mod">
          <ac:chgData name="Josh Reiss" userId="a90d6cd88c30b6c6" providerId="LiveId" clId="{AF993CC5-4CD9-4401-A78D-F68E5D1C04E7}" dt="2021-02-23T09:16:54.364" v="3679" actId="692"/>
          <ac:cxnSpMkLst>
            <pc:docMk/>
            <pc:sldMk cId="1237534200" sldId="328"/>
            <ac:cxnSpMk id="53" creationId="{F41F888D-A7E4-40FA-B452-815566203334}"/>
          </ac:cxnSpMkLst>
        </pc:cxnChg>
      </pc:sldChg>
      <pc:sldMasterChg chg="modSldLayout">
        <pc:chgData name="Josh Reiss" userId="a90d6cd88c30b6c6" providerId="LiveId" clId="{AF993CC5-4CD9-4401-A78D-F68E5D1C04E7}" dt="2021-02-22T14:41:14.952" v="1004" actId="14100"/>
        <pc:sldMasterMkLst>
          <pc:docMk/>
          <pc:sldMasterMk cId="1228537848" sldId="2147483648"/>
        </pc:sldMasterMkLst>
        <pc:sldLayoutChg chg="addSp modSp mod">
          <pc:chgData name="Josh Reiss" userId="a90d6cd88c30b6c6" providerId="LiveId" clId="{AF993CC5-4CD9-4401-A78D-F68E5D1C04E7}" dt="2021-02-22T14:41:14.952" v="1004" actId="14100"/>
          <pc:sldLayoutMkLst>
            <pc:docMk/>
            <pc:sldMasterMk cId="1228537848" sldId="2147483648"/>
            <pc:sldLayoutMk cId="1414174423" sldId="2147483650"/>
          </pc:sldLayoutMkLst>
          <pc:spChg chg="mod">
            <ac:chgData name="Josh Reiss" userId="a90d6cd88c30b6c6" providerId="LiveId" clId="{AF993CC5-4CD9-4401-A78D-F68E5D1C04E7}" dt="2021-02-22T14:41:14.952" v="1004" actId="14100"/>
            <ac:spMkLst>
              <pc:docMk/>
              <pc:sldMasterMk cId="1228537848" sldId="2147483648"/>
              <pc:sldLayoutMk cId="1414174423" sldId="2147483650"/>
              <ac:spMk id="2" creationId="{19F892CE-CE78-4022-85AF-0C6B7D00DA17}"/>
            </ac:spMkLst>
          </pc:spChg>
          <pc:spChg chg="add mod">
            <ac:chgData name="Josh Reiss" userId="a90d6cd88c30b6c6" providerId="LiveId" clId="{AF993CC5-4CD9-4401-A78D-F68E5D1C04E7}" dt="2021-02-22T14:41:10.394" v="1003" actId="14100"/>
            <ac:spMkLst>
              <pc:docMk/>
              <pc:sldMasterMk cId="1228537848" sldId="2147483648"/>
              <pc:sldLayoutMk cId="1414174423" sldId="2147483650"/>
              <ac:spMk id="7" creationId="{67B4BE14-AF21-4171-9094-AAABA4AB29BD}"/>
            </ac:spMkLst>
          </pc:spChg>
        </pc:sldLayoutChg>
      </pc:sldMasterChg>
      <pc:sldMasterChg chg="del delSldLayout">
        <pc:chgData name="Josh Reiss" userId="a90d6cd88c30b6c6" providerId="LiveId" clId="{AF993CC5-4CD9-4401-A78D-F68E5D1C04E7}" dt="2021-02-22T14:44:24.346" v="1031" actId="47"/>
        <pc:sldMasterMkLst>
          <pc:docMk/>
          <pc:sldMasterMk cId="2284877101" sldId="2147483660"/>
        </pc:sldMasterMkLst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2349278614" sldId="2147483661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2838287774" sldId="2147483662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1471468209" sldId="2147483663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252896222" sldId="2147483664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3955831350" sldId="2147483665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882723689" sldId="2147483666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1767741652" sldId="2147483667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3809389466" sldId="2147483668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1148724063" sldId="2147483669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2363883636" sldId="2147483670"/>
          </pc:sldLayoutMkLst>
        </pc:sldLayoutChg>
        <pc:sldLayoutChg chg="del">
          <pc:chgData name="Josh Reiss" userId="a90d6cd88c30b6c6" providerId="LiveId" clId="{AF993CC5-4CD9-4401-A78D-F68E5D1C04E7}" dt="2021-02-22T14:44:24.346" v="1031" actId="47"/>
          <pc:sldLayoutMkLst>
            <pc:docMk/>
            <pc:sldMasterMk cId="2284877101" sldId="2147483660"/>
            <pc:sldLayoutMk cId="3020049663" sldId="2147483671"/>
          </pc:sldLayoutMkLst>
        </pc:sldLayoutChg>
      </pc:sldMasterChg>
    </pc:docChg>
  </pc:docChgLst>
  <pc:docChgLst>
    <pc:chgData name="Josh Reiss" userId="a90d6cd88c30b6c6" providerId="LiveId" clId="{4F269EC4-43EC-455D-82B6-0CEEFF155987}"/>
    <pc:docChg chg="undo custSel addSld modSld">
      <pc:chgData name="Josh Reiss" userId="a90d6cd88c30b6c6" providerId="LiveId" clId="{4F269EC4-43EC-455D-82B6-0CEEFF155987}" dt="2020-11-18T10:31:13.353" v="425" actId="20578"/>
      <pc:docMkLst>
        <pc:docMk/>
      </pc:docMkLst>
      <pc:sldChg chg="modSp">
        <pc:chgData name="Josh Reiss" userId="a90d6cd88c30b6c6" providerId="LiveId" clId="{4F269EC4-43EC-455D-82B6-0CEEFF155987}" dt="2020-11-18T10:31:13.353" v="425" actId="20578"/>
        <pc:sldMkLst>
          <pc:docMk/>
          <pc:sldMk cId="2685588342" sldId="262"/>
        </pc:sldMkLst>
        <pc:spChg chg="mod">
          <ac:chgData name="Josh Reiss" userId="a90d6cd88c30b6c6" providerId="LiveId" clId="{4F269EC4-43EC-455D-82B6-0CEEFF155987}" dt="2020-11-18T10:31:13.353" v="425" actId="20578"/>
          <ac:spMkLst>
            <pc:docMk/>
            <pc:sldMk cId="2685588342" sldId="262"/>
            <ac:spMk id="3" creationId="{4FED4815-A864-40ED-BA4B-557B1F7C1E5C}"/>
          </ac:spMkLst>
        </pc:spChg>
      </pc:sldChg>
      <pc:sldChg chg="addSp delSp new">
        <pc:chgData name="Josh Reiss" userId="a90d6cd88c30b6c6" providerId="LiveId" clId="{4F269EC4-43EC-455D-82B6-0CEEFF155987}" dt="2020-11-18T07:02:47.105" v="5"/>
        <pc:sldMkLst>
          <pc:docMk/>
          <pc:sldMk cId="3099176654" sldId="263"/>
        </pc:sldMkLst>
        <pc:spChg chg="add del">
          <ac:chgData name="Josh Reiss" userId="a90d6cd88c30b6c6" providerId="LiveId" clId="{4F269EC4-43EC-455D-82B6-0CEEFF155987}" dt="2020-11-18T07:02:32.701" v="2"/>
          <ac:spMkLst>
            <pc:docMk/>
            <pc:sldMk cId="3099176654" sldId="263"/>
            <ac:spMk id="4" creationId="{D2298AE8-4E29-4B27-8511-D22A10576326}"/>
          </ac:spMkLst>
        </pc:spChg>
        <pc:spChg chg="add del">
          <ac:chgData name="Josh Reiss" userId="a90d6cd88c30b6c6" providerId="LiveId" clId="{4F269EC4-43EC-455D-82B6-0CEEFF155987}" dt="2020-11-18T07:02:47.034" v="4"/>
          <ac:spMkLst>
            <pc:docMk/>
            <pc:sldMk cId="3099176654" sldId="263"/>
            <ac:spMk id="5" creationId="{9A2E70F3-CD76-47D0-BDED-E5AC2CC0C973}"/>
          </ac:spMkLst>
        </pc:spChg>
        <pc:picChg chg="add">
          <ac:chgData name="Josh Reiss" userId="a90d6cd88c30b6c6" providerId="LiveId" clId="{4F269EC4-43EC-455D-82B6-0CEEFF155987}" dt="2020-11-18T07:02:47.105" v="5"/>
          <ac:picMkLst>
            <pc:docMk/>
            <pc:sldMk cId="3099176654" sldId="263"/>
            <ac:picMk id="6" creationId="{A8BFDF72-A43B-4092-8883-58F89AFEBACA}"/>
          </ac:picMkLst>
        </pc:picChg>
      </pc:sldChg>
      <pc:sldChg chg="addSp delSp modSp new mod">
        <pc:chgData name="Josh Reiss" userId="a90d6cd88c30b6c6" providerId="LiveId" clId="{4F269EC4-43EC-455D-82B6-0CEEFF155987}" dt="2020-11-18T07:51:53.128" v="422" actId="14100"/>
        <pc:sldMkLst>
          <pc:docMk/>
          <pc:sldMk cId="1156763564" sldId="264"/>
        </pc:sldMkLst>
        <pc:spChg chg="del">
          <ac:chgData name="Josh Reiss" userId="a90d6cd88c30b6c6" providerId="LiveId" clId="{4F269EC4-43EC-455D-82B6-0CEEFF155987}" dt="2020-11-18T07:31:34.417" v="277" actId="478"/>
          <ac:spMkLst>
            <pc:docMk/>
            <pc:sldMk cId="1156763564" sldId="264"/>
            <ac:spMk id="2" creationId="{3C540B03-8250-4264-942B-C99A8FC5269B}"/>
          </ac:spMkLst>
        </pc:spChg>
        <pc:spChg chg="del">
          <ac:chgData name="Josh Reiss" userId="a90d6cd88c30b6c6" providerId="LiveId" clId="{4F269EC4-43EC-455D-82B6-0CEEFF155987}" dt="2020-11-18T07:29:22.073" v="251"/>
          <ac:spMkLst>
            <pc:docMk/>
            <pc:sldMk cId="1156763564" sldId="264"/>
            <ac:spMk id="3" creationId="{44271436-6543-40A2-9C99-9082E3DFC798}"/>
          </ac:spMkLst>
        </pc:spChg>
        <pc:spChg chg="add del">
          <ac:chgData name="Josh Reiss" userId="a90d6cd88c30b6c6" providerId="LiveId" clId="{4F269EC4-43EC-455D-82B6-0CEEFF155987}" dt="2020-11-18T07:25:05.977" v="10"/>
          <ac:spMkLst>
            <pc:docMk/>
            <pc:sldMk cId="1156763564" sldId="264"/>
            <ac:spMk id="5" creationId="{ED987AEB-2461-4C2F-96D0-90C607EBB35D}"/>
          </ac:spMkLst>
        </pc:spChg>
        <pc:spChg chg="add mod">
          <ac:chgData name="Josh Reiss" userId="a90d6cd88c30b6c6" providerId="LiveId" clId="{4F269EC4-43EC-455D-82B6-0CEEFF155987}" dt="2020-11-18T07:51:25.006" v="406" actId="164"/>
          <ac:spMkLst>
            <pc:docMk/>
            <pc:sldMk cId="1156763564" sldId="264"/>
            <ac:spMk id="23" creationId="{BE2F88BC-559F-4F72-9C26-DA919F1E08AF}"/>
          </ac:spMkLst>
        </pc:spChg>
        <pc:spChg chg="add mod topLvl">
          <ac:chgData name="Josh Reiss" userId="a90d6cd88c30b6c6" providerId="LiveId" clId="{4F269EC4-43EC-455D-82B6-0CEEFF155987}" dt="2020-11-18T07:46:08.187" v="378" actId="14100"/>
          <ac:spMkLst>
            <pc:docMk/>
            <pc:sldMk cId="1156763564" sldId="264"/>
            <ac:spMk id="25" creationId="{AA494A36-21E1-498C-96E0-7A9F6B047E41}"/>
          </ac:spMkLst>
        </pc:spChg>
        <pc:spChg chg="add mod topLvl">
          <ac:chgData name="Josh Reiss" userId="a90d6cd88c30b6c6" providerId="LiveId" clId="{4F269EC4-43EC-455D-82B6-0CEEFF155987}" dt="2020-11-18T07:46:08.187" v="378" actId="14100"/>
          <ac:spMkLst>
            <pc:docMk/>
            <pc:sldMk cId="1156763564" sldId="264"/>
            <ac:spMk id="30" creationId="{C2373949-8386-45EC-B36D-B48E038309F0}"/>
          </ac:spMkLst>
        </pc:spChg>
        <pc:spChg chg="add mod topLvl">
          <ac:chgData name="Josh Reiss" userId="a90d6cd88c30b6c6" providerId="LiveId" clId="{4F269EC4-43EC-455D-82B6-0CEEFF155987}" dt="2020-11-18T07:51:25.006" v="406" actId="164"/>
          <ac:spMkLst>
            <pc:docMk/>
            <pc:sldMk cId="1156763564" sldId="264"/>
            <ac:spMk id="34" creationId="{3CF5BF1C-F2FD-40B6-BF6A-71B42B77809B}"/>
          </ac:spMkLst>
        </pc:spChg>
        <pc:spChg chg="add mod">
          <ac:chgData name="Josh Reiss" userId="a90d6cd88c30b6c6" providerId="LiveId" clId="{4F269EC4-43EC-455D-82B6-0CEEFF155987}" dt="2020-11-18T07:51:46.079" v="421" actId="1037"/>
          <ac:spMkLst>
            <pc:docMk/>
            <pc:sldMk cId="1156763564" sldId="264"/>
            <ac:spMk id="44" creationId="{3F83D6F3-F33D-4B51-B9A5-4FBC6A4F7AA8}"/>
          </ac:spMkLst>
        </pc:spChg>
        <pc:spChg chg="add mod">
          <ac:chgData name="Josh Reiss" userId="a90d6cd88c30b6c6" providerId="LiveId" clId="{4F269EC4-43EC-455D-82B6-0CEEFF155987}" dt="2020-11-18T07:51:25.006" v="406" actId="164"/>
          <ac:spMkLst>
            <pc:docMk/>
            <pc:sldMk cId="1156763564" sldId="264"/>
            <ac:spMk id="46" creationId="{BC3FF26E-8D92-4FA0-90E3-345DF5914314}"/>
          </ac:spMkLst>
        </pc:spChg>
        <pc:spChg chg="add del mod">
          <ac:chgData name="Josh Reiss" userId="a90d6cd88c30b6c6" providerId="LiveId" clId="{4F269EC4-43EC-455D-82B6-0CEEFF155987}" dt="2020-11-18T07:51:36.555" v="407" actId="478"/>
          <ac:spMkLst>
            <pc:docMk/>
            <pc:sldMk cId="1156763564" sldId="264"/>
            <ac:spMk id="51" creationId="{467FB637-BF3E-418E-8E5D-774692540499}"/>
          </ac:spMkLst>
        </pc:spChg>
        <pc:grpChg chg="add del mod">
          <ac:chgData name="Josh Reiss" userId="a90d6cd88c30b6c6" providerId="LiveId" clId="{4F269EC4-43EC-455D-82B6-0CEEFF155987}" dt="2020-11-18T07:46:02.957" v="377" actId="165"/>
          <ac:grpSpMkLst>
            <pc:docMk/>
            <pc:sldMk cId="1156763564" sldId="264"/>
            <ac:grpSpMk id="35" creationId="{21980FA3-9296-41F4-85F8-109D5CFAE5FD}"/>
          </ac:grpSpMkLst>
        </pc:grpChg>
        <pc:grpChg chg="add mod">
          <ac:chgData name="Josh Reiss" userId="a90d6cd88c30b6c6" providerId="LiveId" clId="{4F269EC4-43EC-455D-82B6-0CEEFF155987}" dt="2020-11-18T07:51:25.006" v="406" actId="164"/>
          <ac:grpSpMkLst>
            <pc:docMk/>
            <pc:sldMk cId="1156763564" sldId="264"/>
            <ac:grpSpMk id="52" creationId="{7CA612CC-F213-4607-B2E6-2B9CC763A6EE}"/>
          </ac:grpSpMkLst>
        </pc:grpChg>
        <pc:picChg chg="add del mod">
          <ac:chgData name="Josh Reiss" userId="a90d6cd88c30b6c6" providerId="LiveId" clId="{4F269EC4-43EC-455D-82B6-0CEEFF155987}" dt="2020-11-18T07:29:30.915" v="254" actId="478"/>
          <ac:picMkLst>
            <pc:docMk/>
            <pc:sldMk cId="1156763564" sldId="264"/>
            <ac:picMk id="4" creationId="{BB4F6A58-F302-435E-A0B4-579FF1FE26F4}"/>
          </ac:picMkLst>
        </pc:picChg>
        <pc:picChg chg="add del">
          <ac:chgData name="Josh Reiss" userId="a90d6cd88c30b6c6" providerId="LiveId" clId="{4F269EC4-43EC-455D-82B6-0CEEFF155987}" dt="2020-11-18T07:25:10.712" v="12" actId="478"/>
          <ac:picMkLst>
            <pc:docMk/>
            <pc:sldMk cId="1156763564" sldId="264"/>
            <ac:picMk id="6" creationId="{DA156E3F-EDA1-44E1-9A9C-6D77C50C926D}"/>
          </ac:picMkLst>
        </pc:picChg>
        <pc:picChg chg="add del mod">
          <ac:chgData name="Josh Reiss" userId="a90d6cd88c30b6c6" providerId="LiveId" clId="{4F269EC4-43EC-455D-82B6-0CEEFF155987}" dt="2020-11-18T07:29:28.631" v="253" actId="478"/>
          <ac:picMkLst>
            <pc:docMk/>
            <pc:sldMk cId="1156763564" sldId="264"/>
            <ac:picMk id="7" creationId="{A84592C7-2E05-4F90-91F9-53861A282806}"/>
          </ac:picMkLst>
        </pc:picChg>
        <pc:picChg chg="add del mod">
          <ac:chgData name="Josh Reiss" userId="a90d6cd88c30b6c6" providerId="LiveId" clId="{4F269EC4-43EC-455D-82B6-0CEEFF155987}" dt="2020-11-18T07:50:00.040" v="405" actId="478"/>
          <ac:picMkLst>
            <pc:docMk/>
            <pc:sldMk cId="1156763564" sldId="264"/>
            <ac:picMk id="9" creationId="{C5943604-E845-45FC-A473-82AF5AAA820B}"/>
          </ac:picMkLst>
        </pc:picChg>
        <pc:picChg chg="add mod ord modCrop">
          <ac:chgData name="Josh Reiss" userId="a90d6cd88c30b6c6" providerId="LiveId" clId="{4F269EC4-43EC-455D-82B6-0CEEFF155987}" dt="2020-11-18T07:51:25.006" v="406" actId="164"/>
          <ac:picMkLst>
            <pc:docMk/>
            <pc:sldMk cId="1156763564" sldId="264"/>
            <ac:picMk id="36" creationId="{D8C700C1-09E5-415A-B341-A5A5C134E324}"/>
          </ac:picMkLst>
        </pc:picChg>
        <pc:cxnChg chg="add mod ord topLvl">
          <ac:chgData name="Josh Reiss" userId="a90d6cd88c30b6c6" providerId="LiveId" clId="{4F269EC4-43EC-455D-82B6-0CEEFF155987}" dt="2020-11-18T07:51:53.128" v="422" actId="14100"/>
          <ac:cxnSpMkLst>
            <pc:docMk/>
            <pc:sldMk cId="1156763564" sldId="264"/>
            <ac:cxnSpMk id="11" creationId="{BAE7D111-0CA7-4E52-8EF5-C177426F8602}"/>
          </ac:cxnSpMkLst>
        </pc:cxnChg>
        <pc:cxnChg chg="add mod ord topLvl">
          <ac:chgData name="Josh Reiss" userId="a90d6cd88c30b6c6" providerId="LiveId" clId="{4F269EC4-43EC-455D-82B6-0CEEFF155987}" dt="2020-11-18T07:51:25.006" v="406" actId="164"/>
          <ac:cxnSpMkLst>
            <pc:docMk/>
            <pc:sldMk cId="1156763564" sldId="264"/>
            <ac:cxnSpMk id="12" creationId="{5CC59A26-78F8-41FF-B5DB-8986285828E3}"/>
          </ac:cxnSpMkLst>
        </pc:cxnChg>
        <pc:cxnChg chg="add del mod ord topLvl">
          <ac:chgData name="Josh Reiss" userId="a90d6cd88c30b6c6" providerId="LiveId" clId="{4F269EC4-43EC-455D-82B6-0CEEFF155987}" dt="2020-11-18T07:51:25.006" v="406" actId="164"/>
          <ac:cxnSpMkLst>
            <pc:docMk/>
            <pc:sldMk cId="1156763564" sldId="264"/>
            <ac:cxnSpMk id="17" creationId="{BD54719F-E1E6-4729-BFB2-9669988892A5}"/>
          </ac:cxnSpMkLst>
        </pc:cxnChg>
      </pc:sldChg>
      <pc:sldChg chg="addSp modSp new mod">
        <pc:chgData name="Josh Reiss" userId="a90d6cd88c30b6c6" providerId="LiveId" clId="{4F269EC4-43EC-455D-82B6-0CEEFF155987}" dt="2020-11-18T07:40:40.251" v="372" actId="688"/>
        <pc:sldMkLst>
          <pc:docMk/>
          <pc:sldMk cId="4164421654" sldId="265"/>
        </pc:sldMkLst>
        <pc:picChg chg="add mod">
          <ac:chgData name="Josh Reiss" userId="a90d6cd88c30b6c6" providerId="LiveId" clId="{4F269EC4-43EC-455D-82B6-0CEEFF155987}" dt="2020-11-18T07:40:40.251" v="372" actId="688"/>
          <ac:picMkLst>
            <pc:docMk/>
            <pc:sldMk cId="4164421654" sldId="265"/>
            <ac:picMk id="4" creationId="{16E5F5B8-00A1-4071-A6CC-64A9C0F43D5E}"/>
          </ac:picMkLst>
        </pc:picChg>
      </pc:sldChg>
      <pc:sldChg chg="add">
        <pc:chgData name="Josh Reiss" userId="a90d6cd88c30b6c6" providerId="LiveId" clId="{4F269EC4-43EC-455D-82B6-0CEEFF155987}" dt="2020-11-18T07:45:53.285" v="376"/>
        <pc:sldMkLst>
          <pc:docMk/>
          <pc:sldMk cId="3264002895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2BD8A4-EC90-4DB0-A48A-467F28064F24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C77FD-A22A-4BEB-9FE7-3742885ACE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201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big, </a:t>
            </a:r>
            <a:r>
              <a:rPr lang="en-GB"/>
              <a:t>summary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9C77FD-A22A-4BEB-9FE7-3742885ACE9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84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96212-DBD1-47BC-AC06-2E1BA252E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320A-BE79-44A6-9D26-7618365AB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02527-3AD9-4B37-9571-8644430A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74CC4-6676-4A66-8991-4DFAFD72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1F782-D9CD-4ECB-92B1-F4091E00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91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92CE-CE78-4022-85AF-0C6B7D00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342"/>
            <a:ext cx="10515600" cy="94043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A2EF-395C-4AC9-8CD4-C5C29A312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BCE94-5AD1-4381-8C60-14282070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CA142-571C-4382-8DC9-731BB688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F742-B14F-48ED-82B4-0CBF8EC2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67B4BE14-AF21-4171-9094-AAABA4AB29B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993775"/>
            <a:ext cx="12192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lIns="91425" tIns="45713" rIns="91425" bIns="4571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7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CB17-082B-444A-90BC-39B728ED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1CB12-D79D-4863-98CA-600BDA498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390EC-CF6A-4076-B061-C3AF92CB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16BEA-8DCD-4C7A-94F1-7166835C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BE0EC-5F76-44C4-BF4E-6998FD83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5375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A6B5-F99B-4462-867F-6F01D846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26BC9-E8E1-4DC4-A247-B40B8EC7B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EF980-98E6-49C5-9690-F9BCC946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D5404-B3A9-4066-8367-2F87A4EFA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D55F1-CD9F-4EE0-A087-D78186AC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B6A0C-DDAE-436A-9334-7840955ED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97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AAB7-ED09-46C4-B020-CC398507E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B9D01-90B7-4041-9188-A6B8037B9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9A20A-6668-4A8B-9653-6F3428F9B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58922-190B-4EDC-83E2-37B2BDC2B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1D3D06-B10B-4ECA-8052-EDFF2646B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C39F2A-FDD0-4119-B8A4-F74B4708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2D53E8-E06E-4E95-BB06-14B88A1E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B29002-D971-4A81-AED8-E6FFD259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3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25AF-4D47-4607-93F6-975CBADF2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4A428-62EA-4090-B265-7E4F33495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273E8-7A9D-4C4C-B653-390ADCC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91044-E5B6-4F14-8A77-D83CB6EA4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739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1F7BC-71FD-4285-8C21-F0EE665E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82CB9-B6E6-479B-B4C5-5A4903BA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B9CA1-4574-4EE5-A9AE-2B7840848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95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89B6-7E12-4E18-8045-605DB676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87D4D-5F31-495D-A73E-CFFED4DA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E417B-C553-4FBA-BA3E-BECED332B8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DBCE7-624D-4D05-90E9-0F0A2E95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04DEA-3B8D-4E4D-8C04-F443EB76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3041-37AB-41A5-B5EE-55652F51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86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BC54-82AD-40BD-A464-369911C72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E8D52-71A0-40D5-9801-6EB14159F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BD6F2-5834-4088-A9EA-FB638BFBC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618D6-4D15-4A9E-B566-2B13AA0B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65088-7A42-4F92-A3D3-E3728C1E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707E0-C789-4988-81E2-569E6682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01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B837-7FAD-430F-A348-D1761CD9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7124E-7FDC-414B-9FC1-2EC2B0573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ED94B-DD9C-4254-A1B2-276055FAC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B2925-3613-40D6-AE29-C24C69EE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911A9-9060-49D3-AD84-A9FC814ED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3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DC1A4-1321-4B67-9747-044FC1B1D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46027-57C0-44D0-A442-08F836E4C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7C8A-A7A7-4AFA-8B1F-1F3F1849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4A1D6-4D72-49F4-9D54-365A1E94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A21CA-60C2-4A75-895C-ABD155F93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06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384172-5859-4815-875F-4A067745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8FB5A-FAD2-4039-808D-BB387504B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C4C2D-C00C-4844-B670-4781F551F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7897-D7A1-494B-A1B2-9C2EA355AAB1}" type="datetimeFigureOut">
              <a:rPr lang="en-GB" smtClean="0"/>
              <a:t>15/10/2021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2F592-4055-4A89-AF12-BE69857DA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3211B-1735-4CF5-BDE5-DD9927774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0F1E2-F5F7-4EE6-8567-C981CE4A25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537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API/AudioListener/forwardX" TargetMode="External"/><Relationship Id="rId2" Type="http://schemas.openxmlformats.org/officeDocument/2006/relationships/hyperlink" Target="https://developer.mozilla.org/en-US/docs/Web/API/AudioListener/position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API/AudioListener/upX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mozilla.org/en-US/docs/Web/API/PannerNode/distanceModel" TargetMode="External"/><Relationship Id="rId3" Type="http://schemas.openxmlformats.org/officeDocument/2006/relationships/hyperlink" Target="https://developer.mozilla.org/en-US/docs/Web/API/PannerNode/orientationX" TargetMode="External"/><Relationship Id="rId7" Type="http://schemas.openxmlformats.org/officeDocument/2006/relationships/hyperlink" Target="https://developer.mozilla.org/en-US/docs/Web/API/PannerNode/rolloffFactor" TargetMode="External"/><Relationship Id="rId2" Type="http://schemas.openxmlformats.org/officeDocument/2006/relationships/hyperlink" Target="https://developer.mozilla.org/en-US/docs/Web/API/PannerNode/position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API/PannerNode/refDistance" TargetMode="External"/><Relationship Id="rId5" Type="http://schemas.openxmlformats.org/officeDocument/2006/relationships/hyperlink" Target="https://developer.mozilla.org/en-US/docs/Web/API/PannerNode/coneOuterGain" TargetMode="External"/><Relationship Id="rId4" Type="http://schemas.openxmlformats.org/officeDocument/2006/relationships/hyperlink" Target="https://developer.mozilla.org/en-US/docs/Web/API/PannerNode/coneInnerAngle" TargetMode="External"/><Relationship Id="rId9" Type="http://schemas.openxmlformats.org/officeDocument/2006/relationships/hyperlink" Target="https://developer.mozilla.org/en-US/docs/Web/API/PannerNode/panningMode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F445-C424-4B78-81CA-9B8BEF75F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1009" y="17067"/>
            <a:ext cx="7469981" cy="1933178"/>
          </a:xfrm>
        </p:spPr>
        <p:txBody>
          <a:bodyPr>
            <a:normAutofit/>
          </a:bodyPr>
          <a:lstStyle/>
          <a:p>
            <a:r>
              <a:rPr lang="en-GB"/>
              <a:t>Spatial Audio in the Web Audio API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49231-4B92-4ABE-994D-C18ECB6DB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Image result for spatial audio">
            <a:extLst>
              <a:ext uri="{FF2B5EF4-FFF2-40B4-BE49-F238E27FC236}">
                <a16:creationId xmlns:a16="http://schemas.microsoft.com/office/drawing/2014/main" id="{A981AAA5-BB3E-40DA-AD7D-32574564C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018903"/>
            <a:ext cx="8572500" cy="48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1056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86E26-D8F7-4105-9EFF-2CDEDC0EA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Spatial panning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ACCC-6617-400D-B280-9B4C8D65E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59180"/>
            <a:ext cx="11826240" cy="5745478"/>
          </a:xfrm>
        </p:spPr>
        <p:txBody>
          <a:bodyPr>
            <a:normAutofit/>
          </a:bodyPr>
          <a:lstStyle/>
          <a:p>
            <a:r>
              <a:rPr lang="en-GB" dirty="0"/>
              <a:t>Probably the most complicated built-in operation in the Web Audio API</a:t>
            </a:r>
          </a:p>
          <a:p>
            <a:r>
              <a:rPr lang="en-GB" dirty="0"/>
              <a:t>All about determining how source is heard given geometry of a situation</a:t>
            </a:r>
          </a:p>
          <a:p>
            <a:r>
              <a:rPr lang="en-GB" dirty="0"/>
              <a:t>Requires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source</a:t>
            </a:r>
            <a:r>
              <a:rPr lang="en-GB" dirty="0"/>
              <a:t> to be panned</a:t>
            </a:r>
          </a:p>
          <a:p>
            <a:pPr lvl="1"/>
            <a:r>
              <a:rPr lang="en-GB" dirty="0" err="1"/>
              <a:t>PannerNode</a:t>
            </a:r>
            <a:r>
              <a:rPr lang="en-GB" dirty="0"/>
              <a:t>: gives panning attributes for the source</a:t>
            </a:r>
          </a:p>
          <a:p>
            <a:pPr lvl="1"/>
            <a:r>
              <a:rPr lang="en-GB" dirty="0"/>
              <a:t>Like other nodes</a:t>
            </a:r>
          </a:p>
          <a:p>
            <a:pPr marL="0" indent="0">
              <a:buNone/>
            </a:pPr>
            <a:r>
              <a:rPr lang="en-GB" sz="2200" dirty="0">
                <a:latin typeface="Consolas" panose="020B0609020204030204" pitchFamily="49" charset="0"/>
              </a:rPr>
              <a:t>	var </a:t>
            </a:r>
            <a:r>
              <a:rPr lang="en-GB" sz="2200" dirty="0" err="1">
                <a:latin typeface="Consolas" panose="020B0609020204030204" pitchFamily="49" charset="0"/>
              </a:rPr>
              <a:t>myPanner</a:t>
            </a:r>
            <a:r>
              <a:rPr lang="en-GB" sz="2200" dirty="0">
                <a:latin typeface="Consolas" panose="020B0609020204030204" pitchFamily="49" charset="0"/>
              </a:rPr>
              <a:t> = new </a:t>
            </a:r>
            <a:r>
              <a:rPr lang="en-GB" sz="2200" dirty="0" err="1">
                <a:latin typeface="Consolas" panose="020B0609020204030204" pitchFamily="49" charset="0"/>
              </a:rPr>
              <a:t>PannerNode</a:t>
            </a:r>
            <a:r>
              <a:rPr lang="en-GB" sz="2200" dirty="0">
                <a:latin typeface="Consolas" panose="020B0609020204030204" pitchFamily="49" charset="0"/>
              </a:rPr>
              <a:t>(</a:t>
            </a:r>
            <a:r>
              <a:rPr lang="en-GB" sz="2200" i="1" dirty="0">
                <a:latin typeface="Consolas" panose="020B0609020204030204" pitchFamily="49" charset="0"/>
              </a:rPr>
              <a:t>context</a:t>
            </a:r>
            <a:r>
              <a:rPr lang="en-GB" sz="2200" dirty="0">
                <a:latin typeface="Consolas" panose="020B0609020204030204" pitchFamily="49" charset="0"/>
              </a:rPr>
              <a:t>, </a:t>
            </a:r>
            <a:r>
              <a:rPr lang="en-GB" sz="2200" i="1" dirty="0">
                <a:latin typeface="Consolas" panose="020B0609020204030204" pitchFamily="49" charset="0"/>
              </a:rPr>
              <a:t>options</a:t>
            </a:r>
            <a:r>
              <a:rPr lang="en-GB" sz="2200" dirty="0">
                <a:latin typeface="Consolas" panose="020B0609020204030204" pitchFamily="49" charset="0"/>
              </a:rPr>
              <a:t>); </a:t>
            </a:r>
          </a:p>
          <a:p>
            <a:pPr marL="0" indent="0" algn="ctr">
              <a:buNone/>
            </a:pPr>
            <a:r>
              <a:rPr lang="en-GB" sz="2200" dirty="0"/>
              <a:t>Or </a:t>
            </a:r>
          </a:p>
          <a:p>
            <a:pPr marL="0" indent="0">
              <a:buNone/>
            </a:pPr>
            <a:r>
              <a:rPr lang="en-GB" sz="2200" dirty="0">
                <a:latin typeface="Consolas" panose="020B0609020204030204" pitchFamily="49" charset="0"/>
              </a:rPr>
              <a:t>	var </a:t>
            </a:r>
            <a:r>
              <a:rPr lang="en-GB" sz="2200" dirty="0" err="1">
                <a:latin typeface="Consolas" panose="020B0609020204030204" pitchFamily="49" charset="0"/>
              </a:rPr>
              <a:t>myPanner</a:t>
            </a:r>
            <a:r>
              <a:rPr lang="en-GB" sz="2200" dirty="0">
                <a:latin typeface="Consolas" panose="020B0609020204030204" pitchFamily="49" charset="0"/>
              </a:rPr>
              <a:t> = </a:t>
            </a:r>
            <a:r>
              <a:rPr lang="en-GB" sz="2200" dirty="0" err="1">
                <a:latin typeface="Consolas" panose="020B0609020204030204" pitchFamily="49" charset="0"/>
              </a:rPr>
              <a:t>context.createPanner</a:t>
            </a:r>
            <a:r>
              <a:rPr lang="en-GB" sz="2200" dirty="0">
                <a:latin typeface="Consolas" panose="020B0609020204030204" pitchFamily="49" charset="0"/>
              </a:rPr>
              <a:t>();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Listener</a:t>
            </a:r>
            <a:r>
              <a:rPr lang="en-GB" dirty="0"/>
              <a:t> to receive source</a:t>
            </a:r>
          </a:p>
          <a:p>
            <a:pPr lvl="1"/>
            <a:r>
              <a:rPr lang="en-GB" dirty="0" err="1"/>
              <a:t>AudioListener</a:t>
            </a:r>
            <a:r>
              <a:rPr lang="en-GB" dirty="0"/>
              <a:t>: gives attributes of the listener</a:t>
            </a:r>
          </a:p>
          <a:p>
            <a:pPr lvl="1"/>
            <a:r>
              <a:rPr lang="en-GB" dirty="0"/>
              <a:t>Only one listener in an audio context</a:t>
            </a:r>
          </a:p>
          <a:p>
            <a:r>
              <a:rPr lang="en-GB" dirty="0"/>
              <a:t>Both </a:t>
            </a:r>
            <a:r>
              <a:rPr lang="en-GB" dirty="0" err="1"/>
              <a:t>PannerNode</a:t>
            </a:r>
            <a:r>
              <a:rPr lang="en-GB" dirty="0"/>
              <a:t> and </a:t>
            </a:r>
            <a:r>
              <a:rPr lang="en-GB" dirty="0" err="1"/>
              <a:t>AudioListener</a:t>
            </a:r>
            <a:r>
              <a:rPr lang="en-GB" dirty="0"/>
              <a:t> have lots of parameters</a:t>
            </a:r>
          </a:p>
        </p:txBody>
      </p:sp>
    </p:spTree>
    <p:extLst>
      <p:ext uri="{BB962C8B-B14F-4D97-AF65-F5344CB8AC3E}">
        <p14:creationId xmlns:p14="http://schemas.microsoft.com/office/powerpoint/2010/main" val="189149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C-631M - 30W RMS 100V Horn Speaker - IP65">
            <a:extLst>
              <a:ext uri="{FF2B5EF4-FFF2-40B4-BE49-F238E27FC236}">
                <a16:creationId xmlns:a16="http://schemas.microsoft.com/office/drawing/2014/main" id="{78A5855B-8DE5-4D70-A4D7-6CFD7F688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752280" y="4954987"/>
            <a:ext cx="8128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7" name="Content Placeholder 6" descr="Light Gray Cone">
                <a:extLst>
                  <a:ext uri="{FF2B5EF4-FFF2-40B4-BE49-F238E27FC236}">
                    <a16:creationId xmlns:a16="http://schemas.microsoft.com/office/drawing/2014/main" id="{3946465F-3A86-43AD-A25E-9DF521116965}"/>
                  </a:ext>
                </a:extLst>
              </p:cNvPr>
              <p:cNvGraphicFramePr>
                <a:graphicFrameLocks/>
              </p:cNvGraphicFramePr>
              <p:nvPr/>
            </p:nvGraphicFramePr>
            <p:xfrm rot="16200000">
              <a:off x="5633972" y="4552049"/>
              <a:ext cx="1364424" cy="1716634"/>
            </p:xfrm>
            <a:graphic>
              <a:graphicData uri="http://schemas.microsoft.com/office/drawing/2017/model3d">
                <am3d:model3d r:embed="rId4">
                  <am3d:spPr>
                    <a:xfrm rot="16200000">
                      <a:off x="0" y="0"/>
                      <a:ext cx="1364424" cy="1716634"/>
                    </a:xfrm>
                    <a:prstGeom prst="rect">
                      <a:avLst/>
                    </a:prstGeom>
                    <a:scene3d>
                      <a:camera prst="orthographicFront"/>
                      <a:lightRig rig="threePt" dir="t"/>
                    </a:scene3d>
                    <a:sp3d>
                      <a:bevelT w="50800"/>
                      <a:extrusionClr>
                        <a:schemeClr val="bg1"/>
                      </a:extrusionClr>
                    </a:sp3d>
                  </am3d:spPr>
                  <am3d:camera>
                    <am3d:pos x="0" y="0" z="79877068"/>
                    <am3d:up dx="0" dy="36000000" dz="0"/>
                    <am3d:lookAt x="0" y="0" z="0"/>
                    <am3d:perspective fov="1948555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7" name="Content Placeholder 6" descr="Light Gray Cone">
                <a:extLst>
                  <a:ext uri="{FF2B5EF4-FFF2-40B4-BE49-F238E27FC236}">
                    <a16:creationId xmlns:a16="http://schemas.microsoft.com/office/drawing/2014/main" id="{3946465F-3A86-43AD-A25E-9DF5211169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6200000">
                <a:off x="5633972" y="4552049"/>
                <a:ext cx="1364424" cy="171663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50800"/>
                <a:extrusionClr>
                  <a:schemeClr val="bg1"/>
                </a:extrusionClr>
              </a:sp3d>
            </p:spPr>
          </p:pic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B710DB06-4A43-4083-B9EF-CEBA6921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2"/>
            <a:ext cx="6903720" cy="940434"/>
          </a:xfrm>
        </p:spPr>
        <p:txBody>
          <a:bodyPr>
            <a:normAutofit fontScale="90000"/>
          </a:bodyPr>
          <a:lstStyle/>
          <a:p>
            <a:r>
              <a:rPr lang="en-GB" dirty="0"/>
              <a:t>Position, orientation, directivity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0324F7-AAF5-42C9-8173-236E1D3EF1B6}"/>
              </a:ext>
            </a:extLst>
          </p:cNvPr>
          <p:cNvCxnSpPr>
            <a:cxnSpLocks/>
            <a:stCxn id="14" idx="4"/>
          </p:cNvCxnSpPr>
          <p:nvPr/>
        </p:nvCxnSpPr>
        <p:spPr>
          <a:xfrm flipV="1">
            <a:off x="5614366" y="1204111"/>
            <a:ext cx="0" cy="3256146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B12F85-DF37-46EA-B0FF-1288A895F208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596366" y="4442257"/>
            <a:ext cx="3420102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085666-D7F9-409E-84B3-C1CF64664BFD}"/>
              </a:ext>
            </a:extLst>
          </p:cNvPr>
          <p:cNvCxnSpPr>
            <a:cxnSpLocks/>
          </p:cNvCxnSpPr>
          <p:nvPr/>
        </p:nvCxnSpPr>
        <p:spPr>
          <a:xfrm flipH="1">
            <a:off x="3208718" y="4451552"/>
            <a:ext cx="2392920" cy="1811539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BF61C2D-6693-4C7B-B547-F51237A8484D}"/>
              </a:ext>
            </a:extLst>
          </p:cNvPr>
          <p:cNvSpPr>
            <a:spLocks noChangeAspect="1"/>
          </p:cNvSpPr>
          <p:nvPr/>
        </p:nvSpPr>
        <p:spPr>
          <a:xfrm>
            <a:off x="5596366" y="4424257"/>
            <a:ext cx="36000" cy="36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8A5C45F-A3E1-45F8-91F6-EAF3A289E6EC}"/>
              </a:ext>
            </a:extLst>
          </p:cNvPr>
          <p:cNvSpPr>
            <a:spLocks noChangeAspect="1"/>
          </p:cNvSpPr>
          <p:nvPr/>
        </p:nvSpPr>
        <p:spPr>
          <a:xfrm>
            <a:off x="5091082" y="5404966"/>
            <a:ext cx="10800" cy="10800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369101-5A27-4FD1-8922-3C0ACF6475DC}"/>
              </a:ext>
            </a:extLst>
          </p:cNvPr>
          <p:cNvSpPr txBox="1"/>
          <p:nvPr/>
        </p:nvSpPr>
        <p:spPr>
          <a:xfrm>
            <a:off x="8489508" y="4501697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 dirty="0"/>
              <a:t>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514619-A636-41E2-B17A-EAD3E1789E00}"/>
              </a:ext>
            </a:extLst>
          </p:cNvPr>
          <p:cNvSpPr txBox="1"/>
          <p:nvPr/>
        </p:nvSpPr>
        <p:spPr>
          <a:xfrm>
            <a:off x="3898306" y="5636196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 dirty="0"/>
              <a:t>z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15374C-B3DB-4681-86F4-3E8E52274489}"/>
              </a:ext>
            </a:extLst>
          </p:cNvPr>
          <p:cNvSpPr txBox="1"/>
          <p:nvPr/>
        </p:nvSpPr>
        <p:spPr>
          <a:xfrm>
            <a:off x="5714127" y="1716644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/>
              <a:t>y</a:t>
            </a:r>
            <a:endParaRPr lang="en-GB" sz="29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AB37E8-2BE0-4007-B03C-326041F26ED3}"/>
              </a:ext>
            </a:extLst>
          </p:cNvPr>
          <p:cNvSpPr txBox="1"/>
          <p:nvPr/>
        </p:nvSpPr>
        <p:spPr>
          <a:xfrm>
            <a:off x="5511747" y="4909485"/>
            <a:ext cx="151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Orientation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D4A90B-92C7-4095-9CB3-C6F5EDB8599D}"/>
              </a:ext>
            </a:extLst>
          </p:cNvPr>
          <p:cNvSpPr txBox="1"/>
          <p:nvPr/>
        </p:nvSpPr>
        <p:spPr>
          <a:xfrm>
            <a:off x="4577338" y="5868479"/>
            <a:ext cx="171478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000" i="1" dirty="0" err="1">
                <a:solidFill>
                  <a:srgbClr val="FF0000"/>
                </a:solidFill>
              </a:rPr>
              <a:t>PannerNode</a:t>
            </a:r>
            <a:endParaRPr lang="en-GB" sz="2000" i="1" dirty="0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AE53BE-E6EC-4460-907D-32E2F3B532C8}"/>
              </a:ext>
            </a:extLst>
          </p:cNvPr>
          <p:cNvSpPr>
            <a:spLocks noChangeAspect="1"/>
          </p:cNvSpPr>
          <p:nvPr/>
        </p:nvSpPr>
        <p:spPr>
          <a:xfrm>
            <a:off x="8862404" y="3531551"/>
            <a:ext cx="12423" cy="12423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5547E5-7FFC-446A-A106-303493A5EF0F}"/>
              </a:ext>
            </a:extLst>
          </p:cNvPr>
          <p:cNvSpPr txBox="1"/>
          <p:nvPr/>
        </p:nvSpPr>
        <p:spPr>
          <a:xfrm>
            <a:off x="8678948" y="2671647"/>
            <a:ext cx="1129512" cy="42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8B1D78-F2EC-4DD7-9659-429069F81C9B}"/>
              </a:ext>
            </a:extLst>
          </p:cNvPr>
          <p:cNvSpPr txBox="1"/>
          <p:nvPr/>
        </p:nvSpPr>
        <p:spPr>
          <a:xfrm>
            <a:off x="7402910" y="3577730"/>
            <a:ext cx="1743910" cy="42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Forward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86D91E-9289-444F-BD45-09B45488B2E4}"/>
              </a:ext>
            </a:extLst>
          </p:cNvPr>
          <p:cNvCxnSpPr>
            <a:cxnSpLocks/>
          </p:cNvCxnSpPr>
          <p:nvPr/>
        </p:nvCxnSpPr>
        <p:spPr>
          <a:xfrm flipH="1">
            <a:off x="8218757" y="3534634"/>
            <a:ext cx="660463" cy="580157"/>
          </a:xfrm>
          <a:prstGeom prst="straightConnector1">
            <a:avLst/>
          </a:prstGeom>
          <a:ln w="47625" cmpd="sng">
            <a:solidFill>
              <a:srgbClr val="00B050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2DB2E7-C061-45A4-A1E3-4FCE3F430E00}"/>
              </a:ext>
            </a:extLst>
          </p:cNvPr>
          <p:cNvCxnSpPr>
            <a:cxnSpLocks/>
          </p:cNvCxnSpPr>
          <p:nvPr/>
        </p:nvCxnSpPr>
        <p:spPr>
          <a:xfrm flipH="1" flipV="1">
            <a:off x="8607031" y="2932125"/>
            <a:ext cx="261585" cy="567329"/>
          </a:xfrm>
          <a:prstGeom prst="straightConnector1">
            <a:avLst/>
          </a:prstGeom>
          <a:ln w="47625" cmpd="sng">
            <a:solidFill>
              <a:srgbClr val="00B050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A396B80-C85A-48B5-BE37-0BE6DF9121ED}"/>
              </a:ext>
            </a:extLst>
          </p:cNvPr>
          <p:cNvSpPr txBox="1"/>
          <p:nvPr/>
        </p:nvSpPr>
        <p:spPr>
          <a:xfrm>
            <a:off x="9222332" y="2926417"/>
            <a:ext cx="1972512" cy="46024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000" i="1" dirty="0" err="1">
                <a:solidFill>
                  <a:schemeClr val="accent6"/>
                </a:solidFill>
              </a:rPr>
              <a:t>AudioListener</a:t>
            </a:r>
            <a:endParaRPr lang="en-GB" sz="2000" i="1" dirty="0">
              <a:solidFill>
                <a:schemeClr val="accent6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644254-9482-412A-B313-A415766515D6}"/>
              </a:ext>
            </a:extLst>
          </p:cNvPr>
          <p:cNvGrpSpPr/>
          <p:nvPr/>
        </p:nvGrpSpPr>
        <p:grpSpPr>
          <a:xfrm rot="6873098">
            <a:off x="8327161" y="3099181"/>
            <a:ext cx="904393" cy="874725"/>
            <a:chOff x="4474436" y="3162359"/>
            <a:chExt cx="786222" cy="760432"/>
          </a:xfrm>
        </p:grpSpPr>
        <p:grpSp>
          <p:nvGrpSpPr>
            <p:cNvPr id="29" name="Group 694">
              <a:extLst>
                <a:ext uri="{FF2B5EF4-FFF2-40B4-BE49-F238E27FC236}">
                  <a16:creationId xmlns:a16="http://schemas.microsoft.com/office/drawing/2014/main" id="{845DBD05-9B8A-4F2A-A60A-054382F1F649}"/>
                </a:ext>
              </a:extLst>
            </p:cNvPr>
            <p:cNvGrpSpPr/>
            <p:nvPr/>
          </p:nvGrpSpPr>
          <p:grpSpPr>
            <a:xfrm rot="6582735">
              <a:off x="4556461" y="3121840"/>
              <a:ext cx="622171" cy="786222"/>
              <a:chOff x="323528" y="620688"/>
              <a:chExt cx="1080120" cy="1152128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7F6B172-E2D0-45AE-94DC-CC58D498F718}"/>
                  </a:ext>
                </a:extLst>
              </p:cNvPr>
              <p:cNvSpPr/>
              <p:nvPr/>
            </p:nvSpPr>
            <p:spPr>
              <a:xfrm>
                <a:off x="395536" y="836712"/>
                <a:ext cx="936104" cy="936104"/>
              </a:xfrm>
              <a:prstGeom prst="ellipse">
                <a:avLst/>
              </a:prstGeom>
              <a:solidFill>
                <a:srgbClr val="A88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198A28AF-28AF-4616-83D4-404A58C4ECB9}"/>
                  </a:ext>
                </a:extLst>
              </p:cNvPr>
              <p:cNvSpPr/>
              <p:nvPr/>
            </p:nvSpPr>
            <p:spPr>
              <a:xfrm>
                <a:off x="1259632" y="1196752"/>
                <a:ext cx="144016" cy="288032"/>
              </a:xfrm>
              <a:prstGeom prst="rect">
                <a:avLst/>
              </a:prstGeom>
              <a:solidFill>
                <a:srgbClr val="A88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55455C7-653A-4053-AF48-3A79B75DABC6}"/>
                  </a:ext>
                </a:extLst>
              </p:cNvPr>
              <p:cNvSpPr/>
              <p:nvPr/>
            </p:nvSpPr>
            <p:spPr>
              <a:xfrm>
                <a:off x="323528" y="1196752"/>
                <a:ext cx="144016" cy="288032"/>
              </a:xfrm>
              <a:prstGeom prst="rect">
                <a:avLst/>
              </a:prstGeom>
              <a:solidFill>
                <a:srgbClr val="A88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608E9DA3-3D77-47EB-8216-5CED4001B98D}"/>
                  </a:ext>
                </a:extLst>
              </p:cNvPr>
              <p:cNvSpPr/>
              <p:nvPr/>
            </p:nvSpPr>
            <p:spPr>
              <a:xfrm>
                <a:off x="755576" y="620688"/>
                <a:ext cx="216024" cy="288032"/>
              </a:xfrm>
              <a:prstGeom prst="triangle">
                <a:avLst/>
              </a:prstGeom>
              <a:solidFill>
                <a:srgbClr val="A88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5" name="Group 706">
              <a:extLst>
                <a:ext uri="{FF2B5EF4-FFF2-40B4-BE49-F238E27FC236}">
                  <a16:creationId xmlns:a16="http://schemas.microsoft.com/office/drawing/2014/main" id="{27F4E19F-8737-4A29-A8A2-24B3493B794D}"/>
                </a:ext>
              </a:extLst>
            </p:cNvPr>
            <p:cNvGrpSpPr/>
            <p:nvPr/>
          </p:nvGrpSpPr>
          <p:grpSpPr>
            <a:xfrm rot="6582735">
              <a:off x="4564430" y="3329640"/>
              <a:ext cx="760432" cy="425870"/>
              <a:chOff x="4355976" y="2420888"/>
              <a:chExt cx="720080" cy="36004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005D83-7CD5-4ABD-A723-68D394B86602}"/>
                  </a:ext>
                </a:extLst>
              </p:cNvPr>
              <p:cNvSpPr/>
              <p:nvPr/>
            </p:nvSpPr>
            <p:spPr>
              <a:xfrm>
                <a:off x="4499992" y="2420888"/>
                <a:ext cx="144016" cy="7200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1680FF5-2FE8-4C26-9A4B-E105860329BA}"/>
                  </a:ext>
                </a:extLst>
              </p:cNvPr>
              <p:cNvSpPr/>
              <p:nvPr/>
            </p:nvSpPr>
            <p:spPr>
              <a:xfrm>
                <a:off x="4788024" y="2420888"/>
                <a:ext cx="144016" cy="7200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5285EB4-B168-4060-BED9-FAB6FCAAA46F}"/>
                  </a:ext>
                </a:extLst>
              </p:cNvPr>
              <p:cNvCxnSpPr>
                <a:stCxn id="48" idx="7"/>
                <a:endCxn id="49" idx="1"/>
              </p:cNvCxnSpPr>
              <p:nvPr/>
            </p:nvCxnSpPr>
            <p:spPr>
              <a:xfrm>
                <a:off x="4622917" y="2431433"/>
                <a:ext cx="186198" cy="0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B5DC7B09-C739-49A1-B882-6E5EA55B97BC}"/>
                  </a:ext>
                </a:extLst>
              </p:cNvPr>
              <p:cNvCxnSpPr>
                <a:stCxn id="48" idx="1"/>
              </p:cNvCxnSpPr>
              <p:nvPr/>
            </p:nvCxnSpPr>
            <p:spPr>
              <a:xfrm flipH="1">
                <a:off x="4499992" y="2431433"/>
                <a:ext cx="21091" cy="277487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AA2F080-1CDD-4A7E-BB3B-649DA1BC2272}"/>
                  </a:ext>
                </a:extLst>
              </p:cNvPr>
              <p:cNvCxnSpPr>
                <a:stCxn id="49" idx="5"/>
              </p:cNvCxnSpPr>
              <p:nvPr/>
            </p:nvCxnSpPr>
            <p:spPr>
              <a:xfrm>
                <a:off x="4910949" y="2482351"/>
                <a:ext cx="21091" cy="226569"/>
              </a:xfrm>
              <a:prstGeom prst="lin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7FEB5EF-4EEA-4B48-B99A-5B189913AA23}"/>
                  </a:ext>
                </a:extLst>
              </p:cNvPr>
              <p:cNvSpPr/>
              <p:nvPr/>
            </p:nvSpPr>
            <p:spPr>
              <a:xfrm flipH="1" flipV="1">
                <a:off x="4932040" y="2564904"/>
                <a:ext cx="144016" cy="216024"/>
              </a:xfrm>
              <a:prstGeom prst="arc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39C49D4D-C706-4018-9E2F-94010B72CF65}"/>
                  </a:ext>
                </a:extLst>
              </p:cNvPr>
              <p:cNvSpPr/>
              <p:nvPr/>
            </p:nvSpPr>
            <p:spPr>
              <a:xfrm flipV="1">
                <a:off x="4355976" y="2564904"/>
                <a:ext cx="144016" cy="216024"/>
              </a:xfrm>
              <a:prstGeom prst="arc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defTabSz="1300393" fontAlgn="auto">
                  <a:spcBef>
                    <a:spcPts val="0"/>
                  </a:spcBef>
                  <a:spcAft>
                    <a:spcPts val="0"/>
                  </a:spcAft>
                </a:pPr>
                <a:endParaRPr lang="en-US" sz="3400" dirty="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4C9C9938-D127-4769-B308-4BCDF4A99FDF}"/>
              </a:ext>
            </a:extLst>
          </p:cNvPr>
          <p:cNvSpPr txBox="1"/>
          <p:nvPr/>
        </p:nvSpPr>
        <p:spPr>
          <a:xfrm>
            <a:off x="6655992" y="6049630"/>
            <a:ext cx="151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Sound cone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7A335F-D1FE-48BB-BAEB-677236C575F5}"/>
              </a:ext>
            </a:extLst>
          </p:cNvPr>
          <p:cNvCxnSpPr>
            <a:cxnSpLocks/>
          </p:cNvCxnSpPr>
          <p:nvPr/>
        </p:nvCxnSpPr>
        <p:spPr>
          <a:xfrm>
            <a:off x="5273934" y="5401374"/>
            <a:ext cx="805397" cy="0"/>
          </a:xfrm>
          <a:prstGeom prst="straightConnector1">
            <a:avLst/>
          </a:prstGeom>
          <a:ln w="47625" cmpd="sng">
            <a:solidFill>
              <a:srgbClr val="FF0000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320A29E-03C5-4D0D-B55C-AFD416509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5" y="1226059"/>
            <a:ext cx="11139485" cy="495090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Spatialisation determined by</a:t>
            </a:r>
          </a:p>
          <a:p>
            <a:r>
              <a:rPr lang="en-GB" dirty="0" err="1"/>
              <a:t>AudioListener</a:t>
            </a:r>
            <a:endParaRPr lang="en-GB" dirty="0"/>
          </a:p>
          <a:p>
            <a:pPr lvl="1"/>
            <a:r>
              <a:rPr lang="en-GB" dirty="0"/>
              <a:t>Position</a:t>
            </a:r>
          </a:p>
          <a:p>
            <a:pPr lvl="1"/>
            <a:r>
              <a:rPr lang="en-GB" dirty="0"/>
              <a:t>Up and Forward direction</a:t>
            </a:r>
          </a:p>
          <a:p>
            <a:r>
              <a:rPr lang="en-GB" dirty="0"/>
              <a:t>Panner nodes</a:t>
            </a:r>
          </a:p>
          <a:p>
            <a:pPr lvl="1"/>
            <a:r>
              <a:rPr lang="en-GB" dirty="0"/>
              <a:t>Position</a:t>
            </a:r>
          </a:p>
          <a:p>
            <a:pPr lvl="1"/>
            <a:r>
              <a:rPr lang="en-GB" dirty="0"/>
              <a:t>Orientation</a:t>
            </a:r>
          </a:p>
          <a:p>
            <a:pPr lvl="1"/>
            <a:r>
              <a:rPr lang="en-GB" dirty="0"/>
              <a:t>Sound cone</a:t>
            </a:r>
          </a:p>
          <a:p>
            <a:pPr lvl="1"/>
            <a:r>
              <a:rPr lang="en-GB" dirty="0"/>
              <a:t>Distance model</a:t>
            </a:r>
          </a:p>
          <a:p>
            <a:pPr lvl="1"/>
            <a:r>
              <a:rPr lang="en-GB" dirty="0"/>
              <a:t>Panning model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956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7978-5A72-4CCD-A665-13F0B33CB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Right-hand coordinate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A067-7299-4EE4-ABB2-12D0D15A1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1" y="1684020"/>
            <a:ext cx="6674130" cy="42873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GB" sz="3200" dirty="0"/>
              <a:t>Everything in WAA’s spatial audio is in a right-hand coordinate system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sz="2800" dirty="0"/>
              <a:t>X: horizontal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sz="2800" dirty="0"/>
              <a:t>Y: vertical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GB" sz="2800" dirty="0"/>
              <a:t>Z: back and forth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C3E42C9-889D-4410-B03A-3A1B91C336BB}"/>
              </a:ext>
            </a:extLst>
          </p:cNvPr>
          <p:cNvCxnSpPr>
            <a:cxnSpLocks/>
          </p:cNvCxnSpPr>
          <p:nvPr/>
        </p:nvCxnSpPr>
        <p:spPr>
          <a:xfrm flipV="1">
            <a:off x="8066973" y="1240280"/>
            <a:ext cx="0" cy="3287767"/>
          </a:xfrm>
          <a:prstGeom prst="straightConnector1">
            <a:avLst/>
          </a:prstGeom>
          <a:ln w="31750">
            <a:solidFill>
              <a:srgbClr val="7030A0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F7D4D4-5005-4C2F-80F7-3866D87A100F}"/>
              </a:ext>
            </a:extLst>
          </p:cNvPr>
          <p:cNvCxnSpPr>
            <a:cxnSpLocks/>
          </p:cNvCxnSpPr>
          <p:nvPr/>
        </p:nvCxnSpPr>
        <p:spPr>
          <a:xfrm flipV="1">
            <a:off x="8066973" y="4528047"/>
            <a:ext cx="3713072" cy="1"/>
          </a:xfrm>
          <a:prstGeom prst="straightConnector1">
            <a:avLst/>
          </a:prstGeom>
          <a:ln w="31750">
            <a:solidFill>
              <a:srgbClr val="7030A0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B83B4A-9FD9-4936-B5E5-F2E9AEC3B6C0}"/>
              </a:ext>
            </a:extLst>
          </p:cNvPr>
          <p:cNvCxnSpPr>
            <a:cxnSpLocks/>
          </p:cNvCxnSpPr>
          <p:nvPr/>
        </p:nvCxnSpPr>
        <p:spPr>
          <a:xfrm flipH="1">
            <a:off x="6171617" y="4528043"/>
            <a:ext cx="1895359" cy="2192797"/>
          </a:xfrm>
          <a:prstGeom prst="straightConnector1">
            <a:avLst/>
          </a:prstGeom>
          <a:ln w="31750">
            <a:solidFill>
              <a:srgbClr val="7030A0"/>
            </a:solidFill>
            <a:headEnd type="none" w="lg" len="lg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349336-C39D-47CC-85EF-E98AD9BBE4AA}"/>
              </a:ext>
            </a:extLst>
          </p:cNvPr>
          <p:cNvSpPr txBox="1"/>
          <p:nvPr/>
        </p:nvSpPr>
        <p:spPr>
          <a:xfrm>
            <a:off x="8159524" y="1303334"/>
            <a:ext cx="515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D9C9B-6F3E-4BB1-8DAE-1423C2EEC0E7}"/>
              </a:ext>
            </a:extLst>
          </p:cNvPr>
          <p:cNvSpPr txBox="1"/>
          <p:nvPr/>
        </p:nvSpPr>
        <p:spPr>
          <a:xfrm>
            <a:off x="11034115" y="4559811"/>
            <a:ext cx="515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BB292D-3347-49FE-80E6-B0B0F5935DC2}"/>
              </a:ext>
            </a:extLst>
          </p:cNvPr>
          <p:cNvSpPr txBox="1"/>
          <p:nvPr/>
        </p:nvSpPr>
        <p:spPr>
          <a:xfrm>
            <a:off x="6476428" y="6277534"/>
            <a:ext cx="515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408BA6-C78D-44B4-8549-6D215DEE1514}"/>
              </a:ext>
            </a:extLst>
          </p:cNvPr>
          <p:cNvSpPr txBox="1"/>
          <p:nvPr/>
        </p:nvSpPr>
        <p:spPr>
          <a:xfrm>
            <a:off x="9911517" y="4679577"/>
            <a:ext cx="1032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(1,0,0)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29E7E-3611-432B-957D-7B07409CD3ED}"/>
              </a:ext>
            </a:extLst>
          </p:cNvPr>
          <p:cNvSpPr txBox="1"/>
          <p:nvPr/>
        </p:nvSpPr>
        <p:spPr>
          <a:xfrm>
            <a:off x="8144278" y="2095202"/>
            <a:ext cx="1032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(0,1,0)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24736-6703-4A8F-AE99-0D04FBB22ABE}"/>
              </a:ext>
            </a:extLst>
          </p:cNvPr>
          <p:cNvSpPr txBox="1"/>
          <p:nvPr/>
        </p:nvSpPr>
        <p:spPr>
          <a:xfrm>
            <a:off x="6827752" y="5857829"/>
            <a:ext cx="1032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(0,0,1)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28FFD5-2A3D-41E2-8F77-3A2406A357C1}"/>
              </a:ext>
            </a:extLst>
          </p:cNvPr>
          <p:cNvSpPr/>
          <p:nvPr/>
        </p:nvSpPr>
        <p:spPr>
          <a:xfrm>
            <a:off x="6630287" y="5969526"/>
            <a:ext cx="218411" cy="218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F60F75-BC5C-4C70-A5A0-F810C45F6DBE}"/>
              </a:ext>
            </a:extLst>
          </p:cNvPr>
          <p:cNvSpPr/>
          <p:nvPr/>
        </p:nvSpPr>
        <p:spPr>
          <a:xfrm>
            <a:off x="7941113" y="2106657"/>
            <a:ext cx="218411" cy="218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DCCE34-C84C-4286-8048-3C7BB740BB13}"/>
              </a:ext>
            </a:extLst>
          </p:cNvPr>
          <p:cNvSpPr/>
          <p:nvPr/>
        </p:nvSpPr>
        <p:spPr>
          <a:xfrm>
            <a:off x="10543018" y="4418837"/>
            <a:ext cx="218411" cy="21841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5735EF0-C2C8-4DE3-AFCF-AE679CB27301}"/>
              </a:ext>
            </a:extLst>
          </p:cNvPr>
          <p:cNvGrpSpPr/>
          <p:nvPr/>
        </p:nvGrpSpPr>
        <p:grpSpPr>
          <a:xfrm>
            <a:off x="7478276" y="3836548"/>
            <a:ext cx="1266417" cy="1405908"/>
            <a:chOff x="7027607" y="1475118"/>
            <a:chExt cx="2130412" cy="2365068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244311-9798-4570-AFC8-F74781333E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61124" y="3474720"/>
              <a:ext cx="65578" cy="365466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0C488B8-EEF9-4876-BD41-EA0D5CF6F9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82014" y="3561317"/>
              <a:ext cx="76634" cy="27886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7C30196-EAEC-43C8-A106-EE42B3C1B82C}"/>
                </a:ext>
              </a:extLst>
            </p:cNvPr>
            <p:cNvCxnSpPr>
              <a:cxnSpLocks/>
            </p:cNvCxnSpPr>
            <p:nvPr/>
          </p:nvCxnSpPr>
          <p:spPr>
            <a:xfrm>
              <a:off x="7171819" y="3088716"/>
              <a:ext cx="154883" cy="38600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7AD0A2B-6318-4CCF-9936-9236ECDCE5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8648" y="3230880"/>
              <a:ext cx="408276" cy="37130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C612161-488B-4C98-A0CA-70AF6D3A94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6924" y="3033129"/>
              <a:ext cx="570806" cy="197751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80BF621-C0C6-48E0-9FA4-E69B53E1C6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48319" y="2974258"/>
              <a:ext cx="109700" cy="58871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57E1C7B-2C0A-43CA-9E97-24779B7623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28650" y="2786333"/>
              <a:ext cx="434195" cy="9962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E32D3CD-57E5-4D06-BEA0-B1758418DD46}"/>
                </a:ext>
              </a:extLst>
            </p:cNvPr>
            <p:cNvCxnSpPr>
              <a:cxnSpLocks/>
            </p:cNvCxnSpPr>
            <p:nvPr/>
          </p:nvCxnSpPr>
          <p:spPr>
            <a:xfrm>
              <a:off x="9122718" y="2854036"/>
              <a:ext cx="35301" cy="12022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351962D-9358-4912-B4C7-2E9A7617A2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34525" y="2477195"/>
              <a:ext cx="187732" cy="40876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27DF42-191A-416C-A334-602825232D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4525" y="1658944"/>
              <a:ext cx="0" cy="84828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75FCF0B-4FAF-455E-A2A0-07FF2A0DDA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7607" y="2625214"/>
              <a:ext cx="27038" cy="34904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510483A-666F-4D24-AC95-BDDD5DE3E3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54645" y="2974258"/>
              <a:ext cx="137661" cy="11445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F8A8030-E36D-44B9-996D-E6AFCB9CBE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7046" y="3006213"/>
              <a:ext cx="54077" cy="12044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D5798C-BD44-417E-9A96-AC49E41DD6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61124" y="3006214"/>
              <a:ext cx="125360" cy="5653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CBDAA9F-A803-43E5-8125-7BBA4CBF5E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9445" y="2974258"/>
              <a:ext cx="176981" cy="8849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E2FF71-3630-446C-8C10-83B256963B09}"/>
                </a:ext>
              </a:extLst>
            </p:cNvPr>
            <p:cNvCxnSpPr>
              <a:cxnSpLocks/>
            </p:cNvCxnSpPr>
            <p:nvPr/>
          </p:nvCxnSpPr>
          <p:spPr>
            <a:xfrm>
              <a:off x="7536426" y="2703871"/>
              <a:ext cx="0" cy="27038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8CE4D2-2A7F-4C97-BE00-484A37F6EC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6426" y="2477194"/>
              <a:ext cx="240890" cy="28812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FE21863-EF6B-483C-96B5-94A029138C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5471" y="1681316"/>
              <a:ext cx="71285" cy="82591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2AE44-03D1-4E15-BD74-3A5C8F5EBAF9}"/>
                </a:ext>
              </a:extLst>
            </p:cNvPr>
            <p:cNvCxnSpPr>
              <a:cxnSpLocks/>
            </p:cNvCxnSpPr>
            <p:nvPr/>
          </p:nvCxnSpPr>
          <p:spPr>
            <a:xfrm>
              <a:off x="7234084" y="2507226"/>
              <a:ext cx="46890" cy="525903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BD231133-8153-486B-822E-E7A0D29AD05D}"/>
                </a:ext>
              </a:extLst>
            </p:cNvPr>
            <p:cNvCxnSpPr>
              <a:cxnSpLocks/>
            </p:cNvCxnSpPr>
            <p:nvPr/>
          </p:nvCxnSpPr>
          <p:spPr>
            <a:xfrm>
              <a:off x="7359445" y="2664542"/>
              <a:ext cx="176981" cy="7128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4276D6D-C707-4806-8832-51A0F01D9B5A}"/>
                </a:ext>
              </a:extLst>
            </p:cNvPr>
            <p:cNvCxnSpPr>
              <a:cxnSpLocks/>
            </p:cNvCxnSpPr>
            <p:nvPr/>
          </p:nvCxnSpPr>
          <p:spPr>
            <a:xfrm>
              <a:off x="7777316" y="2244213"/>
              <a:ext cx="142568" cy="120445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FECEC69-4177-4B85-A3F6-8E3AB68001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2626" y="2244213"/>
              <a:ext cx="194187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5A5B95E-9991-424B-8A91-DC90D834C1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6484" y="2244213"/>
              <a:ext cx="226142" cy="42032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5831E61-BB9E-4FD1-A9D8-8D7A3F193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0974" y="2330245"/>
              <a:ext cx="277574" cy="3441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1326D20-78F0-461D-B1D3-C6848F17AD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4084" y="2364658"/>
              <a:ext cx="68826" cy="14256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79F898C-8693-4FD9-BC6C-568663199D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516" y="2507226"/>
              <a:ext cx="142568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E28098-000D-432F-BF62-842A881E1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7608" y="2507226"/>
              <a:ext cx="95863" cy="11798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B198084-DEFA-4EE0-88EE-9F5D175EE5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1657" y="2786333"/>
              <a:ext cx="226362" cy="99624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447BCF0-B6DB-4463-8D6E-09726F3E5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3337" y="1475118"/>
              <a:ext cx="91188" cy="206198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327C87C-79B7-4018-AF01-21363B662D25}"/>
                </a:ext>
              </a:extLst>
            </p:cNvPr>
            <p:cNvCxnSpPr>
              <a:cxnSpLocks/>
            </p:cNvCxnSpPr>
            <p:nvPr/>
          </p:nvCxnSpPr>
          <p:spPr>
            <a:xfrm>
              <a:off x="8011064" y="1475118"/>
              <a:ext cx="132273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D83BE3B-1677-43A5-AF61-99024365DF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756" y="1506749"/>
              <a:ext cx="77313" cy="174567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A9E6122-3269-4B5B-8343-95EF1F890F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52511" y="2854036"/>
              <a:ext cx="199142" cy="31921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00DE138-54AF-4246-96B7-B86B56D1DA52}"/>
                </a:ext>
              </a:extLst>
            </p:cNvPr>
            <p:cNvCxnSpPr>
              <a:cxnSpLocks/>
            </p:cNvCxnSpPr>
            <p:nvPr/>
          </p:nvCxnSpPr>
          <p:spPr>
            <a:xfrm>
              <a:off x="7683260" y="2567796"/>
              <a:ext cx="123553" cy="0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EBFF2DBC-7E2A-42FE-B7F9-3A155A9B91A3}"/>
              </a:ext>
            </a:extLst>
          </p:cNvPr>
          <p:cNvSpPr txBox="1"/>
          <p:nvPr/>
        </p:nvSpPr>
        <p:spPr>
          <a:xfrm>
            <a:off x="8189367" y="4852029"/>
            <a:ext cx="10329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/>
              <a:t>Right hand</a:t>
            </a:r>
          </a:p>
        </p:txBody>
      </p:sp>
    </p:spTree>
    <p:extLst>
      <p:ext uri="{BB962C8B-B14F-4D97-AF65-F5344CB8AC3E}">
        <p14:creationId xmlns:p14="http://schemas.microsoft.com/office/powerpoint/2010/main" val="138949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5" grpId="0"/>
      <p:bldP spid="15" grpId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52" grpId="0"/>
      <p:bldP spid="5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AA7C-433C-4949-B74A-3D15656D2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AudioListener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B98B8E-CEB4-45BF-84AF-DD99BA0223B6}"/>
              </a:ext>
            </a:extLst>
          </p:cNvPr>
          <p:cNvCxnSpPr>
            <a:cxnSpLocks/>
          </p:cNvCxnSpPr>
          <p:nvPr/>
        </p:nvCxnSpPr>
        <p:spPr>
          <a:xfrm>
            <a:off x="4852719" y="3558830"/>
            <a:ext cx="4258794" cy="966952"/>
          </a:xfrm>
          <a:prstGeom prst="straightConnector1">
            <a:avLst/>
          </a:prstGeom>
          <a:ln w="38100">
            <a:headEnd type="oval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03EFE8-5006-40F2-8125-A96DF5147A77}"/>
              </a:ext>
            </a:extLst>
          </p:cNvPr>
          <p:cNvCxnSpPr>
            <a:cxnSpLocks/>
          </p:cNvCxnSpPr>
          <p:nvPr/>
        </p:nvCxnSpPr>
        <p:spPr>
          <a:xfrm flipV="1">
            <a:off x="4036403" y="3558834"/>
            <a:ext cx="816315" cy="2180924"/>
          </a:xfrm>
          <a:prstGeom prst="straightConnector1">
            <a:avLst/>
          </a:prstGeom>
          <a:ln w="381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FA2F9D-9375-4C82-A84D-F3ACE9C28F93}"/>
              </a:ext>
            </a:extLst>
          </p:cNvPr>
          <p:cNvCxnSpPr>
            <a:cxnSpLocks/>
          </p:cNvCxnSpPr>
          <p:nvPr/>
        </p:nvCxnSpPr>
        <p:spPr>
          <a:xfrm flipV="1">
            <a:off x="4036403" y="5020552"/>
            <a:ext cx="0" cy="719206"/>
          </a:xfrm>
          <a:prstGeom prst="straightConnector1">
            <a:avLst/>
          </a:prstGeom>
          <a:ln w="19050">
            <a:solidFill>
              <a:schemeClr val="tx1"/>
            </a:solidFill>
            <a:headEnd type="oval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A44163-A843-41B2-8025-ABA755AE091C}"/>
              </a:ext>
            </a:extLst>
          </p:cNvPr>
          <p:cNvCxnSpPr>
            <a:cxnSpLocks/>
          </p:cNvCxnSpPr>
          <p:nvPr/>
        </p:nvCxnSpPr>
        <p:spPr>
          <a:xfrm>
            <a:off x="4022954" y="5739759"/>
            <a:ext cx="719206" cy="0"/>
          </a:xfrm>
          <a:prstGeom prst="straightConnector1">
            <a:avLst/>
          </a:prstGeom>
          <a:ln w="19050">
            <a:solidFill>
              <a:schemeClr val="tx1"/>
            </a:solidFill>
            <a:headEnd type="oval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099D9F-AFB4-40BF-9E36-07929350C25D}"/>
              </a:ext>
            </a:extLst>
          </p:cNvPr>
          <p:cNvCxnSpPr>
            <a:cxnSpLocks/>
          </p:cNvCxnSpPr>
          <p:nvPr/>
        </p:nvCxnSpPr>
        <p:spPr>
          <a:xfrm flipV="1">
            <a:off x="4022954" y="5292091"/>
            <a:ext cx="533223" cy="447670"/>
          </a:xfrm>
          <a:prstGeom prst="straightConnector1">
            <a:avLst/>
          </a:prstGeom>
          <a:ln w="19050">
            <a:solidFill>
              <a:schemeClr val="tx1"/>
            </a:solidFill>
            <a:headEnd type="oval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910D89-20BA-423E-A330-C81B0B5CB50F}"/>
              </a:ext>
            </a:extLst>
          </p:cNvPr>
          <p:cNvSpPr txBox="1"/>
          <p:nvPr/>
        </p:nvSpPr>
        <p:spPr>
          <a:xfrm flipH="1">
            <a:off x="6388624" y="4347940"/>
            <a:ext cx="2557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Listener’s front vector; direction listener is facing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3EF69A-26D1-4279-BE40-F8882F5FB3BA}"/>
              </a:ext>
            </a:extLst>
          </p:cNvPr>
          <p:cNvSpPr txBox="1"/>
          <p:nvPr/>
        </p:nvSpPr>
        <p:spPr>
          <a:xfrm flipH="1">
            <a:off x="8502145" y="2937722"/>
            <a:ext cx="18081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Up and front vectors are orthogonal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1E191-4AE9-4EA7-8455-96ED1C81F7A5}"/>
              </a:ext>
            </a:extLst>
          </p:cNvPr>
          <p:cNvSpPr txBox="1"/>
          <p:nvPr/>
        </p:nvSpPr>
        <p:spPr>
          <a:xfrm flipH="1">
            <a:off x="3290647" y="3596389"/>
            <a:ext cx="1528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Listener’s position vector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B61FE-5728-476E-9DB8-4E356D11C9E6}"/>
              </a:ext>
            </a:extLst>
          </p:cNvPr>
          <p:cNvSpPr txBox="1"/>
          <p:nvPr/>
        </p:nvSpPr>
        <p:spPr>
          <a:xfrm flipH="1">
            <a:off x="2967610" y="5818954"/>
            <a:ext cx="2458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Origin of coordinate system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6E7A9FE-AA61-418E-9F51-DE94647039D9}"/>
              </a:ext>
            </a:extLst>
          </p:cNvPr>
          <p:cNvCxnSpPr>
            <a:cxnSpLocks/>
          </p:cNvCxnSpPr>
          <p:nvPr/>
        </p:nvCxnSpPr>
        <p:spPr>
          <a:xfrm flipV="1">
            <a:off x="4852719" y="1942028"/>
            <a:ext cx="3487985" cy="1599380"/>
          </a:xfrm>
          <a:prstGeom prst="straightConnector1">
            <a:avLst/>
          </a:prstGeom>
          <a:ln w="38100">
            <a:headEnd type="oval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B78993-29FE-4364-9A2E-2BCF1755D184}"/>
              </a:ext>
            </a:extLst>
          </p:cNvPr>
          <p:cNvSpPr txBox="1"/>
          <p:nvPr/>
        </p:nvSpPr>
        <p:spPr>
          <a:xfrm flipH="1">
            <a:off x="5116316" y="1385362"/>
            <a:ext cx="28753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Listener’s up vector; direction of top of listener’s head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03C39878-9132-4F81-AEB7-4BE12C7BCEB2}"/>
              </a:ext>
            </a:extLst>
          </p:cNvPr>
          <p:cNvSpPr/>
          <p:nvPr/>
        </p:nvSpPr>
        <p:spPr>
          <a:xfrm>
            <a:off x="6091168" y="3027023"/>
            <a:ext cx="622689" cy="75366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6F1B0C8-5125-40EC-B634-0D92E34FC141}"/>
              </a:ext>
            </a:extLst>
          </p:cNvPr>
          <p:cNvCxnSpPr>
            <a:cxnSpLocks/>
            <a:stCxn id="22" idx="1"/>
          </p:cNvCxnSpPr>
          <p:nvPr/>
        </p:nvCxnSpPr>
        <p:spPr>
          <a:xfrm flipV="1">
            <a:off x="6713857" y="3403852"/>
            <a:ext cx="1758634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694">
            <a:extLst>
              <a:ext uri="{FF2B5EF4-FFF2-40B4-BE49-F238E27FC236}">
                <a16:creationId xmlns:a16="http://schemas.microsoft.com/office/drawing/2014/main" id="{BBE7C6C7-19EB-472F-B9C0-2A2D2883B875}"/>
              </a:ext>
            </a:extLst>
          </p:cNvPr>
          <p:cNvGrpSpPr/>
          <p:nvPr/>
        </p:nvGrpSpPr>
        <p:grpSpPr>
          <a:xfrm rot="6582735">
            <a:off x="4556461" y="3121840"/>
            <a:ext cx="622171" cy="786222"/>
            <a:chOff x="323528" y="620688"/>
            <a:chExt cx="1080120" cy="1152128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7132C97-F89F-4B73-9C6C-5D0EB3271AC2}"/>
                </a:ext>
              </a:extLst>
            </p:cNvPr>
            <p:cNvSpPr/>
            <p:nvPr/>
          </p:nvSpPr>
          <p:spPr>
            <a:xfrm>
              <a:off x="395536" y="836712"/>
              <a:ext cx="936104" cy="936104"/>
            </a:xfrm>
            <a:prstGeom prst="ellipse">
              <a:avLst/>
            </a:prstGeom>
            <a:solidFill>
              <a:srgbClr val="A8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4152EEF-FFF8-49B4-BE03-F301945D06C9}"/>
                </a:ext>
              </a:extLst>
            </p:cNvPr>
            <p:cNvSpPr/>
            <p:nvPr/>
          </p:nvSpPr>
          <p:spPr>
            <a:xfrm>
              <a:off x="1259632" y="1196752"/>
              <a:ext cx="144016" cy="288032"/>
            </a:xfrm>
            <a:prstGeom prst="rect">
              <a:avLst/>
            </a:prstGeom>
            <a:solidFill>
              <a:srgbClr val="A8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0D5E1E6-406E-40B2-B394-700CF2643CF0}"/>
                </a:ext>
              </a:extLst>
            </p:cNvPr>
            <p:cNvSpPr/>
            <p:nvPr/>
          </p:nvSpPr>
          <p:spPr>
            <a:xfrm>
              <a:off x="323528" y="1196752"/>
              <a:ext cx="144016" cy="288032"/>
            </a:xfrm>
            <a:prstGeom prst="rect">
              <a:avLst/>
            </a:prstGeom>
            <a:solidFill>
              <a:srgbClr val="A8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FA1C1E3E-9A9B-4D80-A57B-26CACDA3CFC4}"/>
                </a:ext>
              </a:extLst>
            </p:cNvPr>
            <p:cNvSpPr/>
            <p:nvPr/>
          </p:nvSpPr>
          <p:spPr>
            <a:xfrm>
              <a:off x="755576" y="620688"/>
              <a:ext cx="216024" cy="288032"/>
            </a:xfrm>
            <a:prstGeom prst="triangle">
              <a:avLst/>
            </a:prstGeom>
            <a:solidFill>
              <a:srgbClr val="A88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39" name="Group 706">
            <a:extLst>
              <a:ext uri="{FF2B5EF4-FFF2-40B4-BE49-F238E27FC236}">
                <a16:creationId xmlns:a16="http://schemas.microsoft.com/office/drawing/2014/main" id="{6E5F3E5A-9B8D-4485-B3D8-3BE59F0B6981}"/>
              </a:ext>
            </a:extLst>
          </p:cNvPr>
          <p:cNvGrpSpPr/>
          <p:nvPr/>
        </p:nvGrpSpPr>
        <p:grpSpPr>
          <a:xfrm rot="6582735">
            <a:off x="4564430" y="3329640"/>
            <a:ext cx="760432" cy="425870"/>
            <a:chOff x="4355976" y="2420888"/>
            <a:chExt cx="720080" cy="36004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AF0B5D7-BD07-48B0-BC6D-04EC32F4847E}"/>
                </a:ext>
              </a:extLst>
            </p:cNvPr>
            <p:cNvSpPr/>
            <p:nvPr/>
          </p:nvSpPr>
          <p:spPr>
            <a:xfrm>
              <a:off x="4499992" y="2420888"/>
              <a:ext cx="144016" cy="7200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9639E70-0F3A-4AF3-A022-86F3D11F2120}"/>
                </a:ext>
              </a:extLst>
            </p:cNvPr>
            <p:cNvSpPr/>
            <p:nvPr/>
          </p:nvSpPr>
          <p:spPr>
            <a:xfrm>
              <a:off x="4788024" y="2420888"/>
              <a:ext cx="144016" cy="7200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white"/>
                </a:solidFill>
              </a:endParaRP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44240F6-9836-4D10-862E-CC13E0158F80}"/>
                </a:ext>
              </a:extLst>
            </p:cNvPr>
            <p:cNvCxnSpPr>
              <a:stCxn id="40" idx="7"/>
              <a:endCxn id="41" idx="1"/>
            </p:cNvCxnSpPr>
            <p:nvPr/>
          </p:nvCxnSpPr>
          <p:spPr>
            <a:xfrm>
              <a:off x="4622917" y="2431433"/>
              <a:ext cx="186198" cy="0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353F911-7635-4635-9F7A-C417255902CF}"/>
                </a:ext>
              </a:extLst>
            </p:cNvPr>
            <p:cNvCxnSpPr>
              <a:stCxn id="40" idx="1"/>
            </p:cNvCxnSpPr>
            <p:nvPr/>
          </p:nvCxnSpPr>
          <p:spPr>
            <a:xfrm flipH="1">
              <a:off x="4499992" y="2431433"/>
              <a:ext cx="21091" cy="277487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8CBF74B-1EF4-4120-88D1-B1B0DE6F7780}"/>
                </a:ext>
              </a:extLst>
            </p:cNvPr>
            <p:cNvCxnSpPr>
              <a:stCxn id="41" idx="5"/>
            </p:cNvCxnSpPr>
            <p:nvPr/>
          </p:nvCxnSpPr>
          <p:spPr>
            <a:xfrm>
              <a:off x="4910949" y="2482351"/>
              <a:ext cx="21091" cy="226569"/>
            </a:xfrm>
            <a:prstGeom prst="lin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9B0E6F57-57D6-4EF4-A224-0E7A3E047F52}"/>
                </a:ext>
              </a:extLst>
            </p:cNvPr>
            <p:cNvSpPr/>
            <p:nvPr/>
          </p:nvSpPr>
          <p:spPr>
            <a:xfrm flipH="1" flipV="1">
              <a:off x="4932040" y="2564904"/>
              <a:ext cx="144016" cy="216024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black"/>
                </a:solidFill>
              </a:endParaRPr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6923844B-0323-4152-9B1F-8808F40AF175}"/>
                </a:ext>
              </a:extLst>
            </p:cNvPr>
            <p:cNvSpPr/>
            <p:nvPr/>
          </p:nvSpPr>
          <p:spPr>
            <a:xfrm flipV="1">
              <a:off x="4355976" y="2564904"/>
              <a:ext cx="144016" cy="216024"/>
            </a:xfrm>
            <a:prstGeom prst="arc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defTabSz="1300393" fontAlgn="auto">
                <a:spcBef>
                  <a:spcPts val="0"/>
                </a:spcBef>
                <a:spcAft>
                  <a:spcPts val="0"/>
                </a:spcAft>
              </a:pPr>
              <a:endParaRPr lang="en-US" sz="3400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26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AACF-6E29-4708-8BED-94DFB082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AudioListener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CFA7-F269-4258-9BCF-C1F29301B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5500"/>
            <a:ext cx="12192000" cy="473964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GB" sz="3200" b="1" dirty="0">
                <a:hlinkClick r:id="rId2"/>
              </a:rPr>
              <a:t>positionX</a:t>
            </a:r>
            <a:r>
              <a:rPr lang="en-GB" sz="3200" b="1" dirty="0"/>
              <a:t>/</a:t>
            </a:r>
            <a:r>
              <a:rPr lang="en-GB" sz="3200" b="1" dirty="0" err="1"/>
              <a:t>positionY</a:t>
            </a:r>
            <a:r>
              <a:rPr lang="en-GB" sz="3200" b="1" dirty="0"/>
              <a:t>/</a:t>
            </a:r>
            <a:r>
              <a:rPr lang="en-GB" sz="3200" b="1" dirty="0" err="1"/>
              <a:t>positionZ</a:t>
            </a:r>
            <a:endParaRPr lang="en-GB" sz="3200" dirty="0"/>
          </a:p>
          <a:p>
            <a:pPr lvl="1">
              <a:lnSpc>
                <a:spcPct val="110000"/>
              </a:lnSpc>
            </a:pPr>
            <a:r>
              <a:rPr lang="en-GB" sz="2800" dirty="0"/>
              <a:t>horizontal/vertical/longitudinal (back &amp; forth) position of listener.  default 0,0,0</a:t>
            </a:r>
          </a:p>
          <a:p>
            <a:pPr>
              <a:lnSpc>
                <a:spcPct val="110000"/>
              </a:lnSpc>
            </a:pPr>
            <a:r>
              <a:rPr lang="en-GB" sz="3200" b="1" dirty="0" err="1">
                <a:hlinkClick r:id="rId3"/>
              </a:rPr>
              <a:t>forwardX</a:t>
            </a:r>
            <a:r>
              <a:rPr lang="en-GB" sz="3200" b="1" dirty="0"/>
              <a:t> / </a:t>
            </a:r>
            <a:r>
              <a:rPr lang="en-GB" sz="3200" b="1" dirty="0" err="1"/>
              <a:t>forwardY</a:t>
            </a:r>
            <a:r>
              <a:rPr lang="en-GB" sz="3200" b="1" dirty="0"/>
              <a:t> / </a:t>
            </a:r>
            <a:r>
              <a:rPr lang="en-GB" sz="3200" b="1" dirty="0" err="1"/>
              <a:t>forwardZ</a:t>
            </a:r>
            <a:endParaRPr lang="en-GB" sz="3200" dirty="0"/>
          </a:p>
          <a:p>
            <a:pPr lvl="1">
              <a:lnSpc>
                <a:spcPct val="110000"/>
              </a:lnSpc>
            </a:pPr>
            <a:r>
              <a:rPr lang="en-GB" sz="2800" dirty="0"/>
              <a:t>horizontal/vertical/longitudinal (back &amp; forth) position of listener's forward direction. default is 0,0,-1.</a:t>
            </a:r>
          </a:p>
          <a:p>
            <a:pPr>
              <a:lnSpc>
                <a:spcPct val="110000"/>
              </a:lnSpc>
            </a:pPr>
            <a:r>
              <a:rPr lang="en-GB" sz="3200" b="1" dirty="0" err="1">
                <a:hlinkClick r:id="rId4"/>
              </a:rPr>
              <a:t>upX</a:t>
            </a:r>
            <a:r>
              <a:rPr lang="en-GB" sz="3200" b="1" dirty="0"/>
              <a:t> / </a:t>
            </a:r>
            <a:r>
              <a:rPr lang="en-GB" sz="3200" b="1" dirty="0" err="1"/>
              <a:t>upY</a:t>
            </a:r>
            <a:r>
              <a:rPr lang="en-GB" sz="3200" b="1" dirty="0"/>
              <a:t> / </a:t>
            </a:r>
            <a:r>
              <a:rPr lang="en-GB" sz="3200" b="1" dirty="0" err="1"/>
              <a:t>upZ</a:t>
            </a:r>
            <a:endParaRPr lang="en-GB" sz="3200" dirty="0"/>
          </a:p>
          <a:p>
            <a:pPr lvl="1">
              <a:lnSpc>
                <a:spcPct val="110000"/>
              </a:lnSpc>
            </a:pPr>
            <a:r>
              <a:rPr lang="en-GB" sz="2800" dirty="0"/>
              <a:t>horizontal/vertical/longitudinal (back &amp; forth)  position of top of listener's head. default is 0,1,0.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678315-5EB1-4E7B-878C-2D5F7240F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1229037"/>
            <a:ext cx="4838700" cy="70689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90459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458B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myListener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listener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myListener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positionX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786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60C37-DE9C-4114-9EEE-5BD9D473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30" y="0"/>
            <a:ext cx="10515600" cy="883919"/>
          </a:xfrm>
        </p:spPr>
        <p:txBody>
          <a:bodyPr>
            <a:normAutofit/>
          </a:bodyPr>
          <a:lstStyle/>
          <a:p>
            <a:r>
              <a:rPr lang="en-GB" dirty="0" err="1"/>
              <a:t>PannerNode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4815-A864-40ED-BA4B-557B1F7C1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61" y="1295866"/>
            <a:ext cx="11808663" cy="52725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>
                <a:hlinkClick r:id="rId2"/>
              </a:rPr>
              <a:t>positionX</a:t>
            </a:r>
            <a:r>
              <a:rPr lang="en-GB" dirty="0">
                <a:solidFill>
                  <a:schemeClr val="accent1"/>
                </a:solidFill>
              </a:rPr>
              <a:t>/Y/Z</a:t>
            </a:r>
            <a:r>
              <a:rPr lang="en-GB" dirty="0"/>
              <a:t>: position of audio.  Default is 0,0,0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3"/>
              </a:rPr>
              <a:t>orientationX</a:t>
            </a:r>
            <a:r>
              <a:rPr lang="en-GB" dirty="0">
                <a:solidFill>
                  <a:schemeClr val="accent1"/>
                </a:solidFill>
              </a:rPr>
              <a:t>/Y/Z</a:t>
            </a:r>
            <a:r>
              <a:rPr lang="en-GB" dirty="0"/>
              <a:t>: position of audio source's vector. Default is 1,0,0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>
                <a:hlinkClick r:id="rId4"/>
              </a:rPr>
              <a:t>coneInnerAngle</a:t>
            </a:r>
            <a:r>
              <a:rPr lang="en-GB" dirty="0"/>
              <a:t>/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coneOuterAngle</a:t>
            </a:r>
            <a:r>
              <a:rPr lang="en-GB" dirty="0"/>
              <a:t>: cone angle range for volume reduction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5"/>
              </a:rPr>
              <a:t>coneOuterGain</a:t>
            </a:r>
            <a:r>
              <a:rPr lang="en-GB"/>
              <a:t>: reduction </a:t>
            </a:r>
            <a:r>
              <a:rPr lang="en-GB" dirty="0"/>
              <a:t>outside cone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6"/>
              </a:rPr>
              <a:t>refDistance</a:t>
            </a:r>
            <a:r>
              <a:rPr lang="en-GB" dirty="0"/>
              <a:t>/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maxDistance</a:t>
            </a:r>
            <a:r>
              <a:rPr lang="en-GB" dirty="0"/>
              <a:t>: minimum/maximum distance between source &amp; listener for reducing volume 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7"/>
              </a:rPr>
              <a:t>rolloffFactor</a:t>
            </a:r>
            <a:r>
              <a:rPr lang="en-GB" dirty="0"/>
              <a:t>: how quickly volume reduced as source moves away from listener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8"/>
              </a:rPr>
              <a:t>distanceModel</a:t>
            </a:r>
            <a:r>
              <a:rPr lang="en-GB" dirty="0"/>
              <a:t>: algorithm to reduce source volume</a:t>
            </a: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GB" dirty="0" err="1">
                <a:hlinkClick r:id="rId9"/>
              </a:rPr>
              <a:t>panningModel</a:t>
            </a:r>
            <a:r>
              <a:rPr lang="en-GB" dirty="0"/>
              <a:t>: algorithm to position audio in 3D</a:t>
            </a:r>
          </a:p>
        </p:txBody>
      </p:sp>
    </p:spTree>
    <p:extLst>
      <p:ext uri="{BB962C8B-B14F-4D97-AF65-F5344CB8AC3E}">
        <p14:creationId xmlns:p14="http://schemas.microsoft.com/office/powerpoint/2010/main" val="370868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DB06-4A43-4083-B9EF-CEBA6921A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3342"/>
            <a:ext cx="6903720" cy="940434"/>
          </a:xfrm>
        </p:spPr>
        <p:txBody>
          <a:bodyPr>
            <a:normAutofit/>
          </a:bodyPr>
          <a:lstStyle/>
          <a:p>
            <a:r>
              <a:rPr lang="en-GB" dirty="0"/>
              <a:t>Position and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E3AC5-0B66-42D6-9E85-DD3743F85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AudioListener’s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Position</a:t>
            </a:r>
          </a:p>
          <a:p>
            <a:pPr lvl="1"/>
            <a:r>
              <a:rPr lang="en-GB" dirty="0"/>
              <a:t>Up</a:t>
            </a:r>
          </a:p>
          <a:p>
            <a:pPr lvl="1"/>
            <a:r>
              <a:rPr lang="en-GB" dirty="0"/>
              <a:t>Forward</a:t>
            </a:r>
          </a:p>
          <a:p>
            <a:r>
              <a:rPr lang="en-GB" dirty="0" err="1"/>
              <a:t>PannerNode’s</a:t>
            </a:r>
            <a:endParaRPr lang="en-GB" dirty="0"/>
          </a:p>
          <a:p>
            <a:pPr lvl="1"/>
            <a:r>
              <a:rPr lang="en-GB" dirty="0"/>
              <a:t>Position</a:t>
            </a:r>
          </a:p>
          <a:p>
            <a:pPr lvl="1"/>
            <a:r>
              <a:rPr lang="en-GB" dirty="0"/>
              <a:t>Orientation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0324F7-AAF5-42C9-8173-236E1D3EF1B6}"/>
              </a:ext>
            </a:extLst>
          </p:cNvPr>
          <p:cNvCxnSpPr>
            <a:cxnSpLocks/>
            <a:stCxn id="14" idx="4"/>
          </p:cNvCxnSpPr>
          <p:nvPr/>
        </p:nvCxnSpPr>
        <p:spPr>
          <a:xfrm flipV="1">
            <a:off x="5614366" y="1537647"/>
            <a:ext cx="0" cy="292261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CB12F85-DF37-46EA-B0FF-1288A895F208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596366" y="4442257"/>
            <a:ext cx="2914709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085666-D7F9-409E-84B3-C1CF64664BFD}"/>
              </a:ext>
            </a:extLst>
          </p:cNvPr>
          <p:cNvCxnSpPr>
            <a:cxnSpLocks/>
            <a:stCxn id="14" idx="3"/>
          </p:cNvCxnSpPr>
          <p:nvPr/>
        </p:nvCxnSpPr>
        <p:spPr>
          <a:xfrm flipH="1">
            <a:off x="3529014" y="4454985"/>
            <a:ext cx="2072624" cy="1569062"/>
          </a:xfrm>
          <a:prstGeom prst="straightConnector1">
            <a:avLst/>
          </a:prstGeom>
          <a:ln w="28575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8BF61C2D-6693-4C7B-B547-F51237A8484D}"/>
              </a:ext>
            </a:extLst>
          </p:cNvPr>
          <p:cNvSpPr>
            <a:spLocks noChangeAspect="1"/>
          </p:cNvSpPr>
          <p:nvPr/>
        </p:nvSpPr>
        <p:spPr>
          <a:xfrm>
            <a:off x="5596366" y="4424257"/>
            <a:ext cx="36000" cy="36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EFB8E23-89FE-4514-A4AC-3D626B3FA374}"/>
              </a:ext>
            </a:extLst>
          </p:cNvPr>
          <p:cNvCxnSpPr>
            <a:cxnSpLocks/>
            <a:stCxn id="28" idx="4"/>
          </p:cNvCxnSpPr>
          <p:nvPr/>
        </p:nvCxnSpPr>
        <p:spPr>
          <a:xfrm flipV="1">
            <a:off x="7110019" y="2499847"/>
            <a:ext cx="0" cy="876783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2776E0-6004-4D4D-A705-2CAE75DA3415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7104619" y="3371230"/>
            <a:ext cx="87441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207650-7833-429F-B315-9B4AC502B01D}"/>
              </a:ext>
            </a:extLst>
          </p:cNvPr>
          <p:cNvCxnSpPr>
            <a:cxnSpLocks/>
            <a:stCxn id="28" idx="3"/>
          </p:cNvCxnSpPr>
          <p:nvPr/>
        </p:nvCxnSpPr>
        <p:spPr>
          <a:xfrm flipH="1">
            <a:off x="6484414" y="3375048"/>
            <a:ext cx="621787" cy="470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0AE53BE-E6EC-4460-907D-32E2F3B532C8}"/>
              </a:ext>
            </a:extLst>
          </p:cNvPr>
          <p:cNvSpPr>
            <a:spLocks noChangeAspect="1"/>
          </p:cNvSpPr>
          <p:nvPr/>
        </p:nvSpPr>
        <p:spPr>
          <a:xfrm>
            <a:off x="7104619" y="3365830"/>
            <a:ext cx="10800" cy="10800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B764C20-39D3-49E2-98A5-8477528E3457}"/>
              </a:ext>
            </a:extLst>
          </p:cNvPr>
          <p:cNvCxnSpPr>
            <a:cxnSpLocks/>
            <a:stCxn id="34" idx="4"/>
          </p:cNvCxnSpPr>
          <p:nvPr/>
        </p:nvCxnSpPr>
        <p:spPr>
          <a:xfrm flipV="1">
            <a:off x="6387727" y="4940024"/>
            <a:ext cx="0" cy="876783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B8E6C6E-563A-4210-9A9D-B8DB91A635C8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382327" y="5811407"/>
            <a:ext cx="874413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4B96543-EA56-4DE7-905A-9EA58D9FA3F1}"/>
              </a:ext>
            </a:extLst>
          </p:cNvPr>
          <p:cNvCxnSpPr>
            <a:cxnSpLocks/>
            <a:stCxn id="34" idx="3"/>
          </p:cNvCxnSpPr>
          <p:nvPr/>
        </p:nvCxnSpPr>
        <p:spPr>
          <a:xfrm flipH="1">
            <a:off x="5762122" y="5815225"/>
            <a:ext cx="621787" cy="470719"/>
          </a:xfrm>
          <a:prstGeom prst="straightConnector1">
            <a:avLst/>
          </a:prstGeom>
          <a:ln w="12700">
            <a:solidFill>
              <a:schemeClr val="tx1"/>
            </a:solidFill>
            <a:headEnd type="none" w="lg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8A5C45F-A3E1-45F8-91F6-EAF3A289E6EC}"/>
              </a:ext>
            </a:extLst>
          </p:cNvPr>
          <p:cNvSpPr>
            <a:spLocks noChangeAspect="1"/>
          </p:cNvSpPr>
          <p:nvPr/>
        </p:nvSpPr>
        <p:spPr>
          <a:xfrm>
            <a:off x="6382327" y="5806007"/>
            <a:ext cx="10800" cy="10800"/>
          </a:xfrm>
          <a:prstGeom prst="ellipse">
            <a:avLst/>
          </a:prstGeom>
          <a:solidFill>
            <a:schemeClr val="tx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369101-5A27-4FD1-8922-3C0ACF6475DC}"/>
              </a:ext>
            </a:extLst>
          </p:cNvPr>
          <p:cNvSpPr txBox="1"/>
          <p:nvPr/>
        </p:nvSpPr>
        <p:spPr>
          <a:xfrm>
            <a:off x="8163586" y="4501697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 dirty="0"/>
              <a:t>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514619-A636-41E2-B17A-EAD3E1789E00}"/>
              </a:ext>
            </a:extLst>
          </p:cNvPr>
          <p:cNvSpPr txBox="1"/>
          <p:nvPr/>
        </p:nvSpPr>
        <p:spPr>
          <a:xfrm>
            <a:off x="3898306" y="5636196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 dirty="0"/>
              <a:t>z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15374C-B3DB-4681-86F4-3E8E52274489}"/>
              </a:ext>
            </a:extLst>
          </p:cNvPr>
          <p:cNvSpPr txBox="1"/>
          <p:nvPr/>
        </p:nvSpPr>
        <p:spPr>
          <a:xfrm>
            <a:off x="5714127" y="1716644"/>
            <a:ext cx="708163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900"/>
              <a:t>y</a:t>
            </a:r>
            <a:endParaRPr lang="en-GB" sz="29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5547E5-7FFC-446A-A106-303493A5EF0F}"/>
              </a:ext>
            </a:extLst>
          </p:cNvPr>
          <p:cNvSpPr txBox="1"/>
          <p:nvPr/>
        </p:nvSpPr>
        <p:spPr>
          <a:xfrm>
            <a:off x="6372296" y="2674549"/>
            <a:ext cx="981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CC0099"/>
                </a:solidFill>
              </a:rPr>
              <a:t>Up </a:t>
            </a:r>
          </a:p>
          <a:p>
            <a:r>
              <a:rPr lang="en-GB" b="1" dirty="0">
                <a:solidFill>
                  <a:srgbClr val="CC0099"/>
                </a:solidFill>
              </a:rPr>
              <a:t>(0,1,0)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8B1D78-F2EC-4DD7-9659-429069F81C9B}"/>
              </a:ext>
            </a:extLst>
          </p:cNvPr>
          <p:cNvSpPr txBox="1"/>
          <p:nvPr/>
        </p:nvSpPr>
        <p:spPr>
          <a:xfrm>
            <a:off x="7806328" y="2702424"/>
            <a:ext cx="1516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CC0099"/>
                </a:solidFill>
              </a:rPr>
              <a:t>Forward</a:t>
            </a:r>
          </a:p>
          <a:p>
            <a:r>
              <a:rPr lang="en-GB" b="1" dirty="0">
                <a:solidFill>
                  <a:srgbClr val="CC0099"/>
                </a:solidFill>
              </a:rPr>
              <a:t>(0,0,-1)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E86D91E-9289-444F-BD45-09B45488B2E4}"/>
              </a:ext>
            </a:extLst>
          </p:cNvPr>
          <p:cNvCxnSpPr>
            <a:cxnSpLocks/>
          </p:cNvCxnSpPr>
          <p:nvPr/>
        </p:nvCxnSpPr>
        <p:spPr>
          <a:xfrm flipV="1">
            <a:off x="7119237" y="2769362"/>
            <a:ext cx="717646" cy="599147"/>
          </a:xfrm>
          <a:prstGeom prst="straightConnector1">
            <a:avLst/>
          </a:prstGeom>
          <a:ln w="47625" cmpd="sng">
            <a:solidFill>
              <a:srgbClr val="CC0099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92DB2E7-C061-45A4-A1E3-4FCE3F430E00}"/>
              </a:ext>
            </a:extLst>
          </p:cNvPr>
          <p:cNvCxnSpPr>
            <a:cxnSpLocks/>
          </p:cNvCxnSpPr>
          <p:nvPr/>
        </p:nvCxnSpPr>
        <p:spPr>
          <a:xfrm flipV="1">
            <a:off x="7110019" y="2725926"/>
            <a:ext cx="5400" cy="612000"/>
          </a:xfrm>
          <a:prstGeom prst="straightConnector1">
            <a:avLst/>
          </a:prstGeom>
          <a:ln w="47625" cmpd="sng">
            <a:solidFill>
              <a:srgbClr val="CC0099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9AB37E8-2BE0-4007-B03C-326041F26ED3}"/>
              </a:ext>
            </a:extLst>
          </p:cNvPr>
          <p:cNvSpPr txBox="1"/>
          <p:nvPr/>
        </p:nvSpPr>
        <p:spPr>
          <a:xfrm>
            <a:off x="6372296" y="5110585"/>
            <a:ext cx="1516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7030A0"/>
                </a:solidFill>
              </a:rPr>
              <a:t>Orientation</a:t>
            </a:r>
          </a:p>
          <a:p>
            <a:r>
              <a:rPr lang="en-GB" b="1" dirty="0">
                <a:solidFill>
                  <a:srgbClr val="7030A0"/>
                </a:solidFill>
              </a:rPr>
              <a:t>(1,0,0)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7A335F-D1FE-48BB-BAEB-677236C575F5}"/>
              </a:ext>
            </a:extLst>
          </p:cNvPr>
          <p:cNvCxnSpPr>
            <a:cxnSpLocks/>
          </p:cNvCxnSpPr>
          <p:nvPr/>
        </p:nvCxnSpPr>
        <p:spPr>
          <a:xfrm flipV="1">
            <a:off x="6372296" y="5802415"/>
            <a:ext cx="717646" cy="0"/>
          </a:xfrm>
          <a:prstGeom prst="straightConnector1">
            <a:avLst/>
          </a:prstGeom>
          <a:ln w="47625" cmpd="sng">
            <a:solidFill>
              <a:srgbClr val="7030A0"/>
            </a:solidFill>
            <a:headEnd type="none" w="lg" len="med"/>
            <a:tailEnd type="stealth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A396B80-C85A-48B5-BE37-0BE6DF9121ED}"/>
              </a:ext>
            </a:extLst>
          </p:cNvPr>
          <p:cNvSpPr txBox="1"/>
          <p:nvPr/>
        </p:nvSpPr>
        <p:spPr>
          <a:xfrm>
            <a:off x="6948938" y="3497241"/>
            <a:ext cx="171478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000" i="1" dirty="0" err="1">
                <a:solidFill>
                  <a:srgbClr val="CC0099"/>
                </a:solidFill>
              </a:rPr>
              <a:t>AudioListener</a:t>
            </a:r>
            <a:endParaRPr lang="en-GB" sz="2000" i="1" dirty="0">
              <a:solidFill>
                <a:srgbClr val="CC0099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D4A90B-92C7-4095-9CB3-C6F5EDB8599D}"/>
              </a:ext>
            </a:extLst>
          </p:cNvPr>
          <p:cNvSpPr txBox="1"/>
          <p:nvPr/>
        </p:nvSpPr>
        <p:spPr>
          <a:xfrm>
            <a:off x="6372296" y="5966301"/>
            <a:ext cx="1714780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2000" i="1" dirty="0" err="1">
                <a:solidFill>
                  <a:srgbClr val="7030A0"/>
                </a:solidFill>
              </a:rPr>
              <a:t>PannerNode</a:t>
            </a:r>
            <a:endParaRPr lang="en-GB" sz="20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176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7992-782B-4BEF-A9D8-B98AF863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PannerNode</a:t>
            </a:r>
            <a:endParaRPr lang="en-GB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Content Placeholder 6" descr="Light Gray Cone">
                <a:extLst>
                  <a:ext uri="{FF2B5EF4-FFF2-40B4-BE49-F238E27FC236}">
                    <a16:creationId xmlns:a16="http://schemas.microsoft.com/office/drawing/2014/main" id="{EEA1FF0C-66B0-4921-A22C-0C3B145ED30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9578157"/>
                  </p:ext>
                </p:extLst>
              </p:nvPr>
            </p:nvGraphicFramePr>
            <p:xfrm rot="16703720">
              <a:off x="3889645" y="1826637"/>
              <a:ext cx="2416714" cy="2764150"/>
            </p:xfrm>
            <a:graphic>
              <a:graphicData uri="http://schemas.microsoft.com/office/drawing/2017/model3d">
                <am3d:model3d r:embed="rId2">
                  <am3d:spPr>
                    <a:xfrm rot="16703720">
                      <a:off x="0" y="0"/>
                      <a:ext cx="2416714" cy="2764150"/>
                    </a:xfrm>
                    <a:prstGeom prst="rect">
                      <a:avLst/>
                    </a:prstGeom>
                    <a:scene3d>
                      <a:camera prst="orthographicFront"/>
                      <a:lightRig rig="threePt" dir="t"/>
                    </a:scene3d>
                    <a:sp3d>
                      <a:bevelT w="50800"/>
                      <a:extrusionClr>
                        <a:schemeClr val="bg1"/>
                      </a:extrusionClr>
                    </a:sp3d>
                  </am3d:spPr>
                  <am3d:camera>
                    <am3d:pos x="0" y="0" z="79877068"/>
                    <am3d:up dx="0" dy="36000000" dz="0"/>
                    <am3d:lookAt x="0" y="0" z="0"/>
                    <am3d:perspective fov="1948555"/>
                  </am3d:camera>
                  <am3d:trans>
                    <am3d:meterPerModelUnit n="6704480" d="1000000"/>
                    <am3d:preTrans dx="2" dy="-16922770" dz="-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Content Placeholder 6" descr="Light Gray Cone">
                <a:extLst>
                  <a:ext uri="{FF2B5EF4-FFF2-40B4-BE49-F238E27FC236}">
                    <a16:creationId xmlns:a16="http://schemas.microsoft.com/office/drawing/2014/main" id="{EEA1FF0C-66B0-4921-A22C-0C3B145ED3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6703720">
                <a:off x="3889645" y="1826637"/>
                <a:ext cx="2416714" cy="2764150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50800"/>
                <a:extrusionClr>
                  <a:schemeClr val="bg1"/>
                </a:extrusionClr>
              </a:sp3d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DF28C9E0-77FB-46DB-9274-FE6B1DBD1CF0}"/>
              </a:ext>
            </a:extLst>
          </p:cNvPr>
          <p:cNvGrpSpPr/>
          <p:nvPr/>
        </p:nvGrpSpPr>
        <p:grpSpPr>
          <a:xfrm>
            <a:off x="1716111" y="1871853"/>
            <a:ext cx="7301104" cy="4292321"/>
            <a:chOff x="3283820" y="2734848"/>
            <a:chExt cx="5847328" cy="343764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DA4A1A0-9462-46B9-8EE5-0BD763CA812E}"/>
                </a:ext>
              </a:extLst>
            </p:cNvPr>
            <p:cNvCxnSpPr>
              <a:cxnSpLocks/>
            </p:cNvCxnSpPr>
            <p:nvPr/>
          </p:nvCxnSpPr>
          <p:spPr>
            <a:xfrm>
              <a:off x="5172250" y="3696869"/>
              <a:ext cx="3700288" cy="502391"/>
            </a:xfrm>
            <a:prstGeom prst="straightConnector1">
              <a:avLst/>
            </a:prstGeom>
            <a:ln w="38100">
              <a:headEnd type="oval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02EA94-3083-4345-B706-1A925D3CF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8477" y="3696872"/>
              <a:ext cx="653773" cy="1746665"/>
            </a:xfrm>
            <a:prstGeom prst="straightConnector1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0E3A15C-36AD-434A-9E57-1E8B96007C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8477" y="4867537"/>
              <a:ext cx="0" cy="57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F3ACEA8-7FEB-4DC7-B82C-E24FC3765B57}"/>
                </a:ext>
              </a:extLst>
            </p:cNvPr>
            <p:cNvCxnSpPr>
              <a:cxnSpLocks/>
            </p:cNvCxnSpPr>
            <p:nvPr/>
          </p:nvCxnSpPr>
          <p:spPr>
            <a:xfrm>
              <a:off x="4507706" y="5443538"/>
              <a:ext cx="576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BCC9A3B-7218-4B2F-AECE-3C0C4DFF5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7706" y="5085008"/>
              <a:ext cx="427049" cy="35853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oval" w="lg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47E647D-2142-4FDF-9094-0876AC5183A8}"/>
                </a:ext>
              </a:extLst>
            </p:cNvPr>
            <p:cNvSpPr txBox="1"/>
            <p:nvPr/>
          </p:nvSpPr>
          <p:spPr>
            <a:xfrm flipH="1">
              <a:off x="7082862" y="4126010"/>
              <a:ext cx="2048286" cy="66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PannerNode’s</a:t>
              </a:r>
              <a:r>
                <a:rPr lang="en-GB" sz="2400" dirty="0"/>
                <a:t> direction vector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F110A4-B746-4631-9E87-313FE41EF6F8}"/>
                </a:ext>
              </a:extLst>
            </p:cNvPr>
            <p:cNvSpPr txBox="1"/>
            <p:nvPr/>
          </p:nvSpPr>
          <p:spPr>
            <a:xfrm flipH="1">
              <a:off x="5780480" y="2734848"/>
              <a:ext cx="1448153" cy="3697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Sound cone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40A8863-DE6C-43CD-8B2E-484BE99DD287}"/>
                </a:ext>
              </a:extLst>
            </p:cNvPr>
            <p:cNvSpPr txBox="1"/>
            <p:nvPr/>
          </p:nvSpPr>
          <p:spPr>
            <a:xfrm flipH="1">
              <a:off x="3283820" y="3874548"/>
              <a:ext cx="1680307" cy="66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 err="1"/>
                <a:t>PannerNode’s</a:t>
              </a:r>
              <a:r>
                <a:rPr lang="en-GB" sz="2400" dirty="0"/>
                <a:t> position vector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B3D1D0E-C9E9-4199-BD4A-15B5FA3DA5D5}"/>
                </a:ext>
              </a:extLst>
            </p:cNvPr>
            <p:cNvSpPr txBox="1"/>
            <p:nvPr/>
          </p:nvSpPr>
          <p:spPr>
            <a:xfrm flipH="1">
              <a:off x="3662499" y="5506964"/>
              <a:ext cx="1968968" cy="665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/>
                <a:t>Origin of coordinate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9D03984-C96E-4B9B-B6FE-AA8449A2C121}"/>
              </a:ext>
            </a:extLst>
          </p:cNvPr>
          <p:cNvGrpSpPr/>
          <p:nvPr/>
        </p:nvGrpSpPr>
        <p:grpSpPr>
          <a:xfrm>
            <a:off x="4708800" y="1131166"/>
            <a:ext cx="7201313" cy="7948034"/>
            <a:chOff x="4708800" y="1131166"/>
            <a:chExt cx="7201313" cy="7948034"/>
          </a:xfrm>
        </p:grpSpPr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92F40630-1EE1-4839-BC88-EE66C3E03C47}"/>
                </a:ext>
              </a:extLst>
            </p:cNvPr>
            <p:cNvSpPr/>
            <p:nvPr/>
          </p:nvSpPr>
          <p:spPr>
            <a:xfrm rot="12600000">
              <a:off x="4708800" y="1879200"/>
              <a:ext cx="7200000" cy="7200000"/>
            </a:xfrm>
            <a:prstGeom prst="pie">
              <a:avLst>
                <a:gd name="adj1" fmla="val 1838528"/>
                <a:gd name="adj2" fmla="val 5412740"/>
              </a:avLst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23FA19D-FD9D-4B08-94A4-89FC3E8B11C0}"/>
                </a:ext>
              </a:extLst>
            </p:cNvPr>
            <p:cNvGrpSpPr/>
            <p:nvPr/>
          </p:nvGrpSpPr>
          <p:grpSpPr>
            <a:xfrm>
              <a:off x="4709869" y="1131166"/>
              <a:ext cx="7200244" cy="7947810"/>
              <a:chOff x="4709869" y="1131166"/>
              <a:chExt cx="7200244" cy="7947810"/>
            </a:xfrm>
          </p:grpSpPr>
          <p:sp>
            <p:nvSpPr>
              <p:cNvPr id="19" name="Partial Circle 18">
                <a:extLst>
                  <a:ext uri="{FF2B5EF4-FFF2-40B4-BE49-F238E27FC236}">
                    <a16:creationId xmlns:a16="http://schemas.microsoft.com/office/drawing/2014/main" id="{AA653942-E27E-417A-B19F-52D360456659}"/>
                  </a:ext>
                </a:extLst>
              </p:cNvPr>
              <p:cNvSpPr/>
              <p:nvPr/>
            </p:nvSpPr>
            <p:spPr>
              <a:xfrm rot="10800000">
                <a:off x="4710113" y="1878812"/>
                <a:ext cx="7200000" cy="7200000"/>
              </a:xfrm>
              <a:prstGeom prst="pie">
                <a:avLst>
                  <a:gd name="adj1" fmla="val 1838528"/>
                  <a:gd name="adj2" fmla="val 8990452"/>
                </a:avLst>
              </a:prstGeom>
              <a:solidFill>
                <a:schemeClr val="bg1">
                  <a:lumMod val="85000"/>
                  <a:alpha val="5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3393E2D-36B4-4D85-AB4B-B4AE0787FF7C}"/>
                  </a:ext>
                </a:extLst>
              </p:cNvPr>
              <p:cNvSpPr/>
              <p:nvPr/>
            </p:nvSpPr>
            <p:spPr>
              <a:xfrm>
                <a:off x="7892347" y="5058290"/>
                <a:ext cx="828000" cy="828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B535F93-6F20-40CB-92C6-C9262E8558B0}"/>
                  </a:ext>
                </a:extLst>
              </p:cNvPr>
              <p:cNvSpPr txBox="1"/>
              <p:nvPr/>
            </p:nvSpPr>
            <p:spPr>
              <a:xfrm>
                <a:off x="10101093" y="3080466"/>
                <a:ext cx="11215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Variable gain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CA2F19C-C6E7-44A0-BBCC-0CCC4AC77617}"/>
                  </a:ext>
                </a:extLst>
              </p:cNvPr>
              <p:cNvSpPr txBox="1"/>
              <p:nvPr/>
            </p:nvSpPr>
            <p:spPr>
              <a:xfrm>
                <a:off x="8643645" y="2124285"/>
                <a:ext cx="8483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Gain=1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B5D77A-3B71-4611-8B5D-F9042271A1C7}"/>
                  </a:ext>
                </a:extLst>
              </p:cNvPr>
              <p:cNvSpPr txBox="1"/>
              <p:nvPr/>
            </p:nvSpPr>
            <p:spPr>
              <a:xfrm>
                <a:off x="7903367" y="5279856"/>
                <a:ext cx="112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Panner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9220F44-8A7D-4A2D-AB93-8A77A42A36D4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8306347" y="1131166"/>
                <a:ext cx="36000" cy="3927124"/>
              </a:xfrm>
              <a:prstGeom prst="straightConnector1">
                <a:avLst/>
              </a:prstGeom>
              <a:ln w="31750">
                <a:solidFill>
                  <a:schemeClr val="tx1"/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B610AC5-62B1-4611-A058-E7CBBC94053E}"/>
                  </a:ext>
                </a:extLst>
              </p:cNvPr>
              <p:cNvSpPr txBox="1"/>
              <p:nvPr/>
            </p:nvSpPr>
            <p:spPr>
              <a:xfrm>
                <a:off x="7098727" y="1235463"/>
                <a:ext cx="15235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Orientation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533083A-ABD0-49EC-AFAB-1A3BBE54AD1D}"/>
                  </a:ext>
                </a:extLst>
              </p:cNvPr>
              <p:cNvSpPr txBox="1"/>
              <p:nvPr/>
            </p:nvSpPr>
            <p:spPr>
              <a:xfrm>
                <a:off x="10160685" y="4478192"/>
                <a:ext cx="17302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err="1"/>
                  <a:t>coneOuterGain</a:t>
                </a:r>
                <a:endParaRPr lang="en-GB" dirty="0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C03C92B-7DC8-4A03-98C1-64FCE8217D69}"/>
                  </a:ext>
                </a:extLst>
              </p:cNvPr>
              <p:cNvSpPr/>
              <p:nvPr/>
            </p:nvSpPr>
            <p:spPr>
              <a:xfrm>
                <a:off x="4709869" y="1878976"/>
                <a:ext cx="7200000" cy="7200000"/>
              </a:xfrm>
              <a:prstGeom prst="arc">
                <a:avLst>
                  <a:gd name="adj1" fmla="val 10780773"/>
                  <a:gd name="adj2" fmla="val 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50048647-ABEB-449E-A75B-3460C59A5F45}"/>
                  </a:ext>
                </a:extLst>
              </p:cNvPr>
              <p:cNvSpPr/>
              <p:nvPr/>
            </p:nvSpPr>
            <p:spPr>
              <a:xfrm>
                <a:off x="6427591" y="3726797"/>
                <a:ext cx="3600000" cy="3600000"/>
              </a:xfrm>
              <a:prstGeom prst="arc">
                <a:avLst>
                  <a:gd name="adj1" fmla="val 12939775"/>
                  <a:gd name="adj2" fmla="val 19668752"/>
                </a:avLst>
              </a:prstGeom>
              <a:ln w="25400">
                <a:solidFill>
                  <a:srgbClr val="CC0099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06FF898C-C046-4DB0-9DC9-01BC01E8233C}"/>
                  </a:ext>
                </a:extLst>
              </p:cNvPr>
              <p:cNvSpPr/>
              <p:nvPr/>
            </p:nvSpPr>
            <p:spPr>
              <a:xfrm>
                <a:off x="5609869" y="2778810"/>
                <a:ext cx="5400000" cy="5400000"/>
              </a:xfrm>
              <a:prstGeom prst="arc">
                <a:avLst>
                  <a:gd name="adj1" fmla="val 14455870"/>
                  <a:gd name="adj2" fmla="val 17965810"/>
                </a:avLst>
              </a:prstGeom>
              <a:ln w="25400">
                <a:solidFill>
                  <a:srgbClr val="7030A0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F692E27-51D0-4254-9EB9-9E2D6E30F1C5}"/>
                  </a:ext>
                </a:extLst>
              </p:cNvPr>
              <p:cNvSpPr txBox="1"/>
              <p:nvPr/>
            </p:nvSpPr>
            <p:spPr>
              <a:xfrm>
                <a:off x="6699653" y="2336046"/>
                <a:ext cx="1971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 err="1">
                    <a:solidFill>
                      <a:srgbClr val="7030A0"/>
                    </a:solidFill>
                  </a:rPr>
                  <a:t>coneInnerAngle</a:t>
                </a:r>
                <a:endParaRPr lang="en-GB" dirty="0">
                  <a:solidFill>
                    <a:srgbClr val="7030A0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490AFD-D480-4674-BF03-BE6111B98567}"/>
                  </a:ext>
                </a:extLst>
              </p:cNvPr>
              <p:cNvSpPr txBox="1"/>
              <p:nvPr/>
            </p:nvSpPr>
            <p:spPr>
              <a:xfrm>
                <a:off x="5682562" y="3651198"/>
                <a:ext cx="19713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800" dirty="0" err="1">
                    <a:solidFill>
                      <a:srgbClr val="CC0099"/>
                    </a:solidFill>
                  </a:rPr>
                  <a:t>coneOuterAngle</a:t>
                </a:r>
                <a:endParaRPr lang="en-GB" dirty="0">
                  <a:solidFill>
                    <a:srgbClr val="CC0099"/>
                  </a:solidFill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49CABD1-73F0-4B0F-A349-79BB47488D93}"/>
                  </a:ext>
                </a:extLst>
              </p:cNvPr>
              <p:cNvSpPr/>
              <p:nvPr/>
            </p:nvSpPr>
            <p:spPr>
              <a:xfrm>
                <a:off x="10455474" y="1705964"/>
                <a:ext cx="828000" cy="828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7BC6A1-7909-4B1F-82C0-8568001C0760}"/>
                  </a:ext>
                </a:extLst>
              </p:cNvPr>
              <p:cNvSpPr txBox="1"/>
              <p:nvPr/>
            </p:nvSpPr>
            <p:spPr>
              <a:xfrm>
                <a:off x="10408311" y="1924780"/>
                <a:ext cx="11215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Listener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B60C37-DE9C-4114-9EEE-5BD9D473B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21" y="0"/>
            <a:ext cx="4342059" cy="942448"/>
          </a:xfrm>
        </p:spPr>
        <p:txBody>
          <a:bodyPr>
            <a:normAutofit/>
          </a:bodyPr>
          <a:lstStyle/>
          <a:p>
            <a:r>
              <a:rPr lang="en-GB" dirty="0"/>
              <a:t>Sound Cones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4815-A864-40ED-BA4B-557B1F7C1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247" y="994038"/>
            <a:ext cx="5030728" cy="54134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sound projection with inner and outer cones </a:t>
            </a:r>
          </a:p>
          <a:p>
            <a:pPr lvl="1">
              <a:lnSpc>
                <a:spcPct val="110000"/>
              </a:lnSpc>
              <a:spcBef>
                <a:spcPts val="400"/>
              </a:spcBef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sound intensity is function of angle from source’s orientation vector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 pointing at listener louder than pointed off-axis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source can be omni-directional</a:t>
            </a:r>
            <a:endParaRPr lang="en-GB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FE1D01-AE3D-4C3B-86DC-41DBB721E823}"/>
              </a:ext>
            </a:extLst>
          </p:cNvPr>
          <p:cNvSpPr txBox="1"/>
          <p:nvPr/>
        </p:nvSpPr>
        <p:spPr>
          <a:xfrm>
            <a:off x="3198204" y="5623569"/>
            <a:ext cx="31331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Here,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coneInnerAngle</a:t>
            </a:r>
            <a:r>
              <a:rPr lang="en-GB" sz="2400" dirty="0"/>
              <a:t>=60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/>
              <a:t>coneOuterAngle</a:t>
            </a:r>
            <a:r>
              <a:rPr lang="en-GB" sz="2400" dirty="0"/>
              <a:t>=120</a:t>
            </a:r>
          </a:p>
        </p:txBody>
      </p:sp>
    </p:spTree>
    <p:extLst>
      <p:ext uri="{BB962C8B-B14F-4D97-AF65-F5344CB8AC3E}">
        <p14:creationId xmlns:p14="http://schemas.microsoft.com/office/powerpoint/2010/main" val="2685588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B795F3C-ABEE-4A60-9CF1-7752586D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Distance models and </a:t>
            </a:r>
            <a:r>
              <a:rPr lang="en-GB" dirty="0" err="1"/>
              <a:t>rolloff</a:t>
            </a:r>
            <a:endParaRPr lang="en-GB" dirty="0"/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95891F5-30E2-4B4C-BA60-3B6E8706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1" y="1050137"/>
            <a:ext cx="11218069" cy="494108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Linear</a:t>
            </a:r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Inverse</a:t>
            </a:r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endParaRPr lang="en-GB" dirty="0"/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Exponential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33DAD47-21C5-4C0F-B1B6-4BB310EACFF8}"/>
              </a:ext>
            </a:extLst>
          </p:cNvPr>
          <p:cNvCxnSpPr>
            <a:cxnSpLocks/>
          </p:cNvCxnSpPr>
          <p:nvPr/>
        </p:nvCxnSpPr>
        <p:spPr>
          <a:xfrm>
            <a:off x="235744" y="2165107"/>
            <a:ext cx="11608594" cy="0"/>
          </a:xfrm>
          <a:prstGeom prst="straightConnector1">
            <a:avLst/>
          </a:prstGeom>
          <a:ln w="508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574B45D-C9D9-4E1B-9D31-A33B6A3868B4}"/>
              </a:ext>
            </a:extLst>
          </p:cNvPr>
          <p:cNvSpPr/>
          <p:nvPr/>
        </p:nvSpPr>
        <p:spPr>
          <a:xfrm>
            <a:off x="7256768" y="1951346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3BF5BF0-020B-4F86-8718-68E0C10F1CE8}"/>
              </a:ext>
            </a:extLst>
          </p:cNvPr>
          <p:cNvSpPr/>
          <p:nvPr/>
        </p:nvSpPr>
        <p:spPr>
          <a:xfrm>
            <a:off x="711993" y="1968654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7B574AA-3DCF-4B73-97AA-B3588AEFF419}"/>
              </a:ext>
            </a:extLst>
          </p:cNvPr>
          <p:cNvCxnSpPr>
            <a:cxnSpLocks/>
          </p:cNvCxnSpPr>
          <p:nvPr/>
        </p:nvCxnSpPr>
        <p:spPr>
          <a:xfrm>
            <a:off x="9237980" y="1764427"/>
            <a:ext cx="0" cy="766749"/>
          </a:xfrm>
          <a:prstGeom prst="straightConnector1">
            <a:avLst/>
          </a:prstGeom>
          <a:ln w="508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886B01-93A6-442A-85F7-9DA53D711C74}"/>
              </a:ext>
            </a:extLst>
          </p:cNvPr>
          <p:cNvSpPr txBox="1"/>
          <p:nvPr/>
        </p:nvSpPr>
        <p:spPr>
          <a:xfrm>
            <a:off x="8677908" y="2614910"/>
            <a:ext cx="137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maxDistance</a:t>
            </a:r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C8B69E-D3C4-4B07-85E7-1850766F7268}"/>
              </a:ext>
            </a:extLst>
          </p:cNvPr>
          <p:cNvCxnSpPr>
            <a:cxnSpLocks/>
          </p:cNvCxnSpPr>
          <p:nvPr/>
        </p:nvCxnSpPr>
        <p:spPr>
          <a:xfrm>
            <a:off x="2774156" y="1764426"/>
            <a:ext cx="0" cy="766749"/>
          </a:xfrm>
          <a:prstGeom prst="straightConnector1">
            <a:avLst/>
          </a:prstGeom>
          <a:ln w="508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3D7411-FD57-422A-9A56-489C8440A892}"/>
              </a:ext>
            </a:extLst>
          </p:cNvPr>
          <p:cNvSpPr txBox="1"/>
          <p:nvPr/>
        </p:nvSpPr>
        <p:spPr>
          <a:xfrm>
            <a:off x="2150042" y="2626039"/>
            <a:ext cx="124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refDistance</a:t>
            </a:r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E555D6-E5D4-4D49-B3F5-F5B1817E5C6C}"/>
              </a:ext>
            </a:extLst>
          </p:cNvPr>
          <p:cNvSpPr txBox="1"/>
          <p:nvPr/>
        </p:nvSpPr>
        <p:spPr>
          <a:xfrm>
            <a:off x="1657126" y="1721674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Gain=1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163ECD-9AE5-4F18-90EF-653E6105285D}"/>
              </a:ext>
            </a:extLst>
          </p:cNvPr>
          <p:cNvSpPr txBox="1"/>
          <p:nvPr/>
        </p:nvSpPr>
        <p:spPr>
          <a:xfrm>
            <a:off x="9367617" y="1721674"/>
            <a:ext cx="1527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Gain=1-Rolloff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9E3DEA-4154-49E6-A501-230970587F1E}"/>
                  </a:ext>
                </a:extLst>
              </p:cNvPr>
              <p:cNvSpPr txBox="1"/>
              <p:nvPr/>
            </p:nvSpPr>
            <p:spPr>
              <a:xfrm>
                <a:off x="3045394" y="1488285"/>
                <a:ext cx="4325147" cy="7042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𝑅𝑜𝑙𝑙𝑜𝑓𝑓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 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69E3DEA-4154-49E6-A501-230970587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394" y="1488285"/>
                <a:ext cx="4325147" cy="7042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A5E29C7-8D0E-4FCC-8CBF-D22C70024BF8}"/>
              </a:ext>
            </a:extLst>
          </p:cNvPr>
          <p:cNvSpPr txBox="1"/>
          <p:nvPr/>
        </p:nvSpPr>
        <p:spPr>
          <a:xfrm>
            <a:off x="423639" y="2620942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Source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92D87B-B761-4209-A2D8-AAB0BBE0DC6A}"/>
              </a:ext>
            </a:extLst>
          </p:cNvPr>
          <p:cNvSpPr txBox="1"/>
          <p:nvPr/>
        </p:nvSpPr>
        <p:spPr>
          <a:xfrm>
            <a:off x="7023325" y="2581485"/>
            <a:ext cx="92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Listener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2683C4-2247-44C3-ADCC-83FF965E5DC3}"/>
              </a:ext>
            </a:extLst>
          </p:cNvPr>
          <p:cNvCxnSpPr>
            <a:cxnSpLocks/>
          </p:cNvCxnSpPr>
          <p:nvPr/>
        </p:nvCxnSpPr>
        <p:spPr>
          <a:xfrm>
            <a:off x="235744" y="4075731"/>
            <a:ext cx="11608594" cy="0"/>
          </a:xfrm>
          <a:prstGeom prst="straightConnector1">
            <a:avLst/>
          </a:prstGeom>
          <a:ln w="508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0234EF0-9AE3-41F7-8AFF-8D44EE60256F}"/>
              </a:ext>
            </a:extLst>
          </p:cNvPr>
          <p:cNvSpPr/>
          <p:nvPr/>
        </p:nvSpPr>
        <p:spPr>
          <a:xfrm>
            <a:off x="7256768" y="3861970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696A188-DDED-4821-8E89-F0FB70160962}"/>
              </a:ext>
            </a:extLst>
          </p:cNvPr>
          <p:cNvSpPr/>
          <p:nvPr/>
        </p:nvSpPr>
        <p:spPr>
          <a:xfrm>
            <a:off x="711993" y="3879278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B9AF696-EFD2-4166-8815-9841352885FA}"/>
              </a:ext>
            </a:extLst>
          </p:cNvPr>
          <p:cNvCxnSpPr>
            <a:cxnSpLocks/>
          </p:cNvCxnSpPr>
          <p:nvPr/>
        </p:nvCxnSpPr>
        <p:spPr>
          <a:xfrm>
            <a:off x="2774156" y="3675050"/>
            <a:ext cx="0" cy="766749"/>
          </a:xfrm>
          <a:prstGeom prst="straightConnector1">
            <a:avLst/>
          </a:prstGeom>
          <a:ln w="508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AB06863-F1A8-4FD1-9A85-7AEE3D887B22}"/>
              </a:ext>
            </a:extLst>
          </p:cNvPr>
          <p:cNvSpPr txBox="1"/>
          <p:nvPr/>
        </p:nvSpPr>
        <p:spPr>
          <a:xfrm>
            <a:off x="2150042" y="4536663"/>
            <a:ext cx="124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refDistance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3020F15-A04E-4A09-B392-2E6165029C11}"/>
              </a:ext>
            </a:extLst>
          </p:cNvPr>
          <p:cNvSpPr txBox="1"/>
          <p:nvPr/>
        </p:nvSpPr>
        <p:spPr>
          <a:xfrm>
            <a:off x="1657126" y="3632298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Gain=1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AE9158-88E1-4069-B1BC-C518F1D48083}"/>
              </a:ext>
            </a:extLst>
          </p:cNvPr>
          <p:cNvSpPr txBox="1"/>
          <p:nvPr/>
        </p:nvSpPr>
        <p:spPr>
          <a:xfrm>
            <a:off x="423639" y="4531566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Source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B61510-3E82-453C-AC49-F09DA2AD167D}"/>
              </a:ext>
            </a:extLst>
          </p:cNvPr>
          <p:cNvSpPr txBox="1"/>
          <p:nvPr/>
        </p:nvSpPr>
        <p:spPr>
          <a:xfrm>
            <a:off x="7023325" y="4492109"/>
            <a:ext cx="92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Listener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D7B9131-F308-4518-AC20-40EA873F5BC5}"/>
                  </a:ext>
                </a:extLst>
              </p:cNvPr>
              <p:cNvSpPr txBox="1"/>
              <p:nvPr/>
            </p:nvSpPr>
            <p:spPr>
              <a:xfrm>
                <a:off x="3636165" y="3268622"/>
                <a:ext cx="3600451" cy="726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𝑅𝑜𝑙𝑙𝑜𝑓𝑓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D7B9131-F308-4518-AC20-40EA873F5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165" y="3268622"/>
                <a:ext cx="3600451" cy="7260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1580800-3A2D-4C7D-A45C-94F364546C1D}"/>
              </a:ext>
            </a:extLst>
          </p:cNvPr>
          <p:cNvCxnSpPr>
            <a:cxnSpLocks/>
          </p:cNvCxnSpPr>
          <p:nvPr/>
        </p:nvCxnSpPr>
        <p:spPr>
          <a:xfrm>
            <a:off x="349519" y="5989300"/>
            <a:ext cx="11608594" cy="0"/>
          </a:xfrm>
          <a:prstGeom prst="straightConnector1">
            <a:avLst/>
          </a:prstGeom>
          <a:ln w="508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A0731C7D-C22B-47FD-90E3-B557BBD9D6A2}"/>
              </a:ext>
            </a:extLst>
          </p:cNvPr>
          <p:cNvSpPr/>
          <p:nvPr/>
        </p:nvSpPr>
        <p:spPr>
          <a:xfrm>
            <a:off x="7370543" y="5775539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4461A2F-C77F-421C-AB0B-51270AA61343}"/>
              </a:ext>
            </a:extLst>
          </p:cNvPr>
          <p:cNvSpPr/>
          <p:nvPr/>
        </p:nvSpPr>
        <p:spPr>
          <a:xfrm>
            <a:off x="825768" y="5792847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8B4695-EB02-4884-8356-8A65A3F1C44E}"/>
              </a:ext>
            </a:extLst>
          </p:cNvPr>
          <p:cNvCxnSpPr>
            <a:cxnSpLocks/>
          </p:cNvCxnSpPr>
          <p:nvPr/>
        </p:nvCxnSpPr>
        <p:spPr>
          <a:xfrm>
            <a:off x="2887931" y="5588619"/>
            <a:ext cx="0" cy="766749"/>
          </a:xfrm>
          <a:prstGeom prst="straightConnector1">
            <a:avLst/>
          </a:prstGeom>
          <a:ln w="508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BAC5C7E-9415-4277-A53E-622A11166A0F}"/>
              </a:ext>
            </a:extLst>
          </p:cNvPr>
          <p:cNvSpPr txBox="1"/>
          <p:nvPr/>
        </p:nvSpPr>
        <p:spPr>
          <a:xfrm>
            <a:off x="2263817" y="6450232"/>
            <a:ext cx="124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refDistance</a:t>
            </a:r>
            <a:endParaRPr lang="en-GB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F07D44-D316-41D7-BB55-1353AA65909C}"/>
              </a:ext>
            </a:extLst>
          </p:cNvPr>
          <p:cNvSpPr txBox="1"/>
          <p:nvPr/>
        </p:nvSpPr>
        <p:spPr>
          <a:xfrm>
            <a:off x="1770901" y="5545867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Gain=1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10D712-39A7-4C8D-BB1C-39875D2C4E63}"/>
              </a:ext>
            </a:extLst>
          </p:cNvPr>
          <p:cNvSpPr txBox="1"/>
          <p:nvPr/>
        </p:nvSpPr>
        <p:spPr>
          <a:xfrm>
            <a:off x="537414" y="6445135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Source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3A9454-2BCA-40AD-99F0-4A1CC5CA4AD7}"/>
              </a:ext>
            </a:extLst>
          </p:cNvPr>
          <p:cNvSpPr txBox="1"/>
          <p:nvPr/>
        </p:nvSpPr>
        <p:spPr>
          <a:xfrm>
            <a:off x="7137100" y="6405678"/>
            <a:ext cx="92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Listener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0E5C43B-C729-41BF-9F9D-326F7F2FA9FB}"/>
                  </a:ext>
                </a:extLst>
              </p:cNvPr>
              <p:cNvSpPr txBox="1"/>
              <p:nvPr/>
            </p:nvSpPr>
            <p:spPr>
              <a:xfrm>
                <a:off x="3749940" y="5182191"/>
                <a:ext cx="3600451" cy="780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𝑅𝑜𝑙𝑙𝑜𝑓𝑓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0E5C43B-C729-41BF-9F9D-326F7F2FA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940" y="5182191"/>
                <a:ext cx="3600451" cy="780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676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B795F3C-ABEE-4A60-9CF1-7752586D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And finally, panning model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95891F5-30E2-4B4C-BA60-3B6E8706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1" y="1050136"/>
            <a:ext cx="6500681" cy="58078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GB" dirty="0" err="1"/>
              <a:t>equalpower</a:t>
            </a:r>
            <a:r>
              <a:rPr lang="en-GB" dirty="0"/>
              <a:t>: 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Default 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Same algorithm as </a:t>
            </a:r>
            <a:r>
              <a:rPr lang="en-GB" dirty="0" err="1"/>
              <a:t>StereoPanner</a:t>
            </a:r>
            <a:endParaRPr lang="en-GB" dirty="0"/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Represents the equal-power panning algorithm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simple and efficient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dirty="0"/>
              <a:t>HRTF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HRTF stands for Head-Related Transfer Function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Great for headphones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More computational</a:t>
            </a:r>
          </a:p>
          <a:p>
            <a:pPr marL="627063" lvl="1" indent="-357188">
              <a:buFont typeface="Wingdings" panose="05000000000000000000" pitchFamily="2" charset="2"/>
              <a:buChar char="q"/>
            </a:pPr>
            <a:r>
              <a:rPr lang="en-GB" dirty="0"/>
              <a:t>uses convolution with measured impulse responses from human subjects at many source angles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E8C2D3-32D1-49AD-A79B-CEB7E4BF292A}"/>
              </a:ext>
            </a:extLst>
          </p:cNvPr>
          <p:cNvSpPr>
            <a:spLocks/>
          </p:cNvSpPr>
          <p:nvPr/>
        </p:nvSpPr>
        <p:spPr bwMode="auto">
          <a:xfrm>
            <a:off x="7233346" y="2866458"/>
            <a:ext cx="1626244" cy="540000"/>
          </a:xfrm>
          <a:prstGeom prst="rect">
            <a:avLst/>
          </a:prstGeom>
          <a:solidFill>
            <a:srgbClr val="7030A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Unpanned source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69CA71-6D90-48EA-BB53-B0957F8FC563}"/>
              </a:ext>
            </a:extLst>
          </p:cNvPr>
          <p:cNvCxnSpPr>
            <a:cxnSpLocks/>
          </p:cNvCxnSpPr>
          <p:nvPr/>
        </p:nvCxnSpPr>
        <p:spPr bwMode="auto">
          <a:xfrm flipH="1">
            <a:off x="8736069" y="5086828"/>
            <a:ext cx="0" cy="72000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37CC048-01F9-42B1-AF57-7E222846D4DD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 bwMode="auto">
          <a:xfrm flipH="1">
            <a:off x="7922947" y="3406458"/>
            <a:ext cx="123521" cy="116808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31B0BFB-F541-4C37-9F73-EE9B29B00B6C}"/>
              </a:ext>
            </a:extLst>
          </p:cNvPr>
          <p:cNvSpPr>
            <a:spLocks/>
          </p:cNvSpPr>
          <p:nvPr/>
        </p:nvSpPr>
        <p:spPr bwMode="auto">
          <a:xfrm>
            <a:off x="7922947" y="4573250"/>
            <a:ext cx="1626244" cy="541288"/>
          </a:xfrm>
          <a:custGeom>
            <a:avLst/>
            <a:gdLst>
              <a:gd name="connsiteX0" fmla="*/ 0 w 1626244"/>
              <a:gd name="connsiteY0" fmla="*/ 0 h 540000"/>
              <a:gd name="connsiteX1" fmla="*/ 1626244 w 1626244"/>
              <a:gd name="connsiteY1" fmla="*/ 0 h 540000"/>
              <a:gd name="connsiteX2" fmla="*/ 1626244 w 1626244"/>
              <a:gd name="connsiteY2" fmla="*/ 540000 h 540000"/>
              <a:gd name="connsiteX3" fmla="*/ 0 w 1626244"/>
              <a:gd name="connsiteY3" fmla="*/ 540000 h 540000"/>
              <a:gd name="connsiteX4" fmla="*/ 0 w 1626244"/>
              <a:gd name="connsiteY4" fmla="*/ 0 h 540000"/>
              <a:gd name="connsiteX0" fmla="*/ 0 w 1626244"/>
              <a:gd name="connsiteY0" fmla="*/ 1288 h 541288"/>
              <a:gd name="connsiteX1" fmla="*/ 1240267 w 1626244"/>
              <a:gd name="connsiteY1" fmla="*/ 0 h 541288"/>
              <a:gd name="connsiteX2" fmla="*/ 1626244 w 1626244"/>
              <a:gd name="connsiteY2" fmla="*/ 1288 h 541288"/>
              <a:gd name="connsiteX3" fmla="*/ 1626244 w 1626244"/>
              <a:gd name="connsiteY3" fmla="*/ 541288 h 541288"/>
              <a:gd name="connsiteX4" fmla="*/ 0 w 1626244"/>
              <a:gd name="connsiteY4" fmla="*/ 541288 h 541288"/>
              <a:gd name="connsiteX5" fmla="*/ 0 w 1626244"/>
              <a:gd name="connsiteY5" fmla="*/ 1288 h 541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6244" h="541288">
                <a:moveTo>
                  <a:pt x="0" y="1288"/>
                </a:moveTo>
                <a:lnTo>
                  <a:pt x="1240267" y="0"/>
                </a:lnTo>
                <a:lnTo>
                  <a:pt x="1626244" y="1288"/>
                </a:lnTo>
                <a:lnTo>
                  <a:pt x="1626244" y="541288"/>
                </a:lnTo>
                <a:lnTo>
                  <a:pt x="0" y="541288"/>
                </a:lnTo>
                <a:lnTo>
                  <a:pt x="0" y="1288"/>
                </a:lnTo>
                <a:close/>
              </a:path>
            </a:pathLst>
          </a:custGeom>
          <a:solidFill>
            <a:srgbClr val="7030A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Left channel convolution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BC8C99-E570-4172-ACD4-E71DD54103B3}"/>
              </a:ext>
            </a:extLst>
          </p:cNvPr>
          <p:cNvSpPr>
            <a:spLocks/>
          </p:cNvSpPr>
          <p:nvPr/>
        </p:nvSpPr>
        <p:spPr bwMode="auto">
          <a:xfrm>
            <a:off x="9878849" y="4573758"/>
            <a:ext cx="1626244" cy="540780"/>
          </a:xfrm>
          <a:custGeom>
            <a:avLst/>
            <a:gdLst>
              <a:gd name="connsiteX0" fmla="*/ 0 w 1626244"/>
              <a:gd name="connsiteY0" fmla="*/ 0 h 540000"/>
              <a:gd name="connsiteX1" fmla="*/ 1626244 w 1626244"/>
              <a:gd name="connsiteY1" fmla="*/ 0 h 540000"/>
              <a:gd name="connsiteX2" fmla="*/ 1626244 w 1626244"/>
              <a:gd name="connsiteY2" fmla="*/ 540000 h 540000"/>
              <a:gd name="connsiteX3" fmla="*/ 0 w 1626244"/>
              <a:gd name="connsiteY3" fmla="*/ 540000 h 540000"/>
              <a:gd name="connsiteX4" fmla="*/ 0 w 1626244"/>
              <a:gd name="connsiteY4" fmla="*/ 0 h 540000"/>
              <a:gd name="connsiteX0" fmla="*/ 0 w 1626244"/>
              <a:gd name="connsiteY0" fmla="*/ 780 h 540780"/>
              <a:gd name="connsiteX1" fmla="*/ 1233109 w 1626244"/>
              <a:gd name="connsiteY1" fmla="*/ 0 h 540780"/>
              <a:gd name="connsiteX2" fmla="*/ 1626244 w 1626244"/>
              <a:gd name="connsiteY2" fmla="*/ 780 h 540780"/>
              <a:gd name="connsiteX3" fmla="*/ 1626244 w 1626244"/>
              <a:gd name="connsiteY3" fmla="*/ 540780 h 540780"/>
              <a:gd name="connsiteX4" fmla="*/ 0 w 1626244"/>
              <a:gd name="connsiteY4" fmla="*/ 540780 h 540780"/>
              <a:gd name="connsiteX5" fmla="*/ 0 w 1626244"/>
              <a:gd name="connsiteY5" fmla="*/ 780 h 540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6244" h="540780">
                <a:moveTo>
                  <a:pt x="0" y="780"/>
                </a:moveTo>
                <a:lnTo>
                  <a:pt x="1233109" y="0"/>
                </a:lnTo>
                <a:lnTo>
                  <a:pt x="1626244" y="780"/>
                </a:lnTo>
                <a:lnTo>
                  <a:pt x="1626244" y="540780"/>
                </a:lnTo>
                <a:lnTo>
                  <a:pt x="0" y="540780"/>
                </a:lnTo>
                <a:lnTo>
                  <a:pt x="0" y="780"/>
                </a:lnTo>
                <a:close/>
              </a:path>
            </a:pathLst>
          </a:custGeom>
          <a:solidFill>
            <a:srgbClr val="7030A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Right channel convolution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B85E1F-5C3E-4A24-9599-2F2A3A4A97D0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 bwMode="auto">
          <a:xfrm>
            <a:off x="8046468" y="3406458"/>
            <a:ext cx="1832381" cy="116808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17" name="Cylinder 16">
            <a:extLst>
              <a:ext uri="{FF2B5EF4-FFF2-40B4-BE49-F238E27FC236}">
                <a16:creationId xmlns:a16="http://schemas.microsoft.com/office/drawing/2014/main" id="{F729AE26-A905-47B6-BCF4-30AC62F59E5F}"/>
              </a:ext>
            </a:extLst>
          </p:cNvPr>
          <p:cNvSpPr/>
          <p:nvPr/>
        </p:nvSpPr>
        <p:spPr>
          <a:xfrm>
            <a:off x="9587685" y="2746443"/>
            <a:ext cx="2122216" cy="857089"/>
          </a:xfrm>
          <a:prstGeom prst="can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HRTF impulse response database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264588-CA0F-49DD-B3B7-68A4DE67A143}"/>
              </a:ext>
            </a:extLst>
          </p:cNvPr>
          <p:cNvCxnSpPr>
            <a:cxnSpLocks/>
            <a:endCxn id="8" idx="1"/>
          </p:cNvCxnSpPr>
          <p:nvPr/>
        </p:nvCxnSpPr>
        <p:spPr bwMode="auto">
          <a:xfrm flipH="1">
            <a:off x="9163214" y="3479006"/>
            <a:ext cx="452434" cy="1094244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7E0AF1-CCB5-4AA4-A947-294F33748D7D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 flipH="1">
            <a:off x="11111958" y="3479006"/>
            <a:ext cx="597943" cy="1094752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0F88E4C-965E-4E8C-A568-C916BEEC2467}"/>
              </a:ext>
            </a:extLst>
          </p:cNvPr>
          <p:cNvSpPr txBox="1"/>
          <p:nvPr/>
        </p:nvSpPr>
        <p:spPr>
          <a:xfrm>
            <a:off x="9337099" y="3635389"/>
            <a:ext cx="1130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Left 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938543-CA75-4273-B8E8-4C307E9B6554}"/>
              </a:ext>
            </a:extLst>
          </p:cNvPr>
          <p:cNvSpPr txBox="1"/>
          <p:nvPr/>
        </p:nvSpPr>
        <p:spPr>
          <a:xfrm>
            <a:off x="10392157" y="3659855"/>
            <a:ext cx="1130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Right IR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6255D5C-05B3-4ABC-B561-9872F131980B}"/>
              </a:ext>
            </a:extLst>
          </p:cNvPr>
          <p:cNvCxnSpPr>
            <a:cxnSpLocks/>
          </p:cNvCxnSpPr>
          <p:nvPr/>
        </p:nvCxnSpPr>
        <p:spPr bwMode="auto">
          <a:xfrm flipH="1">
            <a:off x="10729630" y="5121691"/>
            <a:ext cx="0" cy="72000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246261D8-6C06-485A-89D9-55EEA570E1FB}"/>
              </a:ext>
            </a:extLst>
          </p:cNvPr>
          <p:cNvSpPr txBox="1"/>
          <p:nvPr/>
        </p:nvSpPr>
        <p:spPr>
          <a:xfrm>
            <a:off x="8807184" y="5402107"/>
            <a:ext cx="335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L</a:t>
            </a:r>
            <a:endParaRPr lang="en-GB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2218352-88F2-48AF-A48E-2C5C7D350E7A}"/>
              </a:ext>
            </a:extLst>
          </p:cNvPr>
          <p:cNvSpPr txBox="1"/>
          <p:nvPr/>
        </p:nvSpPr>
        <p:spPr>
          <a:xfrm>
            <a:off x="10825455" y="5402107"/>
            <a:ext cx="335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R</a:t>
            </a:r>
            <a:endParaRPr lang="en-GB" dirty="0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20064C6-A8A1-4893-B590-6068469E8777}"/>
              </a:ext>
            </a:extLst>
          </p:cNvPr>
          <p:cNvCxnSpPr>
            <a:cxnSpLocks/>
          </p:cNvCxnSpPr>
          <p:nvPr/>
        </p:nvCxnSpPr>
        <p:spPr bwMode="auto">
          <a:xfrm>
            <a:off x="10080748" y="2043265"/>
            <a:ext cx="180000" cy="72000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6702C14-DE53-4746-9A33-D75F91ECC277}"/>
              </a:ext>
            </a:extLst>
          </p:cNvPr>
          <p:cNvCxnSpPr>
            <a:cxnSpLocks/>
          </p:cNvCxnSpPr>
          <p:nvPr/>
        </p:nvCxnSpPr>
        <p:spPr bwMode="auto">
          <a:xfrm flipH="1">
            <a:off x="11114881" y="2043265"/>
            <a:ext cx="180000" cy="72000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31750" cap="flat" cmpd="sng" algn="ctr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F13AA3D-F5A9-4B56-83C1-D4F4BD1A9666}"/>
              </a:ext>
            </a:extLst>
          </p:cNvPr>
          <p:cNvSpPr txBox="1"/>
          <p:nvPr/>
        </p:nvSpPr>
        <p:spPr>
          <a:xfrm>
            <a:off x="9388227" y="1720721"/>
            <a:ext cx="1328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Azimuth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3B1CAE9-97E8-40E1-89F4-73DCFFE54A16}"/>
              </a:ext>
            </a:extLst>
          </p:cNvPr>
          <p:cNvSpPr txBox="1"/>
          <p:nvPr/>
        </p:nvSpPr>
        <p:spPr>
          <a:xfrm>
            <a:off x="10608649" y="1736754"/>
            <a:ext cx="1328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rPr>
              <a:t>Elevation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E8C94B8-79AB-4BF4-A9D3-F024144DE852}"/>
              </a:ext>
            </a:extLst>
          </p:cNvPr>
          <p:cNvSpPr txBox="1"/>
          <p:nvPr/>
        </p:nvSpPr>
        <p:spPr>
          <a:xfrm>
            <a:off x="7827543" y="993776"/>
            <a:ext cx="3130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/>
              <a:t>HRTF panning</a:t>
            </a:r>
          </a:p>
        </p:txBody>
      </p:sp>
    </p:spTree>
    <p:extLst>
      <p:ext uri="{BB962C8B-B14F-4D97-AF65-F5344CB8AC3E}">
        <p14:creationId xmlns:p14="http://schemas.microsoft.com/office/powerpoint/2010/main" val="124065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E108-48F8-45CE-9D05-829179C1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Put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08CF-E40C-474D-A19F-A6C81AEA6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569" y="1380226"/>
            <a:ext cx="11323607" cy="517009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Find distance between source and listener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dirty="0"/>
              <a:t>Apply gain based on distance, distance model, reference distance,  </a:t>
            </a:r>
            <a:r>
              <a:rPr lang="en-GB" dirty="0" err="1"/>
              <a:t>rolloff</a:t>
            </a:r>
            <a:r>
              <a:rPr lang="en-GB" dirty="0"/>
              <a:t> and max distance</a:t>
            </a:r>
          </a:p>
          <a:p>
            <a:pPr>
              <a:lnSpc>
                <a:spcPct val="110000"/>
              </a:lnSpc>
            </a:pPr>
            <a:r>
              <a:rPr lang="en-GB" dirty="0"/>
              <a:t>Find angle between source and listener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dirty="0"/>
              <a:t>Apply gain based on coneInnerAngle, </a:t>
            </a:r>
            <a:r>
              <a:rPr lang="en-GB" dirty="0" err="1"/>
              <a:t>coneOuterAngle</a:t>
            </a:r>
            <a:r>
              <a:rPr lang="en-GB" dirty="0"/>
              <a:t>, and </a:t>
            </a:r>
            <a:r>
              <a:rPr lang="en-GB" dirty="0" err="1"/>
              <a:t>coneOuterGain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Find azimuth (horizontal plane) and elevation angles between listener’s forward direction and source location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GB" dirty="0"/>
              <a:t>Apply gain based on panning model</a:t>
            </a:r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r>
              <a:rPr lang="en-GB" i="1" dirty="0"/>
              <a:t>The user doesn’t have to calculate any of this, just enter parameters</a:t>
            </a:r>
          </a:p>
        </p:txBody>
      </p:sp>
    </p:spTree>
    <p:extLst>
      <p:ext uri="{BB962C8B-B14F-4D97-AF65-F5344CB8AC3E}">
        <p14:creationId xmlns:p14="http://schemas.microsoft.com/office/powerpoint/2010/main" val="2149566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3DD01-44A1-44E9-BD1F-EE8909E37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24668"/>
            <a:ext cx="10515600" cy="940434"/>
          </a:xfrm>
        </p:spPr>
        <p:txBody>
          <a:bodyPr/>
          <a:lstStyle/>
          <a:p>
            <a:r>
              <a:rPr lang="en-GB" dirty="0"/>
              <a:t>EXTRA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83AF617-ADBB-4AB3-B552-4C42A5D2DC48}"/>
              </a:ext>
            </a:extLst>
          </p:cNvPr>
          <p:cNvGrpSpPr/>
          <p:nvPr/>
        </p:nvGrpSpPr>
        <p:grpSpPr>
          <a:xfrm>
            <a:off x="1623425" y="783150"/>
            <a:ext cx="9468710" cy="5024302"/>
            <a:chOff x="1623425" y="783150"/>
            <a:chExt cx="9468710" cy="502430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ED70E8D-7158-4830-948A-CCE92050112F}"/>
                </a:ext>
              </a:extLst>
            </p:cNvPr>
            <p:cNvSpPr/>
            <p:nvPr/>
          </p:nvSpPr>
          <p:spPr>
            <a:xfrm>
              <a:off x="5472038" y="783150"/>
              <a:ext cx="1580172" cy="75600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AudioListener</a:t>
              </a:r>
              <a:endParaRPr lang="en-GB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2EABA32-2723-4064-8019-0EFE41AE43DF}"/>
                </a:ext>
              </a:extLst>
            </p:cNvPr>
            <p:cNvSpPr/>
            <p:nvPr/>
          </p:nvSpPr>
          <p:spPr>
            <a:xfrm>
              <a:off x="1793472" y="2334993"/>
              <a:ext cx="1473234" cy="756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Input source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016564-DA2F-4F31-9A7E-3648EB6EF1BF}"/>
                </a:ext>
              </a:extLst>
            </p:cNvPr>
            <p:cNvSpPr/>
            <p:nvPr/>
          </p:nvSpPr>
          <p:spPr>
            <a:xfrm>
              <a:off x="3665800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Distance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8BF1E6D-6107-44D2-802A-A2305EC9F7A2}"/>
                </a:ext>
              </a:extLst>
            </p:cNvPr>
            <p:cNvSpPr/>
            <p:nvPr/>
          </p:nvSpPr>
          <p:spPr>
            <a:xfrm>
              <a:off x="5538128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Sound cone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39D159-918C-4378-A406-2058B5CF2DDB}"/>
                </a:ext>
              </a:extLst>
            </p:cNvPr>
            <p:cNvSpPr/>
            <p:nvPr/>
          </p:nvSpPr>
          <p:spPr>
            <a:xfrm>
              <a:off x="7410456" y="2325979"/>
              <a:ext cx="1473234" cy="756000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Panning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3D60BA9-8FD2-4CAC-801E-1EB634121F5A}"/>
                </a:ext>
              </a:extLst>
            </p:cNvPr>
            <p:cNvSpPr/>
            <p:nvPr/>
          </p:nvSpPr>
          <p:spPr>
            <a:xfrm>
              <a:off x="9400332" y="1936333"/>
              <a:ext cx="1548000" cy="684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700" dirty="0"/>
                <a:t>Left channel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C7F3416-DAF1-48E6-9CBA-67072E637749}"/>
                </a:ext>
              </a:extLst>
            </p:cNvPr>
            <p:cNvSpPr/>
            <p:nvPr/>
          </p:nvSpPr>
          <p:spPr>
            <a:xfrm>
              <a:off x="9400332" y="2824930"/>
              <a:ext cx="1548000" cy="6840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Right channel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AF70535-B544-4F2E-91E7-81421A9846AF}"/>
                </a:ext>
              </a:extLst>
            </p:cNvPr>
            <p:cNvCxnSpPr>
              <a:cxnSpLocks/>
              <a:stCxn id="4" idx="2"/>
              <a:endCxn id="8" idx="0"/>
            </p:cNvCxnSpPr>
            <p:nvPr/>
          </p:nvCxnSpPr>
          <p:spPr>
            <a:xfrm>
              <a:off x="6262124" y="1539150"/>
              <a:ext cx="1884949" cy="78682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EB62F83-C05E-4C42-8A19-0B5B9B0AAFA5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3266706" y="2703979"/>
              <a:ext cx="399094" cy="901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D955330-4E27-4718-8AAE-6F89192423A1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5139034" y="2703979"/>
              <a:ext cx="399094" cy="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D3C4E3C-07B4-44ED-9C51-1D916181F064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7011362" y="2703979"/>
              <a:ext cx="399094" cy="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94A5EAF-8AA5-4141-ACCA-71A294D2A5E0}"/>
                </a:ext>
              </a:extLst>
            </p:cNvPr>
            <p:cNvCxnSpPr>
              <a:cxnSpLocks/>
              <a:stCxn id="8" idx="3"/>
              <a:endCxn id="9" idx="1"/>
            </p:cNvCxnSpPr>
            <p:nvPr/>
          </p:nvCxnSpPr>
          <p:spPr>
            <a:xfrm flipV="1">
              <a:off x="8883690" y="2278333"/>
              <a:ext cx="516642" cy="42564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D7B0F08-14AC-42E0-820A-009F8943DCB5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8883690" y="2703979"/>
              <a:ext cx="516642" cy="46295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EA86DC0-DFBF-4DD6-9361-AA46E0EA0596}"/>
                </a:ext>
              </a:extLst>
            </p:cNvPr>
            <p:cNvSpPr txBox="1"/>
            <p:nvPr/>
          </p:nvSpPr>
          <p:spPr>
            <a:xfrm>
              <a:off x="1665612" y="3838028"/>
              <a:ext cx="20001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 err="1"/>
                <a:t>PannerNode</a:t>
              </a:r>
              <a:r>
                <a:rPr lang="en-GB" b="1" dirty="0"/>
                <a:t> parameters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F506713-7638-4F14-A87D-64CCCC929741}"/>
                </a:ext>
              </a:extLst>
            </p:cNvPr>
            <p:cNvSpPr/>
            <p:nvPr/>
          </p:nvSpPr>
          <p:spPr>
            <a:xfrm>
              <a:off x="1623425" y="3767008"/>
              <a:ext cx="9468710" cy="2040444"/>
            </a:xfrm>
            <a:prstGeom prst="rect">
              <a:avLst/>
            </a:prstGeom>
            <a:noFill/>
            <a:ln w="19050">
              <a:solidFill>
                <a:srgbClr val="7030A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3159D08-FC0E-44DE-93DC-9096F3A197CC}"/>
                </a:ext>
              </a:extLst>
            </p:cNvPr>
            <p:cNvSpPr txBox="1"/>
            <p:nvPr/>
          </p:nvSpPr>
          <p:spPr>
            <a:xfrm>
              <a:off x="8560272" y="4444768"/>
              <a:ext cx="1553630" cy="369332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panningModel</a:t>
              </a:r>
              <a:endParaRPr lang="en-GB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F032F63-916F-43B1-9791-EC6FD30BA61C}"/>
                </a:ext>
              </a:extLst>
            </p:cNvPr>
            <p:cNvSpPr txBox="1"/>
            <p:nvPr/>
          </p:nvSpPr>
          <p:spPr>
            <a:xfrm>
              <a:off x="6668133" y="3922282"/>
              <a:ext cx="1715919" cy="1754326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coneInnerAngle</a:t>
              </a:r>
              <a:endParaRPr lang="en-GB" dirty="0"/>
            </a:p>
            <a:p>
              <a:r>
                <a:rPr lang="en-GB" dirty="0" err="1"/>
                <a:t>coneOuterAngle</a:t>
              </a:r>
              <a:endParaRPr lang="en-GB" dirty="0"/>
            </a:p>
            <a:p>
              <a:r>
                <a:rPr lang="en-GB" dirty="0" err="1"/>
                <a:t>coneOuterGain</a:t>
              </a:r>
              <a:endParaRPr lang="en-GB" dirty="0"/>
            </a:p>
            <a:p>
              <a:r>
                <a:rPr lang="en-GB" dirty="0" err="1"/>
                <a:t>orientationX</a:t>
              </a:r>
              <a:endParaRPr lang="en-GB" dirty="0"/>
            </a:p>
            <a:p>
              <a:r>
                <a:rPr lang="en-GB" dirty="0" err="1"/>
                <a:t>orientationY</a:t>
              </a:r>
              <a:endParaRPr lang="en-GB" dirty="0"/>
            </a:p>
            <a:p>
              <a:r>
                <a:rPr lang="en-GB" dirty="0" err="1"/>
                <a:t>orientationZ</a:t>
              </a:r>
              <a:endParaRPr lang="en-GB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2951D4-A997-4CC7-91C5-CC8DCFAD5188}"/>
                </a:ext>
              </a:extLst>
            </p:cNvPr>
            <p:cNvSpPr txBox="1"/>
            <p:nvPr/>
          </p:nvSpPr>
          <p:spPr>
            <a:xfrm>
              <a:off x="3174460" y="4200672"/>
              <a:ext cx="1575496" cy="1200329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distanceModel</a:t>
              </a:r>
              <a:endParaRPr lang="en-GB" dirty="0"/>
            </a:p>
            <a:p>
              <a:r>
                <a:rPr lang="en-GB" dirty="0" err="1"/>
                <a:t>rolloffFactor</a:t>
              </a:r>
              <a:endParaRPr lang="en-GB" dirty="0"/>
            </a:p>
            <a:p>
              <a:r>
                <a:rPr lang="en-GB" dirty="0" err="1"/>
                <a:t>refDistance</a:t>
              </a:r>
              <a:endParaRPr lang="en-GB" dirty="0"/>
            </a:p>
            <a:p>
              <a:r>
                <a:rPr lang="en-GB" dirty="0" err="1"/>
                <a:t>maxDisrance</a:t>
              </a:r>
              <a:endParaRPr lang="en-GB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B97A7D9-C167-4374-8F62-C759653D3FC4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>
              <a:off x="6262124" y="1539150"/>
              <a:ext cx="12621" cy="78682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0C93778-476C-4301-B9AD-7CC26FF659FA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4386196" y="1539150"/>
              <a:ext cx="1875928" cy="789400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E93A37-7BC0-4BF3-B766-4DD31D2C4A33}"/>
                </a:ext>
              </a:extLst>
            </p:cNvPr>
            <p:cNvSpPr txBox="1"/>
            <p:nvPr/>
          </p:nvSpPr>
          <p:spPr>
            <a:xfrm>
              <a:off x="4969779" y="3980693"/>
              <a:ext cx="1553630" cy="923330"/>
            </a:xfrm>
            <a:prstGeom prst="rect">
              <a:avLst/>
            </a:prstGeom>
            <a:noFill/>
            <a:ln>
              <a:solidFill>
                <a:srgbClr val="7030A0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GB" dirty="0" err="1"/>
                <a:t>positionX</a:t>
              </a:r>
              <a:endParaRPr lang="en-GB" dirty="0"/>
            </a:p>
            <a:p>
              <a:r>
                <a:rPr lang="en-GB" dirty="0" err="1"/>
                <a:t>positionY</a:t>
              </a:r>
              <a:endParaRPr lang="en-GB" dirty="0"/>
            </a:p>
            <a:p>
              <a:r>
                <a:rPr lang="en-GB" dirty="0" err="1"/>
                <a:t>positionZ</a:t>
              </a:r>
              <a:endParaRPr lang="en-GB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1D76397-921E-4DAA-87F5-5BA6808ECFAC}"/>
                </a:ext>
              </a:extLst>
            </p:cNvPr>
            <p:cNvCxnSpPr>
              <a:cxnSpLocks/>
              <a:stCxn id="21" idx="0"/>
              <a:endCxn id="8" idx="2"/>
            </p:cNvCxnSpPr>
            <p:nvPr/>
          </p:nvCxnSpPr>
          <p:spPr>
            <a:xfrm flipH="1" flipV="1">
              <a:off x="8147073" y="3081979"/>
              <a:ext cx="1190014" cy="1362789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520EB8A8-C804-4592-8F53-3F17C80F2421}"/>
                </a:ext>
              </a:extLst>
            </p:cNvPr>
            <p:cNvCxnSpPr>
              <a:cxnSpLocks/>
              <a:stCxn id="22" idx="0"/>
              <a:endCxn id="7" idx="2"/>
            </p:cNvCxnSpPr>
            <p:nvPr/>
          </p:nvCxnSpPr>
          <p:spPr>
            <a:xfrm flipH="1" flipV="1">
              <a:off x="6274745" y="3081979"/>
              <a:ext cx="1251348" cy="840303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6D9A472-B818-4C99-A7D7-7B069EAB25E7}"/>
                </a:ext>
              </a:extLst>
            </p:cNvPr>
            <p:cNvCxnSpPr>
              <a:cxnSpLocks/>
              <a:stCxn id="23" idx="0"/>
              <a:endCxn id="6" idx="2"/>
            </p:cNvCxnSpPr>
            <p:nvPr/>
          </p:nvCxnSpPr>
          <p:spPr>
            <a:xfrm flipV="1">
              <a:off x="3962208" y="3081979"/>
              <a:ext cx="440209" cy="1118693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8FFF358-C75D-449E-8E63-6F2CC295DC0E}"/>
                </a:ext>
              </a:extLst>
            </p:cNvPr>
            <p:cNvCxnSpPr>
              <a:cxnSpLocks/>
              <a:stCxn id="26" idx="0"/>
              <a:endCxn id="8" idx="2"/>
            </p:cNvCxnSpPr>
            <p:nvPr/>
          </p:nvCxnSpPr>
          <p:spPr>
            <a:xfrm flipV="1">
              <a:off x="5746594" y="3081979"/>
              <a:ext cx="2400479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DF1491F-117E-44A8-8810-E9F975EAC8F6}"/>
                </a:ext>
              </a:extLst>
            </p:cNvPr>
            <p:cNvCxnSpPr>
              <a:cxnSpLocks/>
              <a:stCxn id="26" idx="0"/>
              <a:endCxn id="7" idx="2"/>
            </p:cNvCxnSpPr>
            <p:nvPr/>
          </p:nvCxnSpPr>
          <p:spPr>
            <a:xfrm flipV="1">
              <a:off x="5746594" y="3081979"/>
              <a:ext cx="528151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2C002E3-74D7-460B-B432-CF2BFB4101E5}"/>
                </a:ext>
              </a:extLst>
            </p:cNvPr>
            <p:cNvCxnSpPr>
              <a:cxnSpLocks/>
              <a:stCxn id="26" idx="0"/>
              <a:endCxn id="6" idx="2"/>
            </p:cNvCxnSpPr>
            <p:nvPr/>
          </p:nvCxnSpPr>
          <p:spPr>
            <a:xfrm flipH="1" flipV="1">
              <a:off x="4402417" y="3081979"/>
              <a:ext cx="1344177" cy="898714"/>
            </a:xfrm>
            <a:prstGeom prst="straightConnector1">
              <a:avLst/>
            </a:prstGeom>
            <a:ln w="15875">
              <a:solidFill>
                <a:srgbClr val="7030A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7470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0A12-5246-421C-881F-8567FBDD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EB207-7467-40E9-911C-F5F6F5853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71"/>
            <a:ext cx="5364257" cy="4997092"/>
          </a:xfrm>
        </p:spPr>
        <p:txBody>
          <a:bodyPr/>
          <a:lstStyle/>
          <a:p>
            <a:r>
              <a:rPr lang="en-GB" dirty="0"/>
              <a:t>Position (0,0,-1)</a:t>
            </a:r>
          </a:p>
          <a:p>
            <a:r>
              <a:rPr lang="en-GB" dirty="0"/>
              <a:t>Orientation (0,0,1)</a:t>
            </a:r>
          </a:p>
          <a:p>
            <a:r>
              <a:rPr lang="en-GB" dirty="0" err="1"/>
              <a:t>coneInnerAngle</a:t>
            </a:r>
            <a:r>
              <a:rPr lang="en-GB" dirty="0"/>
              <a:t>= 45</a:t>
            </a:r>
          </a:p>
          <a:p>
            <a:r>
              <a:rPr lang="en-GB" dirty="0" err="1"/>
              <a:t>coneOuterAngle</a:t>
            </a:r>
            <a:r>
              <a:rPr lang="en-GB" dirty="0"/>
              <a:t>= 90</a:t>
            </a:r>
          </a:p>
          <a:p>
            <a:r>
              <a:rPr lang="en-GB" dirty="0" err="1"/>
              <a:t>coneOuterGain</a:t>
            </a:r>
            <a:r>
              <a:rPr lang="en-GB" dirty="0"/>
              <a:t>= 0.1</a:t>
            </a:r>
          </a:p>
          <a:p>
            <a:r>
              <a:rPr lang="en-GB" dirty="0" err="1"/>
              <a:t>refDistance</a:t>
            </a:r>
            <a:r>
              <a:rPr lang="en-GB" dirty="0"/>
              <a:t>= 0.5</a:t>
            </a:r>
          </a:p>
          <a:p>
            <a:r>
              <a:rPr lang="en-GB" dirty="0"/>
              <a:t>Listener set to defaults </a:t>
            </a:r>
          </a:p>
          <a:p>
            <a:endParaRPr lang="en-GB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D0E40D-8E3F-47D6-A7F6-C2C182C76418}"/>
              </a:ext>
            </a:extLst>
          </p:cNvPr>
          <p:cNvSpPr/>
          <p:nvPr/>
        </p:nvSpPr>
        <p:spPr>
          <a:xfrm>
            <a:off x="8158089" y="5624697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92F037-D97C-4828-BC96-DEFC75F2FE2B}"/>
              </a:ext>
            </a:extLst>
          </p:cNvPr>
          <p:cNvSpPr/>
          <p:nvPr/>
        </p:nvSpPr>
        <p:spPr>
          <a:xfrm>
            <a:off x="8132020" y="1599242"/>
            <a:ext cx="357187" cy="39290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155508-6B6E-444F-932A-9FD99B924DF6}"/>
              </a:ext>
            </a:extLst>
          </p:cNvPr>
          <p:cNvSpPr txBox="1"/>
          <p:nvPr/>
        </p:nvSpPr>
        <p:spPr>
          <a:xfrm>
            <a:off x="7853680" y="941907"/>
            <a:ext cx="862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Source</a:t>
            </a:r>
          </a:p>
          <a:p>
            <a:r>
              <a:rPr lang="en-GB" dirty="0"/>
              <a:t>(0,0,-1)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922A33-CCDB-416A-999A-1FBAB56F32D0}"/>
              </a:ext>
            </a:extLst>
          </p:cNvPr>
          <p:cNvSpPr txBox="1"/>
          <p:nvPr/>
        </p:nvSpPr>
        <p:spPr>
          <a:xfrm>
            <a:off x="7871779" y="6254836"/>
            <a:ext cx="929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Listener</a:t>
            </a:r>
          </a:p>
          <a:p>
            <a:r>
              <a:rPr lang="en-GB" dirty="0"/>
              <a:t>(0,0, 0)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5260D4-A54E-4659-8CB9-B08CF267C82D}"/>
              </a:ext>
            </a:extLst>
          </p:cNvPr>
          <p:cNvCxnSpPr>
            <a:cxnSpLocks/>
          </p:cNvCxnSpPr>
          <p:nvPr/>
        </p:nvCxnSpPr>
        <p:spPr>
          <a:xfrm>
            <a:off x="10944764" y="1240948"/>
            <a:ext cx="108000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3D3001-C39C-4852-9220-FC49BB645E15}"/>
              </a:ext>
            </a:extLst>
          </p:cNvPr>
          <p:cNvCxnSpPr>
            <a:cxnSpLocks/>
          </p:cNvCxnSpPr>
          <p:nvPr/>
        </p:nvCxnSpPr>
        <p:spPr>
          <a:xfrm>
            <a:off x="10951141" y="1240947"/>
            <a:ext cx="0" cy="108000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1C88986-D730-4658-B0F9-15E2933A71BF}"/>
              </a:ext>
            </a:extLst>
          </p:cNvPr>
          <p:cNvSpPr txBox="1"/>
          <p:nvPr/>
        </p:nvSpPr>
        <p:spPr>
          <a:xfrm>
            <a:off x="11599607" y="1285971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1D1E80-AE12-433D-B6F2-E2F41D86FAAA}"/>
              </a:ext>
            </a:extLst>
          </p:cNvPr>
          <p:cNvSpPr txBox="1"/>
          <p:nvPr/>
        </p:nvSpPr>
        <p:spPr>
          <a:xfrm>
            <a:off x="10991322" y="1891626"/>
            <a:ext cx="306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z</a:t>
            </a:r>
          </a:p>
        </p:txBody>
      </p:sp>
      <p:sp>
        <p:nvSpPr>
          <p:cNvPr id="51" name="Partial Circle 50">
            <a:extLst>
              <a:ext uri="{FF2B5EF4-FFF2-40B4-BE49-F238E27FC236}">
                <a16:creationId xmlns:a16="http://schemas.microsoft.com/office/drawing/2014/main" id="{47B49DF5-39B9-48DE-A859-BF0ED8ED656F}"/>
              </a:ext>
            </a:extLst>
          </p:cNvPr>
          <p:cNvSpPr/>
          <p:nvPr/>
        </p:nvSpPr>
        <p:spPr>
          <a:xfrm rot="-8100000">
            <a:off x="6874560" y="306331"/>
            <a:ext cx="2880000" cy="2880000"/>
          </a:xfrm>
          <a:prstGeom prst="pie">
            <a:avLst>
              <a:gd name="adj1" fmla="val 10851959"/>
              <a:gd name="adj2" fmla="val 16200000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2" name="Partial Circle 51">
            <a:extLst>
              <a:ext uri="{FF2B5EF4-FFF2-40B4-BE49-F238E27FC236}">
                <a16:creationId xmlns:a16="http://schemas.microsoft.com/office/drawing/2014/main" id="{FD9D8C92-D9A0-4D2C-9FE0-8E632339F5A3}"/>
              </a:ext>
            </a:extLst>
          </p:cNvPr>
          <p:cNvSpPr/>
          <p:nvPr/>
        </p:nvSpPr>
        <p:spPr>
          <a:xfrm rot="-9480000">
            <a:off x="6870614" y="307635"/>
            <a:ext cx="2880000" cy="2880000"/>
          </a:xfrm>
          <a:prstGeom prst="pie">
            <a:avLst>
              <a:gd name="adj1" fmla="val 13510873"/>
              <a:gd name="adj2" fmla="val 16200000"/>
            </a:avLst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41F888D-A7E4-40FA-B452-815566203334}"/>
              </a:ext>
            </a:extLst>
          </p:cNvPr>
          <p:cNvCxnSpPr>
            <a:cxnSpLocks/>
          </p:cNvCxnSpPr>
          <p:nvPr/>
        </p:nvCxnSpPr>
        <p:spPr>
          <a:xfrm>
            <a:off x="5749325" y="4434497"/>
            <a:ext cx="5201816" cy="0"/>
          </a:xfrm>
          <a:prstGeom prst="straightConnector1">
            <a:avLst/>
          </a:prstGeom>
          <a:ln w="31750">
            <a:solidFill>
              <a:schemeClr val="tx1"/>
            </a:solidFill>
            <a:prstDash val="dash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534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Widescreen</PresentationFormat>
  <Paragraphs>206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Consolas</vt:lpstr>
      <vt:lpstr>Gill Sans</vt:lpstr>
      <vt:lpstr>Wingdings</vt:lpstr>
      <vt:lpstr>Office Theme</vt:lpstr>
      <vt:lpstr>Spatial Audio in the Web Audio API</vt:lpstr>
      <vt:lpstr>Spatial panning</vt:lpstr>
      <vt:lpstr>Position, orientation, directivity</vt:lpstr>
      <vt:lpstr>Right-hand coordinate system</vt:lpstr>
      <vt:lpstr>AudioListener</vt:lpstr>
      <vt:lpstr>AudioListener</vt:lpstr>
      <vt:lpstr>PannerNode</vt:lpstr>
      <vt:lpstr>Position and orientation</vt:lpstr>
      <vt:lpstr>PannerNode</vt:lpstr>
      <vt:lpstr>Sound Cones</vt:lpstr>
      <vt:lpstr>Distance models and rolloff</vt:lpstr>
      <vt:lpstr>And finally, panning model</vt:lpstr>
      <vt:lpstr>Put it all together</vt:lpstr>
      <vt:lpstr>EXTRA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 Audio in the Web Audio API</dc:title>
  <dc:creator>Josh Reiss</dc:creator>
  <cp:lastModifiedBy>Josh Reiss</cp:lastModifiedBy>
  <cp:revision>7</cp:revision>
  <dcterms:created xsi:type="dcterms:W3CDTF">2020-05-12T15:29:09Z</dcterms:created>
  <dcterms:modified xsi:type="dcterms:W3CDTF">2021-10-15T04:48:42Z</dcterms:modified>
</cp:coreProperties>
</file>