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322" r:id="rId3"/>
    <p:sldId id="366" r:id="rId4"/>
    <p:sldId id="323" r:id="rId5"/>
    <p:sldId id="327" r:id="rId6"/>
    <p:sldId id="328" r:id="rId7"/>
    <p:sldId id="324" r:id="rId8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13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25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3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51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5649" algn="l" defTabSz="914259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2780" algn="l" defTabSz="914259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199908" algn="l" defTabSz="914259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039" algn="l" defTabSz="914259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A3AB9"/>
    <a:srgbClr val="CC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C22C2D-DEC6-4D92-AA45-F712D2734430}" v="4" dt="2021-10-11T15:05:13.8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2" autoAdjust="0"/>
    <p:restoredTop sz="74784" autoAdjust="0"/>
  </p:normalViewPr>
  <p:slideViewPr>
    <p:cSldViewPr>
      <p:cViewPr>
        <p:scale>
          <a:sx n="78" d="100"/>
          <a:sy n="78" d="100"/>
        </p:scale>
        <p:origin x="126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3756" y="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E5E30031-63F1-42E5-A362-58948DBCAAD9}"/>
    <pc:docChg chg="undo custSel addSld delSld modSld delMainMaster">
      <pc:chgData name="Josh Reiss" userId="a90d6cd88c30b6c6" providerId="LiveId" clId="{E5E30031-63F1-42E5-A362-58948DBCAAD9}" dt="2021-02-20T10:31:18.655" v="1329" actId="6549"/>
      <pc:docMkLst>
        <pc:docMk/>
      </pc:docMkLst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288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289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290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291"/>
        </pc:sldMkLst>
      </pc:sldChg>
      <pc:sldChg chg="del">
        <pc:chgData name="Josh Reiss" userId="a90d6cd88c30b6c6" providerId="LiveId" clId="{E5E30031-63F1-42E5-A362-58948DBCAAD9}" dt="2021-02-20T10:20:48.726" v="1294" actId="47"/>
        <pc:sldMkLst>
          <pc:docMk/>
          <pc:sldMk cId="0" sldId="301"/>
        </pc:sldMkLst>
      </pc:sldChg>
      <pc:sldChg chg="del">
        <pc:chgData name="Josh Reiss" userId="a90d6cd88c30b6c6" providerId="LiveId" clId="{E5E30031-63F1-42E5-A362-58948DBCAAD9}" dt="2021-02-20T10:20:48.726" v="1294" actId="47"/>
        <pc:sldMkLst>
          <pc:docMk/>
          <pc:sldMk cId="0" sldId="302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312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314"/>
        </pc:sldMkLst>
      </pc:sldChg>
      <pc:sldChg chg="del">
        <pc:chgData name="Josh Reiss" userId="a90d6cd88c30b6c6" providerId="LiveId" clId="{E5E30031-63F1-42E5-A362-58948DBCAAD9}" dt="2021-02-20T10:20:48.726" v="1294" actId="47"/>
        <pc:sldMkLst>
          <pc:docMk/>
          <pc:sldMk cId="3915929655" sldId="315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3727979012" sldId="317"/>
        </pc:sldMkLst>
      </pc:sldChg>
      <pc:sldChg chg="addSp delSp modSp mod">
        <pc:chgData name="Josh Reiss" userId="a90d6cd88c30b6c6" providerId="LiveId" clId="{E5E30031-63F1-42E5-A362-58948DBCAAD9}" dt="2021-02-20T09:09:17.458" v="43" actId="1076"/>
        <pc:sldMkLst>
          <pc:docMk/>
          <pc:sldMk cId="2158954158" sldId="322"/>
        </pc:sldMkLst>
        <pc:spChg chg="add del">
          <ac:chgData name="Josh Reiss" userId="a90d6cd88c30b6c6" providerId="LiveId" clId="{E5E30031-63F1-42E5-A362-58948DBCAAD9}" dt="2021-02-20T09:08:43.944" v="38" actId="22"/>
          <ac:spMkLst>
            <pc:docMk/>
            <pc:sldMk cId="2158954158" sldId="322"/>
            <ac:spMk id="5" creationId="{3AE8BF7D-A708-4A10-BAF7-CA443B2C97FE}"/>
          </ac:spMkLst>
        </pc:spChg>
        <pc:spChg chg="mod">
          <ac:chgData name="Josh Reiss" userId="a90d6cd88c30b6c6" providerId="LiveId" clId="{E5E30031-63F1-42E5-A362-58948DBCAAD9}" dt="2021-02-20T09:06:09.340" v="35" actId="1076"/>
          <ac:spMkLst>
            <pc:docMk/>
            <pc:sldMk cId="2158954158" sldId="322"/>
            <ac:spMk id="2050" creationId="{00000000-0000-0000-0000-000000000000}"/>
          </ac:spMkLst>
        </pc:spChg>
        <pc:picChg chg="del">
          <ac:chgData name="Josh Reiss" userId="a90d6cd88c30b6c6" providerId="LiveId" clId="{E5E30031-63F1-42E5-A362-58948DBCAAD9}" dt="2021-02-20T09:08:39.756" v="36" actId="478"/>
          <ac:picMkLst>
            <pc:docMk/>
            <pc:sldMk cId="2158954158" sldId="322"/>
            <ac:picMk id="4" creationId="{00000000-0000-0000-0000-000000000000}"/>
          </ac:picMkLst>
        </pc:picChg>
        <pc:picChg chg="add mod">
          <ac:chgData name="Josh Reiss" userId="a90d6cd88c30b6c6" providerId="LiveId" clId="{E5E30031-63F1-42E5-A362-58948DBCAAD9}" dt="2021-02-20T09:09:17.458" v="43" actId="1076"/>
          <ac:picMkLst>
            <pc:docMk/>
            <pc:sldMk cId="2158954158" sldId="322"/>
            <ac:picMk id="1026" creationId="{FDD3FF4F-575F-4A11-AD2D-694ACA4B19C1}"/>
          </ac:picMkLst>
        </pc:picChg>
      </pc:sldChg>
      <pc:sldChg chg="addSp delSp modSp mod">
        <pc:chgData name="Josh Reiss" userId="a90d6cd88c30b6c6" providerId="LiveId" clId="{E5E30031-63F1-42E5-A362-58948DBCAAD9}" dt="2021-02-20T09:32:03.934" v="726" actId="478"/>
        <pc:sldMkLst>
          <pc:docMk/>
          <pc:sldMk cId="910070396" sldId="323"/>
        </pc:sldMkLst>
        <pc:spChg chg="del">
          <ac:chgData name="Josh Reiss" userId="a90d6cd88c30b6c6" providerId="LiveId" clId="{E5E30031-63F1-42E5-A362-58948DBCAAD9}" dt="2021-02-20T09:11:56.148" v="137" actId="478"/>
          <ac:spMkLst>
            <pc:docMk/>
            <pc:sldMk cId="910070396" sldId="323"/>
            <ac:spMk id="5" creationId="{B4D67A58-FE31-45CD-91D3-BC0F7F140C61}"/>
          </ac:spMkLst>
        </pc:spChg>
        <pc:spChg chg="add del">
          <ac:chgData name="Josh Reiss" userId="a90d6cd88c30b6c6" providerId="LiveId" clId="{E5E30031-63F1-42E5-A362-58948DBCAAD9}" dt="2021-02-20T09:16:50.976" v="153" actId="478"/>
          <ac:spMkLst>
            <pc:docMk/>
            <pc:sldMk cId="910070396" sldId="323"/>
            <ac:spMk id="6" creationId="{7DBC7035-FF83-4E58-A469-8088CA3F4976}"/>
          </ac:spMkLst>
        </pc:spChg>
        <pc:spChg chg="add del mod">
          <ac:chgData name="Josh Reiss" userId="a90d6cd88c30b6c6" providerId="LiveId" clId="{E5E30031-63F1-42E5-A362-58948DBCAAD9}" dt="2021-02-20T09:16:48.220" v="152" actId="478"/>
          <ac:spMkLst>
            <pc:docMk/>
            <pc:sldMk cId="910070396" sldId="323"/>
            <ac:spMk id="7" creationId="{092AF503-22BA-46B7-AF5F-FFC72405BEE7}"/>
          </ac:spMkLst>
        </pc:spChg>
        <pc:spChg chg="add del mod">
          <ac:chgData name="Josh Reiss" userId="a90d6cd88c30b6c6" providerId="LiveId" clId="{E5E30031-63F1-42E5-A362-58948DBCAAD9}" dt="2021-02-20T09:11:19.465" v="116"/>
          <ac:spMkLst>
            <pc:docMk/>
            <pc:sldMk cId="910070396" sldId="323"/>
            <ac:spMk id="8" creationId="{AD197849-FCB7-4259-B12E-AA8C719359B6}"/>
          </ac:spMkLst>
        </pc:spChg>
        <pc:spChg chg="add del">
          <ac:chgData name="Josh Reiss" userId="a90d6cd88c30b6c6" providerId="LiveId" clId="{E5E30031-63F1-42E5-A362-58948DBCAAD9}" dt="2021-02-20T09:18:42.681" v="202"/>
          <ac:spMkLst>
            <pc:docMk/>
            <pc:sldMk cId="910070396" sldId="323"/>
            <ac:spMk id="9" creationId="{24705C78-BDFD-4F36-9D72-786485B9DB59}"/>
          </ac:spMkLst>
        </pc:spChg>
        <pc:spChg chg="del">
          <ac:chgData name="Josh Reiss" userId="a90d6cd88c30b6c6" providerId="LiveId" clId="{E5E30031-63F1-42E5-A362-58948DBCAAD9}" dt="2021-02-20T09:16:45.018" v="151" actId="478"/>
          <ac:spMkLst>
            <pc:docMk/>
            <pc:sldMk cId="910070396" sldId="323"/>
            <ac:spMk id="10" creationId="{035FA290-4E5F-44DF-8FEF-215A2BF8E654}"/>
          </ac:spMkLst>
        </pc:spChg>
        <pc:spChg chg="add del mod">
          <ac:chgData name="Josh Reiss" userId="a90d6cd88c30b6c6" providerId="LiveId" clId="{E5E30031-63F1-42E5-A362-58948DBCAAD9}" dt="2021-02-20T09:21:00.753" v="254"/>
          <ac:spMkLst>
            <pc:docMk/>
            <pc:sldMk cId="910070396" sldId="323"/>
            <ac:spMk id="11" creationId="{F96A8F19-1A91-44FB-93C9-E7DB46E23181}"/>
          </ac:spMkLst>
        </pc:spChg>
        <pc:spChg chg="add del mod">
          <ac:chgData name="Josh Reiss" userId="a90d6cd88c30b6c6" providerId="LiveId" clId="{E5E30031-63F1-42E5-A362-58948DBCAAD9}" dt="2021-02-20T09:32:03.934" v="726" actId="478"/>
          <ac:spMkLst>
            <pc:docMk/>
            <pc:sldMk cId="910070396" sldId="323"/>
            <ac:spMk id="12" creationId="{7A8753F7-A0A7-4B47-9704-655DE29ECC28}"/>
          </ac:spMkLst>
        </pc:spChg>
        <pc:spChg chg="mod">
          <ac:chgData name="Josh Reiss" userId="a90d6cd88c30b6c6" providerId="LiveId" clId="{E5E30031-63F1-42E5-A362-58948DBCAAD9}" dt="2021-02-20T09:09:29.295" v="57" actId="20577"/>
          <ac:spMkLst>
            <pc:docMk/>
            <pc:sldMk cId="910070396" sldId="323"/>
            <ac:spMk id="43010" creationId="{00000000-0000-0000-0000-000000000000}"/>
          </ac:spMkLst>
        </pc:spChg>
        <pc:spChg chg="mod">
          <ac:chgData name="Josh Reiss" userId="a90d6cd88c30b6c6" providerId="LiveId" clId="{E5E30031-63F1-42E5-A362-58948DBCAAD9}" dt="2021-02-20T09:31:46.195" v="725" actId="948"/>
          <ac:spMkLst>
            <pc:docMk/>
            <pc:sldMk cId="910070396" sldId="323"/>
            <ac:spMk id="43011" creationId="{00000000-0000-0000-0000-000000000000}"/>
          </ac:spMkLst>
        </pc:spChg>
        <pc:graphicFrameChg chg="del">
          <ac:chgData name="Josh Reiss" userId="a90d6cd88c30b6c6" providerId="LiveId" clId="{E5E30031-63F1-42E5-A362-58948DBCAAD9}" dt="2021-02-20T09:11:56.148" v="137" actId="478"/>
          <ac:graphicFrameMkLst>
            <pc:docMk/>
            <pc:sldMk cId="910070396" sldId="323"/>
            <ac:graphicFrameMk id="3" creationId="{318FE8E5-43B0-4C73-AF4B-78E27A68D2B9}"/>
          </ac:graphicFrameMkLst>
        </pc:graphicFrameChg>
        <pc:picChg chg="del">
          <ac:chgData name="Josh Reiss" userId="a90d6cd88c30b6c6" providerId="LiveId" clId="{E5E30031-63F1-42E5-A362-58948DBCAAD9}" dt="2021-02-20T09:11:22.384" v="119" actId="478"/>
          <ac:picMkLst>
            <pc:docMk/>
            <pc:sldMk cId="910070396" sldId="323"/>
            <ac:picMk id="4" creationId="{91B21E35-C998-4B54-8DC6-454304D213A3}"/>
          </ac:picMkLst>
        </pc:picChg>
      </pc:sldChg>
      <pc:sldChg chg="addSp modSp new mod">
        <pc:chgData name="Josh Reiss" userId="a90d6cd88c30b6c6" providerId="LiveId" clId="{E5E30031-63F1-42E5-A362-58948DBCAAD9}" dt="2021-02-20T10:31:18.655" v="1329" actId="6549"/>
        <pc:sldMkLst>
          <pc:docMk/>
          <pc:sldMk cId="879475164" sldId="324"/>
        </pc:sldMkLst>
        <pc:spChg chg="mod">
          <ac:chgData name="Josh Reiss" userId="a90d6cd88c30b6c6" providerId="LiveId" clId="{E5E30031-63F1-42E5-A362-58948DBCAAD9}" dt="2021-02-20T09:48:06.454" v="803" actId="20577"/>
          <ac:spMkLst>
            <pc:docMk/>
            <pc:sldMk cId="879475164" sldId="324"/>
            <ac:spMk id="2" creationId="{AA086F73-3C65-4BEA-A3F5-5F62D201F875}"/>
          </ac:spMkLst>
        </pc:spChg>
        <pc:spChg chg="mod">
          <ac:chgData name="Josh Reiss" userId="a90d6cd88c30b6c6" providerId="LiveId" clId="{E5E30031-63F1-42E5-A362-58948DBCAAD9}" dt="2021-02-20T10:31:18.655" v="1329" actId="6549"/>
          <ac:spMkLst>
            <pc:docMk/>
            <pc:sldMk cId="879475164" sldId="324"/>
            <ac:spMk id="3" creationId="{49012F63-E93D-4153-A3AE-B3489E9EF747}"/>
          </ac:spMkLst>
        </pc:spChg>
        <pc:graphicFrameChg chg="add mod">
          <ac:chgData name="Josh Reiss" userId="a90d6cd88c30b6c6" providerId="LiveId" clId="{E5E30031-63F1-42E5-A362-58948DBCAAD9}" dt="2021-02-20T09:47:32.916" v="794" actId="692"/>
          <ac:graphicFrameMkLst>
            <pc:docMk/>
            <pc:sldMk cId="879475164" sldId="324"/>
            <ac:graphicFrameMk id="4" creationId="{3CCE1D99-EB3B-4243-945B-3E35903950B3}"/>
          </ac:graphicFrameMkLst>
        </pc:graphicFrameChg>
      </pc:sldChg>
      <pc:sldChg chg="modSp add mod modNotesTx">
        <pc:chgData name="Josh Reiss" userId="a90d6cd88c30b6c6" providerId="LiveId" clId="{E5E30031-63F1-42E5-A362-58948DBCAAD9}" dt="2021-02-20T10:22:31.688" v="1320" actId="14100"/>
        <pc:sldMkLst>
          <pc:docMk/>
          <pc:sldMk cId="2415985630" sldId="325"/>
        </pc:sldMkLst>
        <pc:spChg chg="mod">
          <ac:chgData name="Josh Reiss" userId="a90d6cd88c30b6c6" providerId="LiveId" clId="{E5E30031-63F1-42E5-A362-58948DBCAAD9}" dt="2021-02-20T09:48:21.893" v="814" actId="20577"/>
          <ac:spMkLst>
            <pc:docMk/>
            <pc:sldMk cId="2415985630" sldId="325"/>
            <ac:spMk id="43010" creationId="{00000000-0000-0000-0000-000000000000}"/>
          </ac:spMkLst>
        </pc:spChg>
        <pc:spChg chg="mod">
          <ac:chgData name="Josh Reiss" userId="a90d6cd88c30b6c6" providerId="LiveId" clId="{E5E30031-63F1-42E5-A362-58948DBCAAD9}" dt="2021-02-20T10:22:31.688" v="1320" actId="14100"/>
          <ac:spMkLst>
            <pc:docMk/>
            <pc:sldMk cId="2415985630" sldId="325"/>
            <ac:spMk id="43011" creationId="{00000000-0000-0000-0000-000000000000}"/>
          </ac:spMkLst>
        </pc:spChg>
      </pc:sldChg>
      <pc:sldChg chg="addSp delSp modSp add mod">
        <pc:chgData name="Josh Reiss" userId="a90d6cd88c30b6c6" providerId="LiveId" clId="{E5E30031-63F1-42E5-A362-58948DBCAAD9}" dt="2021-02-20T10:20:27.416" v="1292" actId="1076"/>
        <pc:sldMkLst>
          <pc:docMk/>
          <pc:sldMk cId="2637335614" sldId="326"/>
        </pc:sldMkLst>
        <pc:spChg chg="add mod">
          <ac:chgData name="Josh Reiss" userId="a90d6cd88c30b6c6" providerId="LiveId" clId="{E5E30031-63F1-42E5-A362-58948DBCAAD9}" dt="2021-02-20T10:15:07.275" v="1231" actId="478"/>
          <ac:spMkLst>
            <pc:docMk/>
            <pc:sldMk cId="2637335614" sldId="326"/>
            <ac:spMk id="4" creationId="{A5AE1DAA-E776-4346-B0F0-35893E65F56E}"/>
          </ac:spMkLst>
        </pc:spChg>
        <pc:spChg chg="add mod">
          <ac:chgData name="Josh Reiss" userId="a90d6cd88c30b6c6" providerId="LiveId" clId="{E5E30031-63F1-42E5-A362-58948DBCAAD9}" dt="2021-02-20T10:20:27.416" v="1292" actId="1076"/>
          <ac:spMkLst>
            <pc:docMk/>
            <pc:sldMk cId="2637335614" sldId="326"/>
            <ac:spMk id="10" creationId="{B78A9FF2-908A-4B49-B5FC-213888443C4E}"/>
          </ac:spMkLst>
        </pc:spChg>
        <pc:spChg chg="mod">
          <ac:chgData name="Josh Reiss" userId="a90d6cd88c30b6c6" providerId="LiveId" clId="{E5E30031-63F1-42E5-A362-58948DBCAAD9}" dt="2021-02-20T10:18:27.550" v="1257" actId="1035"/>
          <ac:spMkLst>
            <pc:docMk/>
            <pc:sldMk cId="2637335614" sldId="326"/>
            <ac:spMk id="43010" creationId="{00000000-0000-0000-0000-000000000000}"/>
          </ac:spMkLst>
        </pc:spChg>
        <pc:spChg chg="del">
          <ac:chgData name="Josh Reiss" userId="a90d6cd88c30b6c6" providerId="LiveId" clId="{E5E30031-63F1-42E5-A362-58948DBCAAD9}" dt="2021-02-20T10:15:07.275" v="1231" actId="478"/>
          <ac:spMkLst>
            <pc:docMk/>
            <pc:sldMk cId="2637335614" sldId="326"/>
            <ac:spMk id="43011" creationId="{00000000-0000-0000-0000-000000000000}"/>
          </ac:spMkLst>
        </pc:spChg>
        <pc:graphicFrameChg chg="add mod">
          <ac:chgData name="Josh Reiss" userId="a90d6cd88c30b6c6" providerId="LiveId" clId="{E5E30031-63F1-42E5-A362-58948DBCAAD9}" dt="2021-02-20T10:18:46.100" v="1259" actId="1076"/>
          <ac:graphicFrameMkLst>
            <pc:docMk/>
            <pc:sldMk cId="2637335614" sldId="326"/>
            <ac:graphicFrameMk id="7" creationId="{A05713B1-B709-4F0B-99D5-DCDD618DD507}"/>
          </ac:graphicFrameMkLst>
        </pc:graphicFrameChg>
        <pc:graphicFrameChg chg="add del mod">
          <ac:chgData name="Josh Reiss" userId="a90d6cd88c30b6c6" providerId="LiveId" clId="{E5E30031-63F1-42E5-A362-58948DBCAAD9}" dt="2021-02-20T10:17:09.234" v="1236" actId="478"/>
          <ac:graphicFrameMkLst>
            <pc:docMk/>
            <pc:sldMk cId="2637335614" sldId="326"/>
            <ac:graphicFrameMk id="8" creationId="{A05713B1-B709-4F0B-99D5-DCDD618DD507}"/>
          </ac:graphicFrameMkLst>
        </pc:graphicFrameChg>
        <pc:graphicFrameChg chg="add del mod">
          <ac:chgData name="Josh Reiss" userId="a90d6cd88c30b6c6" providerId="LiveId" clId="{E5E30031-63F1-42E5-A362-58948DBCAAD9}" dt="2021-02-20T10:17:12.458" v="1238"/>
          <ac:graphicFrameMkLst>
            <pc:docMk/>
            <pc:sldMk cId="2637335614" sldId="326"/>
            <ac:graphicFrameMk id="9" creationId="{1B8ED5A8-49E6-41DC-8389-BF304828E2EA}"/>
          </ac:graphicFrameMkLst>
        </pc:graphicFrameChg>
      </pc:sldChg>
      <pc:sldMasterChg chg="del delSldLayout">
        <pc:chgData name="Josh Reiss" userId="a90d6cd88c30b6c6" providerId="LiveId" clId="{E5E30031-63F1-42E5-A362-58948DBCAAD9}" dt="2021-02-20T10:20:44.680" v="1293" actId="47"/>
        <pc:sldMasterMkLst>
          <pc:docMk/>
          <pc:sldMasterMk cId="0" sldId="2147483660"/>
        </pc:sldMasterMkLst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1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2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3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4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5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6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7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8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9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70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71"/>
          </pc:sldLayoutMkLst>
        </pc:sldLayoutChg>
      </pc:sldMasterChg>
      <pc:sldMasterChg chg="del delSldLayout">
        <pc:chgData name="Josh Reiss" userId="a90d6cd88c30b6c6" providerId="LiveId" clId="{E5E30031-63F1-42E5-A362-58948DBCAAD9}" dt="2021-02-20T10:20:48.726" v="1294" actId="47"/>
        <pc:sldMasterMkLst>
          <pc:docMk/>
          <pc:sldMasterMk cId="0" sldId="2147483672"/>
        </pc:sldMasterMkLst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3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4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5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6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7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8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9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80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81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82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83"/>
          </pc:sldLayoutMkLst>
        </pc:sldLayoutChg>
      </pc:sldMasterChg>
    </pc:docChg>
  </pc:docChgLst>
  <pc:docChgLst>
    <pc:chgData name="Josh Reiss" userId="a90d6cd88c30b6c6" providerId="LiveId" clId="{539ABB88-2300-468D-BC22-9E13E8161BD1}"/>
    <pc:docChg chg="modSld">
      <pc:chgData name="Josh Reiss" userId="a90d6cd88c30b6c6" providerId="LiveId" clId="{539ABB88-2300-468D-BC22-9E13E8161BD1}" dt="2020-03-05T13:35:12.652" v="16" actId="20577"/>
      <pc:docMkLst>
        <pc:docMk/>
      </pc:docMkLst>
      <pc:sldChg chg="modSp">
        <pc:chgData name="Josh Reiss" userId="a90d6cd88c30b6c6" providerId="LiveId" clId="{539ABB88-2300-468D-BC22-9E13E8161BD1}" dt="2020-03-05T13:35:12.652" v="16" actId="20577"/>
        <pc:sldMkLst>
          <pc:docMk/>
          <pc:sldMk cId="2208799167" sldId="334"/>
        </pc:sldMkLst>
        <pc:spChg chg="mod">
          <ac:chgData name="Josh Reiss" userId="a90d6cd88c30b6c6" providerId="LiveId" clId="{539ABB88-2300-468D-BC22-9E13E8161BD1}" dt="2020-03-05T13:35:12.652" v="16" actId="20577"/>
          <ac:spMkLst>
            <pc:docMk/>
            <pc:sldMk cId="2208799167" sldId="334"/>
            <ac:spMk id="17411" creationId="{00000000-0000-0000-0000-000000000000}"/>
          </ac:spMkLst>
        </pc:spChg>
      </pc:sldChg>
    </pc:docChg>
  </pc:docChgLst>
  <pc:docChgLst>
    <pc:chgData name="Josh Reiss" userId="a90d6cd88c30b6c6" providerId="LiveId" clId="{4C26A3A2-695B-4B1A-84C1-21465F584E6D}"/>
    <pc:docChg chg="undo custSel delSld modSld">
      <pc:chgData name="Josh Reiss" userId="a90d6cd88c30b6c6" providerId="LiveId" clId="{4C26A3A2-695B-4B1A-84C1-21465F584E6D}" dt="2021-02-20T08:27:26.862" v="421" actId="47"/>
      <pc:docMkLst>
        <pc:docMk/>
      </pc:docMkLst>
      <pc:sldChg chg="delSp modSp mod delAnim">
        <pc:chgData name="Josh Reiss" userId="a90d6cd88c30b6c6" providerId="LiveId" clId="{4C26A3A2-695B-4B1A-84C1-21465F584E6D}" dt="2021-02-19T17:00:20.466" v="418" actId="1035"/>
        <pc:sldMkLst>
          <pc:docMk/>
          <pc:sldMk cId="0" sldId="288"/>
        </pc:sldMkLst>
        <pc:spChg chg="del">
          <ac:chgData name="Josh Reiss" userId="a90d6cd88c30b6c6" providerId="LiveId" clId="{4C26A3A2-695B-4B1A-84C1-21465F584E6D}" dt="2021-02-19T17:00:03.470" v="405" actId="478"/>
          <ac:spMkLst>
            <pc:docMk/>
            <pc:sldMk cId="0" sldId="288"/>
            <ac:spMk id="3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20.466" v="418" actId="1035"/>
          <ac:spMkLst>
            <pc:docMk/>
            <pc:sldMk cId="0" sldId="288"/>
            <ac:spMk id="9219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9220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9222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9223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9224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12297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12298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12299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12300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12301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43010" creationId="{00000000-0000-0000-0000-000000000000}"/>
          </ac:spMkLst>
        </pc:spChg>
        <pc:graphicFrameChg chg="mod">
          <ac:chgData name="Josh Reiss" userId="a90d6cd88c30b6c6" providerId="LiveId" clId="{4C26A3A2-695B-4B1A-84C1-21465F584E6D}" dt="2021-02-19T17:00:12.662" v="411" actId="1036"/>
          <ac:graphicFrameMkLst>
            <pc:docMk/>
            <pc:sldMk cId="0" sldId="288"/>
            <ac:graphicFrameMk id="43009" creationId="{00000000-0000-0000-0000-000000000000}"/>
          </ac:graphicFrameMkLst>
        </pc:graphicFrameChg>
        <pc:picChg chg="del">
          <ac:chgData name="Josh Reiss" userId="a90d6cd88c30b6c6" providerId="LiveId" clId="{4C26A3A2-695B-4B1A-84C1-21465F584E6D}" dt="2021-02-19T17:00:03.470" v="405" actId="478"/>
          <ac:picMkLst>
            <pc:docMk/>
            <pc:sldMk cId="0" sldId="288"/>
            <ac:picMk id="20" creationId="{00000000-0000-0000-0000-000000000000}"/>
          </ac:picMkLst>
        </pc:picChg>
        <pc:picChg chg="del">
          <ac:chgData name="Josh Reiss" userId="a90d6cd88c30b6c6" providerId="LiveId" clId="{4C26A3A2-695B-4B1A-84C1-21465F584E6D}" dt="2021-02-19T17:00:03.470" v="405" actId="478"/>
          <ac:picMkLst>
            <pc:docMk/>
            <pc:sldMk cId="0" sldId="288"/>
            <ac:picMk id="21" creationId="{00000000-0000-0000-0000-000000000000}"/>
          </ac:picMkLst>
        </pc:picChg>
        <pc:picChg chg="del">
          <ac:chgData name="Josh Reiss" userId="a90d6cd88c30b6c6" providerId="LiveId" clId="{4C26A3A2-695B-4B1A-84C1-21465F584E6D}" dt="2021-02-19T17:00:03.470" v="405" actId="478"/>
          <ac:picMkLst>
            <pc:docMk/>
            <pc:sldMk cId="0" sldId="288"/>
            <ac:picMk id="22" creationId="{00000000-0000-0000-0000-000000000000}"/>
          </ac:picMkLst>
        </pc:picChg>
        <pc:picChg chg="del">
          <ac:chgData name="Josh Reiss" userId="a90d6cd88c30b6c6" providerId="LiveId" clId="{4C26A3A2-695B-4B1A-84C1-21465F584E6D}" dt="2021-02-19T17:00:03.470" v="405" actId="478"/>
          <ac:picMkLst>
            <pc:docMk/>
            <pc:sldMk cId="0" sldId="288"/>
            <ac:picMk id="23" creationId="{00000000-0000-0000-0000-000000000000}"/>
          </ac:picMkLst>
        </pc:picChg>
        <pc:picChg chg="mod">
          <ac:chgData name="Josh Reiss" userId="a90d6cd88c30b6c6" providerId="LiveId" clId="{4C26A3A2-695B-4B1A-84C1-21465F584E6D}" dt="2021-02-19T17:00:12.662" v="411" actId="1036"/>
          <ac:picMkLst>
            <pc:docMk/>
            <pc:sldMk cId="0" sldId="288"/>
            <ac:picMk id="9221" creationId="{00000000-0000-0000-0000-000000000000}"/>
          </ac:picMkLst>
        </pc:picChg>
        <pc:picChg chg="mod">
          <ac:chgData name="Josh Reiss" userId="a90d6cd88c30b6c6" providerId="LiveId" clId="{4C26A3A2-695B-4B1A-84C1-21465F584E6D}" dt="2021-02-19T17:00:12.662" v="411" actId="1036"/>
          <ac:picMkLst>
            <pc:docMk/>
            <pc:sldMk cId="0" sldId="288"/>
            <ac:picMk id="12289" creationId="{00000000-0000-0000-0000-000000000000}"/>
          </ac:picMkLst>
        </pc:picChg>
        <pc:picChg chg="mod">
          <ac:chgData name="Josh Reiss" userId="a90d6cd88c30b6c6" providerId="LiveId" clId="{4C26A3A2-695B-4B1A-84C1-21465F584E6D}" dt="2021-02-19T17:00:12.662" v="411" actId="1036"/>
          <ac:picMkLst>
            <pc:docMk/>
            <pc:sldMk cId="0" sldId="288"/>
            <ac:picMk id="12296" creationId="{00000000-0000-0000-0000-000000000000}"/>
          </ac:picMkLst>
        </pc:picChg>
        <pc:picChg chg="mod">
          <ac:chgData name="Josh Reiss" userId="a90d6cd88c30b6c6" providerId="LiveId" clId="{4C26A3A2-695B-4B1A-84C1-21465F584E6D}" dt="2021-02-19T17:00:12.662" v="411" actId="1036"/>
          <ac:picMkLst>
            <pc:docMk/>
            <pc:sldMk cId="0" sldId="288"/>
            <ac:picMk id="12302" creationId="{00000000-0000-0000-0000-000000000000}"/>
          </ac:picMkLst>
        </pc:picChg>
      </pc:sldChg>
      <pc:sldChg chg="del">
        <pc:chgData name="Josh Reiss" userId="a90d6cd88c30b6c6" providerId="LiveId" clId="{4C26A3A2-695B-4B1A-84C1-21465F584E6D}" dt="2021-02-19T17:04:49.595" v="420" actId="47"/>
        <pc:sldMkLst>
          <pc:docMk/>
          <pc:sldMk cId="0" sldId="292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0" sldId="293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0" sldId="296"/>
        </pc:sldMkLst>
      </pc:sldChg>
      <pc:sldChg chg="del">
        <pc:chgData name="Josh Reiss" userId="a90d6cd88c30b6c6" providerId="LiveId" clId="{4C26A3A2-695B-4B1A-84C1-21465F584E6D}" dt="2021-02-19T16:42:41.189" v="30" actId="47"/>
        <pc:sldMkLst>
          <pc:docMk/>
          <pc:sldMk cId="0" sldId="297"/>
        </pc:sldMkLst>
      </pc:sldChg>
      <pc:sldChg chg="del">
        <pc:chgData name="Josh Reiss" userId="a90d6cd88c30b6c6" providerId="LiveId" clId="{4C26A3A2-695B-4B1A-84C1-21465F584E6D}" dt="2021-02-19T16:42:41.189" v="30" actId="47"/>
        <pc:sldMkLst>
          <pc:docMk/>
          <pc:sldMk cId="0" sldId="298"/>
        </pc:sldMkLst>
      </pc:sldChg>
      <pc:sldChg chg="del">
        <pc:chgData name="Josh Reiss" userId="a90d6cd88c30b6c6" providerId="LiveId" clId="{4C26A3A2-695B-4B1A-84C1-21465F584E6D}" dt="2021-02-19T16:43:04.540" v="31" actId="47"/>
        <pc:sldMkLst>
          <pc:docMk/>
          <pc:sldMk cId="0" sldId="300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0" sldId="305"/>
        </pc:sldMkLst>
      </pc:sldChg>
      <pc:sldChg chg="del">
        <pc:chgData name="Josh Reiss" userId="a90d6cd88c30b6c6" providerId="LiveId" clId="{4C26A3A2-695B-4B1A-84C1-21465F584E6D}" dt="2021-02-19T16:36:12.156" v="28" actId="47"/>
        <pc:sldMkLst>
          <pc:docMk/>
          <pc:sldMk cId="0" sldId="306"/>
        </pc:sldMkLst>
      </pc:sldChg>
      <pc:sldChg chg="del">
        <pc:chgData name="Josh Reiss" userId="a90d6cd88c30b6c6" providerId="LiveId" clId="{4C26A3A2-695B-4B1A-84C1-21465F584E6D}" dt="2021-02-19T16:36:12.156" v="28" actId="47"/>
        <pc:sldMkLst>
          <pc:docMk/>
          <pc:sldMk cId="0" sldId="310"/>
        </pc:sldMkLst>
      </pc:sldChg>
      <pc:sldChg chg="del">
        <pc:chgData name="Josh Reiss" userId="a90d6cd88c30b6c6" providerId="LiveId" clId="{4C26A3A2-695B-4B1A-84C1-21465F584E6D}" dt="2021-02-19T17:03:08.530" v="419" actId="47"/>
        <pc:sldMkLst>
          <pc:docMk/>
          <pc:sldMk cId="0" sldId="313"/>
        </pc:sldMkLst>
      </pc:sldChg>
      <pc:sldChg chg="del">
        <pc:chgData name="Josh Reiss" userId="a90d6cd88c30b6c6" providerId="LiveId" clId="{4C26A3A2-695B-4B1A-84C1-21465F584E6D}" dt="2021-02-19T16:42:41.189" v="30" actId="47"/>
        <pc:sldMkLst>
          <pc:docMk/>
          <pc:sldMk cId="3519940310" sldId="318"/>
        </pc:sldMkLst>
      </pc:sldChg>
      <pc:sldChg chg="del">
        <pc:chgData name="Josh Reiss" userId="a90d6cd88c30b6c6" providerId="LiveId" clId="{4C26A3A2-695B-4B1A-84C1-21465F584E6D}" dt="2021-02-19T17:04:49.595" v="420" actId="47"/>
        <pc:sldMkLst>
          <pc:docMk/>
          <pc:sldMk cId="1747087959" sldId="319"/>
        </pc:sldMkLst>
      </pc:sldChg>
      <pc:sldChg chg="del">
        <pc:chgData name="Josh Reiss" userId="a90d6cd88c30b6c6" providerId="LiveId" clId="{4C26A3A2-695B-4B1A-84C1-21465F584E6D}" dt="2021-02-20T08:27:26.862" v="421" actId="47"/>
        <pc:sldMkLst>
          <pc:docMk/>
          <pc:sldMk cId="0" sldId="320"/>
        </pc:sldMkLst>
      </pc:sldChg>
      <pc:sldChg chg="del">
        <pc:chgData name="Josh Reiss" userId="a90d6cd88c30b6c6" providerId="LiveId" clId="{4C26A3A2-695B-4B1A-84C1-21465F584E6D}" dt="2021-02-19T16:36:12.156" v="28" actId="47"/>
        <pc:sldMkLst>
          <pc:docMk/>
          <pc:sldMk cId="0" sldId="321"/>
        </pc:sldMkLst>
      </pc:sldChg>
      <pc:sldChg chg="modSp mod">
        <pc:chgData name="Josh Reiss" userId="a90d6cd88c30b6c6" providerId="LiveId" clId="{4C26A3A2-695B-4B1A-84C1-21465F584E6D}" dt="2021-02-19T16:32:56.631" v="27" actId="20577"/>
        <pc:sldMkLst>
          <pc:docMk/>
          <pc:sldMk cId="2158954158" sldId="322"/>
        </pc:sldMkLst>
        <pc:spChg chg="mod">
          <ac:chgData name="Josh Reiss" userId="a90d6cd88c30b6c6" providerId="LiveId" clId="{4C26A3A2-695B-4B1A-84C1-21465F584E6D}" dt="2021-02-19T16:32:56.631" v="27" actId="20577"/>
          <ac:spMkLst>
            <pc:docMk/>
            <pc:sldMk cId="2158954158" sldId="322"/>
            <ac:spMk id="2050" creationId="{00000000-0000-0000-0000-000000000000}"/>
          </ac:spMkLst>
        </pc:spChg>
      </pc:sldChg>
      <pc:sldChg chg="addSp delSp modSp mod">
        <pc:chgData name="Josh Reiss" userId="a90d6cd88c30b6c6" providerId="LiveId" clId="{4C26A3A2-695B-4B1A-84C1-21465F584E6D}" dt="2021-02-19T16:59:23.473" v="403" actId="1036"/>
        <pc:sldMkLst>
          <pc:docMk/>
          <pc:sldMk cId="910070396" sldId="323"/>
        </pc:sldMkLst>
        <pc:spChg chg="add mod">
          <ac:chgData name="Josh Reiss" userId="a90d6cd88c30b6c6" providerId="LiveId" clId="{4C26A3A2-695B-4B1A-84C1-21465F584E6D}" dt="2021-02-19T16:54:40.241" v="287" actId="1076"/>
          <ac:spMkLst>
            <pc:docMk/>
            <pc:sldMk cId="910070396" sldId="323"/>
            <ac:spMk id="2" creationId="{576CEC8C-FBCB-442E-8FDC-B89F14CAD171}"/>
          </ac:spMkLst>
        </pc:spChg>
        <pc:spChg chg="add mod">
          <ac:chgData name="Josh Reiss" userId="a90d6cd88c30b6c6" providerId="LiveId" clId="{4C26A3A2-695B-4B1A-84C1-21465F584E6D}" dt="2021-02-19T16:59:23.473" v="403" actId="1036"/>
          <ac:spMkLst>
            <pc:docMk/>
            <pc:sldMk cId="910070396" sldId="323"/>
            <ac:spMk id="5" creationId="{B4D67A58-FE31-45CD-91D3-BC0F7F140C61}"/>
          </ac:spMkLst>
        </pc:spChg>
        <pc:spChg chg="add del mod">
          <ac:chgData name="Josh Reiss" userId="a90d6cd88c30b6c6" providerId="LiveId" clId="{4C26A3A2-695B-4B1A-84C1-21465F584E6D}" dt="2021-02-19T16:56:43.279" v="374" actId="478"/>
          <ac:spMkLst>
            <pc:docMk/>
            <pc:sldMk cId="910070396" sldId="323"/>
            <ac:spMk id="6" creationId="{09B04C03-81F8-4082-B430-163DF8377C56}"/>
          </ac:spMkLst>
        </pc:spChg>
        <pc:spChg chg="add mod">
          <ac:chgData name="Josh Reiss" userId="a90d6cd88c30b6c6" providerId="LiveId" clId="{4C26A3A2-695B-4B1A-84C1-21465F584E6D}" dt="2021-02-19T16:59:23.473" v="403" actId="1036"/>
          <ac:spMkLst>
            <pc:docMk/>
            <pc:sldMk cId="910070396" sldId="323"/>
            <ac:spMk id="10" creationId="{035FA290-4E5F-44DF-8FEF-215A2BF8E654}"/>
          </ac:spMkLst>
        </pc:spChg>
        <pc:spChg chg="mod">
          <ac:chgData name="Josh Reiss" userId="a90d6cd88c30b6c6" providerId="LiveId" clId="{4C26A3A2-695B-4B1A-84C1-21465F584E6D}" dt="2021-02-19T16:59:13.711" v="398" actId="1076"/>
          <ac:spMkLst>
            <pc:docMk/>
            <pc:sldMk cId="910070396" sldId="323"/>
            <ac:spMk id="43011" creationId="{00000000-0000-0000-0000-000000000000}"/>
          </ac:spMkLst>
        </pc:spChg>
        <pc:graphicFrameChg chg="add mod">
          <ac:chgData name="Josh Reiss" userId="a90d6cd88c30b6c6" providerId="LiveId" clId="{4C26A3A2-695B-4B1A-84C1-21465F584E6D}" dt="2021-02-19T16:59:23.473" v="403" actId="1036"/>
          <ac:graphicFrameMkLst>
            <pc:docMk/>
            <pc:sldMk cId="910070396" sldId="323"/>
            <ac:graphicFrameMk id="3" creationId="{318FE8E5-43B0-4C73-AF4B-78E27A68D2B9}"/>
          </ac:graphicFrameMkLst>
        </pc:graphicFrameChg>
        <pc:picChg chg="add mod">
          <ac:chgData name="Josh Reiss" userId="a90d6cd88c30b6c6" providerId="LiveId" clId="{4C26A3A2-695B-4B1A-84C1-21465F584E6D}" dt="2021-02-19T16:53:09.797" v="280" actId="14100"/>
          <ac:picMkLst>
            <pc:docMk/>
            <pc:sldMk cId="910070396" sldId="323"/>
            <ac:picMk id="4" creationId="{91B21E35-C998-4B54-8DC6-454304D213A3}"/>
          </ac:picMkLst>
        </pc:picChg>
      </pc:sldChg>
      <pc:sldChg chg="del">
        <pc:chgData name="Josh Reiss" userId="a90d6cd88c30b6c6" providerId="LiveId" clId="{4C26A3A2-695B-4B1A-84C1-21465F584E6D}" dt="2021-02-19T16:59:40.719" v="404" actId="47"/>
        <pc:sldMkLst>
          <pc:docMk/>
          <pc:sldMk cId="3228339302" sldId="324"/>
        </pc:sldMkLst>
      </pc:sldChg>
      <pc:sldChg chg="del">
        <pc:chgData name="Josh Reiss" userId="a90d6cd88c30b6c6" providerId="LiveId" clId="{4C26A3A2-695B-4B1A-84C1-21465F584E6D}" dt="2021-02-19T16:43:04.540" v="31" actId="47"/>
        <pc:sldMkLst>
          <pc:docMk/>
          <pc:sldMk cId="2639369003" sldId="325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4061176664" sldId="326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356264673" sldId="327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2669586229" sldId="329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3691456749" sldId="331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4135677695" sldId="332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1910645004" sldId="333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2208799167" sldId="334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463107897" sldId="335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3714595942" sldId="336"/>
        </pc:sldMkLst>
      </pc:sldChg>
    </pc:docChg>
  </pc:docChgLst>
  <pc:docChgLst>
    <pc:chgData name="Josh Reiss" userId="a90d6cd88c30b6c6" providerId="LiveId" clId="{A9C22C2D-DEC6-4D92-AA45-F712D2734430}"/>
    <pc:docChg chg="undo custSel modSld">
      <pc:chgData name="Josh Reiss" userId="a90d6cd88c30b6c6" providerId="LiveId" clId="{A9C22C2D-DEC6-4D92-AA45-F712D2734430}" dt="2021-10-11T15:06:54.625" v="15" actId="208"/>
      <pc:docMkLst>
        <pc:docMk/>
      </pc:docMkLst>
      <pc:sldChg chg="delSp modSp mod">
        <pc:chgData name="Josh Reiss" userId="a90d6cd88c30b6c6" providerId="LiveId" clId="{A9C22C2D-DEC6-4D92-AA45-F712D2734430}" dt="2021-07-08T08:33:49.852" v="2" actId="6549"/>
        <pc:sldMkLst>
          <pc:docMk/>
          <pc:sldMk cId="910070396" sldId="323"/>
        </pc:sldMkLst>
        <pc:spChg chg="mod">
          <ac:chgData name="Josh Reiss" userId="a90d6cd88c30b6c6" providerId="LiveId" clId="{A9C22C2D-DEC6-4D92-AA45-F712D2734430}" dt="2021-07-08T08:33:49.852" v="2" actId="6549"/>
          <ac:spMkLst>
            <pc:docMk/>
            <pc:sldMk cId="910070396" sldId="323"/>
            <ac:spMk id="43011" creationId="{00000000-0000-0000-0000-000000000000}"/>
          </ac:spMkLst>
        </pc:spChg>
        <pc:picChg chg="del">
          <ac:chgData name="Josh Reiss" userId="a90d6cd88c30b6c6" providerId="LiveId" clId="{A9C22C2D-DEC6-4D92-AA45-F712D2734430}" dt="2021-07-08T08:33:46.350" v="0" actId="478"/>
          <ac:picMkLst>
            <pc:docMk/>
            <pc:sldMk cId="910070396" sldId="323"/>
            <ac:picMk id="2050" creationId="{F405A29E-3F70-4CC7-843D-E558EB1C5C6A}"/>
          </ac:picMkLst>
        </pc:picChg>
      </pc:sldChg>
      <pc:sldChg chg="delSp modSp mod">
        <pc:chgData name="Josh Reiss" userId="a90d6cd88c30b6c6" providerId="LiveId" clId="{A9C22C2D-DEC6-4D92-AA45-F712D2734430}" dt="2021-10-11T15:06:54.625" v="15" actId="208"/>
        <pc:sldMkLst>
          <pc:docMk/>
          <pc:sldMk cId="0" sldId="366"/>
        </pc:sldMkLst>
        <pc:spChg chg="mod topLvl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32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36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37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38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6:54.625" v="15" actId="208"/>
          <ac:spMkLst>
            <pc:docMk/>
            <pc:sldMk cId="0" sldId="366"/>
            <ac:spMk id="40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6:26.892" v="13" actId="208"/>
          <ac:spMkLst>
            <pc:docMk/>
            <pc:sldMk cId="0" sldId="366"/>
            <ac:spMk id="41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48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49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50" creationId="{4B8637F6-7CBE-437E-9D5C-7EE50E3B006A}"/>
          </ac:spMkLst>
        </pc:spChg>
        <pc:spChg chg="mod topLvl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661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5:06.571" v="8" actId="207"/>
          <ac:spMkLst>
            <pc:docMk/>
            <pc:sldMk cId="0" sldId="366"/>
            <ac:spMk id="662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5:06.571" v="8" actId="207"/>
          <ac:spMkLst>
            <pc:docMk/>
            <pc:sldMk cId="0" sldId="366"/>
            <ac:spMk id="663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4:48.317" v="7" actId="165"/>
          <ac:spMkLst>
            <pc:docMk/>
            <pc:sldMk cId="0" sldId="366"/>
            <ac:spMk id="665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4:48.317" v="7" actId="165"/>
          <ac:spMkLst>
            <pc:docMk/>
            <pc:sldMk cId="0" sldId="366"/>
            <ac:spMk id="666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5:06.571" v="8" actId="207"/>
          <ac:spMkLst>
            <pc:docMk/>
            <pc:sldMk cId="0" sldId="366"/>
            <ac:spMk id="669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5:06.571" v="8" actId="207"/>
          <ac:spMkLst>
            <pc:docMk/>
            <pc:sldMk cId="0" sldId="366"/>
            <ac:spMk id="671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4:48.317" v="7" actId="165"/>
          <ac:spMkLst>
            <pc:docMk/>
            <pc:sldMk cId="0" sldId="366"/>
            <ac:spMk id="673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4:48.317" v="7" actId="165"/>
          <ac:spMkLst>
            <pc:docMk/>
            <pc:sldMk cId="0" sldId="366"/>
            <ac:spMk id="678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5:30.651" v="10" actId="207"/>
          <ac:spMkLst>
            <pc:docMk/>
            <pc:sldMk cId="0" sldId="366"/>
            <ac:spMk id="689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5:30.651" v="10" actId="207"/>
          <ac:spMkLst>
            <pc:docMk/>
            <pc:sldMk cId="0" sldId="366"/>
            <ac:spMk id="692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5:30.651" v="10" actId="207"/>
          <ac:spMkLst>
            <pc:docMk/>
            <pc:sldMk cId="0" sldId="366"/>
            <ac:spMk id="693" creationId="{00000000-0000-0000-0000-000000000000}"/>
          </ac:spMkLst>
        </pc:spChg>
        <pc:spChg chg="mod topLvl">
          <ac:chgData name="Josh Reiss" userId="a90d6cd88c30b6c6" providerId="LiveId" clId="{A9C22C2D-DEC6-4D92-AA45-F712D2734430}" dt="2021-10-11T15:05:49.779" v="11" actId="207"/>
          <ac:spMkLst>
            <pc:docMk/>
            <pc:sldMk cId="0" sldId="366"/>
            <ac:spMk id="694" creationId="{00000000-0000-0000-0000-000000000000}"/>
          </ac:spMkLst>
        </pc:spChg>
        <pc:spChg chg="mod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696" creationId="{00000000-0000-0000-0000-000000000000}"/>
          </ac:spMkLst>
        </pc:spChg>
        <pc:spChg chg="mod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697" creationId="{00000000-0000-0000-0000-000000000000}"/>
          </ac:spMkLst>
        </pc:spChg>
        <pc:spChg chg="mod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704" creationId="{00000000-0000-0000-0000-000000000000}"/>
          </ac:spMkLst>
        </pc:spChg>
        <pc:spChg chg="mod">
          <ac:chgData name="Josh Reiss" userId="a90d6cd88c30b6c6" providerId="LiveId" clId="{A9C22C2D-DEC6-4D92-AA45-F712D2734430}" dt="2021-10-11T15:04:05.243" v="3" actId="165"/>
          <ac:spMkLst>
            <pc:docMk/>
            <pc:sldMk cId="0" sldId="366"/>
            <ac:spMk id="705" creationId="{00000000-0000-0000-0000-000000000000}"/>
          </ac:spMkLst>
        </pc:spChg>
        <pc:grpChg chg="del mod topLvl">
          <ac:chgData name="Josh Reiss" userId="a90d6cd88c30b6c6" providerId="LiveId" clId="{A9C22C2D-DEC6-4D92-AA45-F712D2734430}" dt="2021-10-11T15:04:48.317" v="7" actId="165"/>
          <ac:grpSpMkLst>
            <pc:docMk/>
            <pc:sldMk cId="0" sldId="366"/>
            <ac:grpSpMk id="3" creationId="{00000000-0000-0000-0000-000000000000}"/>
          </ac:grpSpMkLst>
        </pc:grpChg>
        <pc:grpChg chg="del mod topLvl">
          <ac:chgData name="Josh Reiss" userId="a90d6cd88c30b6c6" providerId="LiveId" clId="{A9C22C2D-DEC6-4D92-AA45-F712D2734430}" dt="2021-10-11T15:04:48.317" v="7" actId="165"/>
          <ac:grpSpMkLst>
            <pc:docMk/>
            <pc:sldMk cId="0" sldId="366"/>
            <ac:grpSpMk id="4" creationId="{00000000-0000-0000-0000-000000000000}"/>
          </ac:grpSpMkLst>
        </pc:grpChg>
        <pc:grpChg chg="del mod topLvl">
          <ac:chgData name="Josh Reiss" userId="a90d6cd88c30b6c6" providerId="LiveId" clId="{A9C22C2D-DEC6-4D92-AA45-F712D2734430}" dt="2021-10-11T15:05:13.860" v="9" actId="165"/>
          <ac:grpSpMkLst>
            <pc:docMk/>
            <pc:sldMk cId="0" sldId="366"/>
            <ac:grpSpMk id="5" creationId="{00000000-0000-0000-0000-000000000000}"/>
          </ac:grpSpMkLst>
        </pc:grpChg>
        <pc:grpChg chg="mod topLvl">
          <ac:chgData name="Josh Reiss" userId="a90d6cd88c30b6c6" providerId="LiveId" clId="{A9C22C2D-DEC6-4D92-AA45-F712D2734430}" dt="2021-10-11T15:04:05.243" v="3" actId="165"/>
          <ac:grpSpMkLst>
            <pc:docMk/>
            <pc:sldMk cId="0" sldId="366"/>
            <ac:grpSpMk id="6" creationId="{00000000-0000-0000-0000-000000000000}"/>
          </ac:grpSpMkLst>
        </pc:grpChg>
        <pc:grpChg chg="del">
          <ac:chgData name="Josh Reiss" userId="a90d6cd88c30b6c6" providerId="LiveId" clId="{A9C22C2D-DEC6-4D92-AA45-F712D2734430}" dt="2021-10-11T15:04:05.243" v="3" actId="165"/>
          <ac:grpSpMkLst>
            <pc:docMk/>
            <pc:sldMk cId="0" sldId="366"/>
            <ac:grpSpMk id="14" creationId="{81060CB8-FB34-46EE-A290-53BA4CD00254}"/>
          </ac:grpSpMkLst>
        </pc:grpChg>
        <pc:cxnChg chg="mod topLvl">
          <ac:chgData name="Josh Reiss" userId="a90d6cd88c30b6c6" providerId="LiveId" clId="{A9C22C2D-DEC6-4D92-AA45-F712D2734430}" dt="2021-10-11T15:06:05.113" v="12" actId="208"/>
          <ac:cxnSpMkLst>
            <pc:docMk/>
            <pc:sldMk cId="0" sldId="366"/>
            <ac:cxnSpMk id="33" creationId="{00000000-0000-0000-0000-000000000000}"/>
          </ac:cxnSpMkLst>
        </pc:cxnChg>
        <pc:cxnChg chg="mod topLvl">
          <ac:chgData name="Josh Reiss" userId="a90d6cd88c30b6c6" providerId="LiveId" clId="{A9C22C2D-DEC6-4D92-AA45-F712D2734430}" dt="2021-10-11T15:04:05.243" v="3" actId="165"/>
          <ac:cxnSpMkLst>
            <pc:docMk/>
            <pc:sldMk cId="0" sldId="366"/>
            <ac:cxnSpMk id="42" creationId="{00000000-0000-0000-0000-000000000000}"/>
          </ac:cxnSpMkLst>
        </pc:cxnChg>
        <pc:cxnChg chg="mod">
          <ac:chgData name="Josh Reiss" userId="a90d6cd88c30b6c6" providerId="LiveId" clId="{A9C22C2D-DEC6-4D92-AA45-F712D2734430}" dt="2021-10-11T15:04:05.243" v="3" actId="165"/>
          <ac:cxnSpMkLst>
            <pc:docMk/>
            <pc:sldMk cId="0" sldId="366"/>
            <ac:cxnSpMk id="699" creationId="{00000000-0000-0000-0000-000000000000}"/>
          </ac:cxnSpMkLst>
        </pc:cxnChg>
        <pc:cxnChg chg="mod">
          <ac:chgData name="Josh Reiss" userId="a90d6cd88c30b6c6" providerId="LiveId" clId="{A9C22C2D-DEC6-4D92-AA45-F712D2734430}" dt="2021-10-11T15:04:05.243" v="3" actId="165"/>
          <ac:cxnSpMkLst>
            <pc:docMk/>
            <pc:sldMk cId="0" sldId="366"/>
            <ac:cxnSpMk id="701" creationId="{00000000-0000-0000-0000-000000000000}"/>
          </ac:cxnSpMkLst>
        </pc:cxnChg>
        <pc:cxnChg chg="mod">
          <ac:chgData name="Josh Reiss" userId="a90d6cd88c30b6c6" providerId="LiveId" clId="{A9C22C2D-DEC6-4D92-AA45-F712D2734430}" dt="2021-10-11T15:04:05.243" v="3" actId="165"/>
          <ac:cxnSpMkLst>
            <pc:docMk/>
            <pc:sldMk cId="0" sldId="366"/>
            <ac:cxnSpMk id="703" creationId="{00000000-0000-0000-0000-000000000000}"/>
          </ac:cxnSpMkLst>
        </pc:cxnChg>
        <pc:cxnChg chg="mod topLvl">
          <ac:chgData name="Josh Reiss" userId="a90d6cd88c30b6c6" providerId="LiveId" clId="{A9C22C2D-DEC6-4D92-AA45-F712D2734430}" dt="2021-10-11T15:06:44.392" v="14" actId="208"/>
          <ac:cxnSpMkLst>
            <pc:docMk/>
            <pc:sldMk cId="0" sldId="366"/>
            <ac:cxnSpMk id="709" creationId="{00000000-0000-0000-0000-000000000000}"/>
          </ac:cxnSpMkLst>
        </pc:cxnChg>
        <pc:cxnChg chg="mod topLvl">
          <ac:chgData name="Josh Reiss" userId="a90d6cd88c30b6c6" providerId="LiveId" clId="{A9C22C2D-DEC6-4D92-AA45-F712D2734430}" dt="2021-10-11T15:06:26.892" v="13" actId="208"/>
          <ac:cxnSpMkLst>
            <pc:docMk/>
            <pc:sldMk cId="0" sldId="366"/>
            <ac:cxnSpMk id="712" creationId="{00000000-0000-0000-0000-000000000000}"/>
          </ac:cxnSpMkLst>
        </pc:cxnChg>
        <pc:cxnChg chg="mod topLvl">
          <ac:chgData name="Josh Reiss" userId="a90d6cd88c30b6c6" providerId="LiveId" clId="{A9C22C2D-DEC6-4D92-AA45-F712D2734430}" dt="2021-10-11T15:06:26.892" v="13" actId="208"/>
          <ac:cxnSpMkLst>
            <pc:docMk/>
            <pc:sldMk cId="0" sldId="366"/>
            <ac:cxnSpMk id="715" creationId="{00000000-0000-0000-0000-000000000000}"/>
          </ac:cxnSpMkLst>
        </pc:cxnChg>
      </pc:sldChg>
    </pc:docChg>
  </pc:docChgLst>
  <pc:docChgLst>
    <pc:chgData name="Josh Reiss" userId="a90d6cd88c30b6c6" providerId="LiveId" clId="{1DA09BD1-97A8-4E3B-9234-FD501BB4F595}"/>
    <pc:docChg chg="undo custSel addSld delSld modSld">
      <pc:chgData name="Josh Reiss" userId="a90d6cd88c30b6c6" providerId="LiveId" clId="{1DA09BD1-97A8-4E3B-9234-FD501BB4F595}" dt="2021-06-09T06:24:54.390" v="157" actId="14100"/>
      <pc:docMkLst>
        <pc:docMk/>
      </pc:docMkLst>
      <pc:sldChg chg="addSp delSp modSp add del mod">
        <pc:chgData name="Josh Reiss" userId="a90d6cd88c30b6c6" providerId="LiveId" clId="{1DA09BD1-97A8-4E3B-9234-FD501BB4F595}" dt="2021-06-09T06:24:54.390" v="157" actId="14100"/>
        <pc:sldMkLst>
          <pc:docMk/>
          <pc:sldMk cId="0" sldId="366"/>
        </pc:sldMkLst>
        <pc:spChg chg="add mod">
          <ac:chgData name="Josh Reiss" userId="a90d6cd88c30b6c6" providerId="LiveId" clId="{1DA09BD1-97A8-4E3B-9234-FD501BB4F595}" dt="2021-06-09T06:08:14.723" v="130" actId="6549"/>
          <ac:spMkLst>
            <pc:docMk/>
            <pc:sldMk cId="0" sldId="366"/>
            <ac:spMk id="8" creationId="{00000000-0000-0000-0000-000000000000}"/>
          </ac:spMkLst>
        </pc:spChg>
        <pc:spChg chg="mod topLvl">
          <ac:chgData name="Josh Reiss" userId="a90d6cd88c30b6c6" providerId="LiveId" clId="{1DA09BD1-97A8-4E3B-9234-FD501BB4F595}" dt="2021-06-09T06:11:31.927" v="139" actId="164"/>
          <ac:spMkLst>
            <pc:docMk/>
            <pc:sldMk cId="0" sldId="366"/>
            <ac:spMk id="32" creationId="{00000000-0000-0000-0000-000000000000}"/>
          </ac:spMkLst>
        </pc:spChg>
        <pc:spChg chg="mod topLvl">
          <ac:chgData name="Josh Reiss" userId="a90d6cd88c30b6c6" providerId="LiveId" clId="{1DA09BD1-97A8-4E3B-9234-FD501BB4F595}" dt="2021-06-09T06:24:44.491" v="149" actId="1076"/>
          <ac:spMkLst>
            <pc:docMk/>
            <pc:sldMk cId="0" sldId="366"/>
            <ac:spMk id="36" creationId="{00000000-0000-0000-0000-000000000000}"/>
          </ac:spMkLst>
        </pc:spChg>
        <pc:spChg chg="mod topLvl">
          <ac:chgData name="Josh Reiss" userId="a90d6cd88c30b6c6" providerId="LiveId" clId="{1DA09BD1-97A8-4E3B-9234-FD501BB4F595}" dt="2021-06-09T06:11:31.927" v="139" actId="164"/>
          <ac:spMkLst>
            <pc:docMk/>
            <pc:sldMk cId="0" sldId="366"/>
            <ac:spMk id="37" creationId="{00000000-0000-0000-0000-000000000000}"/>
          </ac:spMkLst>
        </pc:spChg>
        <pc:spChg chg="mod topLvl">
          <ac:chgData name="Josh Reiss" userId="a90d6cd88c30b6c6" providerId="LiveId" clId="{1DA09BD1-97A8-4E3B-9234-FD501BB4F595}" dt="2021-06-09T06:11:31.927" v="139" actId="164"/>
          <ac:spMkLst>
            <pc:docMk/>
            <pc:sldMk cId="0" sldId="366"/>
            <ac:spMk id="38" creationId="{00000000-0000-0000-0000-000000000000}"/>
          </ac:spMkLst>
        </pc:spChg>
        <pc:spChg chg="mod topLvl">
          <ac:chgData name="Josh Reiss" userId="a90d6cd88c30b6c6" providerId="LiveId" clId="{1DA09BD1-97A8-4E3B-9234-FD501BB4F595}" dt="2021-06-09T06:24:50.311" v="155" actId="14100"/>
          <ac:spMkLst>
            <pc:docMk/>
            <pc:sldMk cId="0" sldId="366"/>
            <ac:spMk id="40" creationId="{00000000-0000-0000-0000-000000000000}"/>
          </ac:spMkLst>
        </pc:spChg>
        <pc:spChg chg="mod topLvl">
          <ac:chgData name="Josh Reiss" userId="a90d6cd88c30b6c6" providerId="LiveId" clId="{1DA09BD1-97A8-4E3B-9234-FD501BB4F595}" dt="2021-06-09T06:11:31.927" v="139" actId="164"/>
          <ac:spMkLst>
            <pc:docMk/>
            <pc:sldMk cId="0" sldId="366"/>
            <ac:spMk id="41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24.618" v="3" actId="27636"/>
          <ac:spMkLst>
            <pc:docMk/>
            <pc:sldMk cId="0" sldId="366"/>
            <ac:spMk id="43" creationId="{00000000-0000-0000-0000-000000000000}"/>
          </ac:spMkLst>
        </pc:spChg>
        <pc:spChg chg="mod">
          <ac:chgData name="Josh Reiss" userId="a90d6cd88c30b6c6" providerId="LiveId" clId="{1DA09BD1-97A8-4E3B-9234-FD501BB4F595}" dt="2021-06-09T06:08:35.387" v="138" actId="20577"/>
          <ac:spMkLst>
            <pc:docMk/>
            <pc:sldMk cId="0" sldId="366"/>
            <ac:spMk id="45" creationId="{00000000-0000-0000-0000-000000000000}"/>
          </ac:spMkLst>
        </pc:spChg>
        <pc:spChg chg="mod topLvl">
          <ac:chgData name="Josh Reiss" userId="a90d6cd88c30b6c6" providerId="LiveId" clId="{1DA09BD1-97A8-4E3B-9234-FD501BB4F595}" dt="2021-06-09T06:11:31.927" v="139" actId="164"/>
          <ac:spMkLst>
            <pc:docMk/>
            <pc:sldMk cId="0" sldId="366"/>
            <ac:spMk id="48" creationId="{00000000-0000-0000-0000-000000000000}"/>
          </ac:spMkLst>
        </pc:spChg>
        <pc:spChg chg="mod topLvl">
          <ac:chgData name="Josh Reiss" userId="a90d6cd88c30b6c6" providerId="LiveId" clId="{1DA09BD1-97A8-4E3B-9234-FD501BB4F595}" dt="2021-06-09T06:11:31.927" v="139" actId="164"/>
          <ac:spMkLst>
            <pc:docMk/>
            <pc:sldMk cId="0" sldId="366"/>
            <ac:spMk id="49" creationId="{00000000-0000-0000-0000-000000000000}"/>
          </ac:spMkLst>
        </pc:spChg>
        <pc:spChg chg="add mod">
          <ac:chgData name="Josh Reiss" userId="a90d6cd88c30b6c6" providerId="LiveId" clId="{1DA09BD1-97A8-4E3B-9234-FD501BB4F595}" dt="2021-06-09T06:24:53.318" v="156" actId="1076"/>
          <ac:spMkLst>
            <pc:docMk/>
            <pc:sldMk cId="0" sldId="366"/>
            <ac:spMk id="50" creationId="{4B8637F6-7CBE-437E-9D5C-7EE50E3B006A}"/>
          </ac:spMkLst>
        </pc:spChg>
        <pc:spChg chg="mod topLvl">
          <ac:chgData name="Josh Reiss" userId="a90d6cd88c30b6c6" providerId="LiveId" clId="{1DA09BD1-97A8-4E3B-9234-FD501BB4F595}" dt="2021-06-09T06:11:31.927" v="139" actId="164"/>
          <ac:spMkLst>
            <pc:docMk/>
            <pc:sldMk cId="0" sldId="366"/>
            <ac:spMk id="661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62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63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65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66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69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71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73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78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89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92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93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94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96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697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704" creationId="{00000000-0000-0000-0000-000000000000}"/>
          </ac:spMkLst>
        </pc:spChg>
        <pc:spChg chg="mod">
          <ac:chgData name="Josh Reiss" userId="a90d6cd88c30b6c6" providerId="LiveId" clId="{1DA09BD1-97A8-4E3B-9234-FD501BB4F595}" dt="2021-06-09T05:56:58.925" v="4" actId="165"/>
          <ac:spMkLst>
            <pc:docMk/>
            <pc:sldMk cId="0" sldId="366"/>
            <ac:spMk id="705" creationId="{00000000-0000-0000-0000-000000000000}"/>
          </ac:spMkLst>
        </pc:spChg>
        <pc:spChg chg="del mod topLvl">
          <ac:chgData name="Josh Reiss" userId="a90d6cd88c30b6c6" providerId="LiveId" clId="{1DA09BD1-97A8-4E3B-9234-FD501BB4F595}" dt="2021-06-09T06:00:15.137" v="39" actId="478"/>
          <ac:spMkLst>
            <pc:docMk/>
            <pc:sldMk cId="0" sldId="366"/>
            <ac:spMk id="727" creationId="{00000000-0000-0000-0000-000000000000}"/>
          </ac:spMkLst>
        </pc:spChg>
        <pc:grpChg chg="del">
          <ac:chgData name="Josh Reiss" userId="a90d6cd88c30b6c6" providerId="LiveId" clId="{1DA09BD1-97A8-4E3B-9234-FD501BB4F595}" dt="2021-06-09T05:56:58.925" v="4" actId="165"/>
          <ac:grpSpMkLst>
            <pc:docMk/>
            <pc:sldMk cId="0" sldId="366"/>
            <ac:grpSpMk id="2" creationId="{00000000-0000-0000-0000-000000000000}"/>
          </ac:grpSpMkLst>
        </pc:grpChg>
        <pc:grpChg chg="mod topLvl">
          <ac:chgData name="Josh Reiss" userId="a90d6cd88c30b6c6" providerId="LiveId" clId="{1DA09BD1-97A8-4E3B-9234-FD501BB4F595}" dt="2021-06-09T06:11:31.927" v="139" actId="164"/>
          <ac:grpSpMkLst>
            <pc:docMk/>
            <pc:sldMk cId="0" sldId="366"/>
            <ac:grpSpMk id="3" creationId="{00000000-0000-0000-0000-000000000000}"/>
          </ac:grpSpMkLst>
        </pc:grpChg>
        <pc:grpChg chg="mod topLvl">
          <ac:chgData name="Josh Reiss" userId="a90d6cd88c30b6c6" providerId="LiveId" clId="{1DA09BD1-97A8-4E3B-9234-FD501BB4F595}" dt="2021-06-09T06:11:31.927" v="139" actId="164"/>
          <ac:grpSpMkLst>
            <pc:docMk/>
            <pc:sldMk cId="0" sldId="366"/>
            <ac:grpSpMk id="4" creationId="{00000000-0000-0000-0000-000000000000}"/>
          </ac:grpSpMkLst>
        </pc:grpChg>
        <pc:grpChg chg="mod topLvl">
          <ac:chgData name="Josh Reiss" userId="a90d6cd88c30b6c6" providerId="LiveId" clId="{1DA09BD1-97A8-4E3B-9234-FD501BB4F595}" dt="2021-06-09T06:11:31.927" v="139" actId="164"/>
          <ac:grpSpMkLst>
            <pc:docMk/>
            <pc:sldMk cId="0" sldId="366"/>
            <ac:grpSpMk id="5" creationId="{00000000-0000-0000-0000-000000000000}"/>
          </ac:grpSpMkLst>
        </pc:grpChg>
        <pc:grpChg chg="mod topLvl">
          <ac:chgData name="Josh Reiss" userId="a90d6cd88c30b6c6" providerId="LiveId" clId="{1DA09BD1-97A8-4E3B-9234-FD501BB4F595}" dt="2021-06-09T06:11:31.927" v="139" actId="164"/>
          <ac:grpSpMkLst>
            <pc:docMk/>
            <pc:sldMk cId="0" sldId="366"/>
            <ac:grpSpMk id="6" creationId="{00000000-0000-0000-0000-000000000000}"/>
          </ac:grpSpMkLst>
        </pc:grpChg>
        <pc:grpChg chg="add mod">
          <ac:chgData name="Josh Reiss" userId="a90d6cd88c30b6c6" providerId="LiveId" clId="{1DA09BD1-97A8-4E3B-9234-FD501BB4F595}" dt="2021-06-09T06:11:31.927" v="139" actId="164"/>
          <ac:grpSpMkLst>
            <pc:docMk/>
            <pc:sldMk cId="0" sldId="366"/>
            <ac:grpSpMk id="14" creationId="{81060CB8-FB34-46EE-A290-53BA4CD00254}"/>
          </ac:grpSpMkLst>
        </pc:grpChg>
        <pc:graphicFrameChg chg="del mod replId">
          <ac:chgData name="Josh Reiss" userId="a90d6cd88c30b6c6" providerId="LiveId" clId="{1DA09BD1-97A8-4E3B-9234-FD501BB4F595}" dt="2021-06-09T06:04:46.222" v="76"/>
          <ac:graphicFrameMkLst>
            <pc:docMk/>
            <pc:sldMk cId="0" sldId="366"/>
            <ac:graphicFrameMk id="12" creationId="{00000000-0000-0000-0000-000000000000}"/>
          </ac:graphicFrameMkLst>
        </pc:graphicFrameChg>
        <pc:cxnChg chg="mod topLvl">
          <ac:chgData name="Josh Reiss" userId="a90d6cd88c30b6c6" providerId="LiveId" clId="{1DA09BD1-97A8-4E3B-9234-FD501BB4F595}" dt="2021-06-09T06:24:54.390" v="157" actId="14100"/>
          <ac:cxnSpMkLst>
            <pc:docMk/>
            <pc:sldMk cId="0" sldId="366"/>
            <ac:cxnSpMk id="33" creationId="{00000000-0000-0000-0000-000000000000}"/>
          </ac:cxnSpMkLst>
        </pc:cxnChg>
        <pc:cxnChg chg="mod topLvl">
          <ac:chgData name="Josh Reiss" userId="a90d6cd88c30b6c6" providerId="LiveId" clId="{1DA09BD1-97A8-4E3B-9234-FD501BB4F595}" dt="2021-06-09T06:11:31.927" v="139" actId="164"/>
          <ac:cxnSpMkLst>
            <pc:docMk/>
            <pc:sldMk cId="0" sldId="366"/>
            <ac:cxnSpMk id="42" creationId="{00000000-0000-0000-0000-000000000000}"/>
          </ac:cxnSpMkLst>
        </pc:cxnChg>
        <pc:cxnChg chg="mod">
          <ac:chgData name="Josh Reiss" userId="a90d6cd88c30b6c6" providerId="LiveId" clId="{1DA09BD1-97A8-4E3B-9234-FD501BB4F595}" dt="2021-06-09T05:56:58.925" v="4" actId="165"/>
          <ac:cxnSpMkLst>
            <pc:docMk/>
            <pc:sldMk cId="0" sldId="366"/>
            <ac:cxnSpMk id="699" creationId="{00000000-0000-0000-0000-000000000000}"/>
          </ac:cxnSpMkLst>
        </pc:cxnChg>
        <pc:cxnChg chg="mod">
          <ac:chgData name="Josh Reiss" userId="a90d6cd88c30b6c6" providerId="LiveId" clId="{1DA09BD1-97A8-4E3B-9234-FD501BB4F595}" dt="2021-06-09T05:56:58.925" v="4" actId="165"/>
          <ac:cxnSpMkLst>
            <pc:docMk/>
            <pc:sldMk cId="0" sldId="366"/>
            <ac:cxnSpMk id="701" creationId="{00000000-0000-0000-0000-000000000000}"/>
          </ac:cxnSpMkLst>
        </pc:cxnChg>
        <pc:cxnChg chg="mod">
          <ac:chgData name="Josh Reiss" userId="a90d6cd88c30b6c6" providerId="LiveId" clId="{1DA09BD1-97A8-4E3B-9234-FD501BB4F595}" dt="2021-06-09T05:56:58.925" v="4" actId="165"/>
          <ac:cxnSpMkLst>
            <pc:docMk/>
            <pc:sldMk cId="0" sldId="366"/>
            <ac:cxnSpMk id="703" creationId="{00000000-0000-0000-0000-000000000000}"/>
          </ac:cxnSpMkLst>
        </pc:cxnChg>
        <pc:cxnChg chg="mod topLvl">
          <ac:chgData name="Josh Reiss" userId="a90d6cd88c30b6c6" providerId="LiveId" clId="{1DA09BD1-97A8-4E3B-9234-FD501BB4F595}" dt="2021-06-09T06:11:31.927" v="139" actId="164"/>
          <ac:cxnSpMkLst>
            <pc:docMk/>
            <pc:sldMk cId="0" sldId="366"/>
            <ac:cxnSpMk id="709" creationId="{00000000-0000-0000-0000-000000000000}"/>
          </ac:cxnSpMkLst>
        </pc:cxnChg>
        <pc:cxnChg chg="mod topLvl">
          <ac:chgData name="Josh Reiss" userId="a90d6cd88c30b6c6" providerId="LiveId" clId="{1DA09BD1-97A8-4E3B-9234-FD501BB4F595}" dt="2021-06-09T06:11:31.927" v="139" actId="164"/>
          <ac:cxnSpMkLst>
            <pc:docMk/>
            <pc:sldMk cId="0" sldId="366"/>
            <ac:cxnSpMk id="712" creationId="{00000000-0000-0000-0000-000000000000}"/>
          </ac:cxnSpMkLst>
        </pc:cxnChg>
        <pc:cxnChg chg="mod topLvl">
          <ac:chgData name="Josh Reiss" userId="a90d6cd88c30b6c6" providerId="LiveId" clId="{1DA09BD1-97A8-4E3B-9234-FD501BB4F595}" dt="2021-06-09T06:11:31.927" v="139" actId="164"/>
          <ac:cxnSpMkLst>
            <pc:docMk/>
            <pc:sldMk cId="0" sldId="366"/>
            <ac:cxnSpMk id="715" creationId="{00000000-0000-0000-0000-000000000000}"/>
          </ac:cxnSpMkLst>
        </pc:cxnChg>
      </pc:sldChg>
    </pc:docChg>
  </pc:docChgLst>
  <pc:docChgLst>
    <pc:chgData name="Josh Reiss" userId="a90d6cd88c30b6c6" providerId="LiveId" clId="{25947A1D-05DE-4C8F-8343-5EFC59F92D83}"/>
    <pc:docChg chg="undo redo custSel addSld delSld modSld">
      <pc:chgData name="Josh Reiss" userId="a90d6cd88c30b6c6" providerId="LiveId" clId="{25947A1D-05DE-4C8F-8343-5EFC59F92D83}" dt="2021-02-22T12:10:24.999" v="1526" actId="1036"/>
      <pc:docMkLst>
        <pc:docMk/>
      </pc:docMkLst>
      <pc:sldChg chg="addSp delSp modSp mod">
        <pc:chgData name="Josh Reiss" userId="a90d6cd88c30b6c6" providerId="LiveId" clId="{25947A1D-05DE-4C8F-8343-5EFC59F92D83}" dt="2021-02-22T07:51:59.021" v="20" actId="1076"/>
        <pc:sldMkLst>
          <pc:docMk/>
          <pc:sldMk cId="2158954158" sldId="322"/>
        </pc:sldMkLst>
        <pc:spChg chg="mod ord">
          <ac:chgData name="Josh Reiss" userId="a90d6cd88c30b6c6" providerId="LiveId" clId="{25947A1D-05DE-4C8F-8343-5EFC59F92D83}" dt="2021-02-22T07:51:59.021" v="20" actId="1076"/>
          <ac:spMkLst>
            <pc:docMk/>
            <pc:sldMk cId="2158954158" sldId="322"/>
            <ac:spMk id="2050" creationId="{00000000-0000-0000-0000-000000000000}"/>
          </ac:spMkLst>
        </pc:spChg>
        <pc:picChg chg="add del">
          <ac:chgData name="Josh Reiss" userId="a90d6cd88c30b6c6" providerId="LiveId" clId="{25947A1D-05DE-4C8F-8343-5EFC59F92D83}" dt="2021-02-22T07:51:00.696" v="9"/>
          <ac:picMkLst>
            <pc:docMk/>
            <pc:sldMk cId="2158954158" sldId="322"/>
            <ac:picMk id="2" creationId="{3C6CE6A0-50F1-4B36-A42E-7A6EA6DAA521}"/>
          </ac:picMkLst>
        </pc:picChg>
        <pc:picChg chg="del">
          <ac:chgData name="Josh Reiss" userId="a90d6cd88c30b6c6" providerId="LiveId" clId="{25947A1D-05DE-4C8F-8343-5EFC59F92D83}" dt="2021-02-22T07:51:02.218" v="10" actId="478"/>
          <ac:picMkLst>
            <pc:docMk/>
            <pc:sldMk cId="2158954158" sldId="322"/>
            <ac:picMk id="1026" creationId="{FDD3FF4F-575F-4A11-AD2D-694ACA4B19C1}"/>
          </ac:picMkLst>
        </pc:picChg>
        <pc:picChg chg="add mod">
          <ac:chgData name="Josh Reiss" userId="a90d6cd88c30b6c6" providerId="LiveId" clId="{25947A1D-05DE-4C8F-8343-5EFC59F92D83}" dt="2021-02-22T07:51:15.455" v="13" actId="1076"/>
          <ac:picMkLst>
            <pc:docMk/>
            <pc:sldMk cId="2158954158" sldId="322"/>
            <ac:picMk id="1028" creationId="{7C360CC6-81D4-4372-B440-2EA2E2FF0266}"/>
          </ac:picMkLst>
        </pc:picChg>
      </pc:sldChg>
      <pc:sldChg chg="addSp modSp mod">
        <pc:chgData name="Josh Reiss" userId="a90d6cd88c30b6c6" providerId="LiveId" clId="{25947A1D-05DE-4C8F-8343-5EFC59F92D83}" dt="2021-02-22T08:16:05.724" v="353" actId="1035"/>
        <pc:sldMkLst>
          <pc:docMk/>
          <pc:sldMk cId="910070396" sldId="323"/>
        </pc:sldMkLst>
        <pc:spChg chg="mod">
          <ac:chgData name="Josh Reiss" userId="a90d6cd88c30b6c6" providerId="LiveId" clId="{25947A1D-05DE-4C8F-8343-5EFC59F92D83}" dt="2021-02-22T07:55:46.305" v="141" actId="20577"/>
          <ac:spMkLst>
            <pc:docMk/>
            <pc:sldMk cId="910070396" sldId="323"/>
            <ac:spMk id="43010" creationId="{00000000-0000-0000-0000-000000000000}"/>
          </ac:spMkLst>
        </pc:spChg>
        <pc:spChg chg="mod">
          <ac:chgData name="Josh Reiss" userId="a90d6cd88c30b6c6" providerId="LiveId" clId="{25947A1D-05DE-4C8F-8343-5EFC59F92D83}" dt="2021-02-22T08:15:59.041" v="351" actId="1076"/>
          <ac:spMkLst>
            <pc:docMk/>
            <pc:sldMk cId="910070396" sldId="323"/>
            <ac:spMk id="43011" creationId="{00000000-0000-0000-0000-000000000000}"/>
          </ac:spMkLst>
        </pc:spChg>
        <pc:picChg chg="add mod">
          <ac:chgData name="Josh Reiss" userId="a90d6cd88c30b6c6" providerId="LiveId" clId="{25947A1D-05DE-4C8F-8343-5EFC59F92D83}" dt="2021-02-22T08:16:05.724" v="353" actId="1035"/>
          <ac:picMkLst>
            <pc:docMk/>
            <pc:sldMk cId="910070396" sldId="323"/>
            <ac:picMk id="2050" creationId="{F405A29E-3F70-4CC7-843D-E558EB1C5C6A}"/>
          </ac:picMkLst>
        </pc:picChg>
      </pc:sldChg>
      <pc:sldChg chg="addSp delSp modSp mod modAnim">
        <pc:chgData name="Josh Reiss" userId="a90d6cd88c30b6c6" providerId="LiveId" clId="{25947A1D-05DE-4C8F-8343-5EFC59F92D83}" dt="2021-02-22T12:10:24.999" v="1526" actId="1036"/>
        <pc:sldMkLst>
          <pc:docMk/>
          <pc:sldMk cId="879475164" sldId="324"/>
        </pc:sldMkLst>
        <pc:spChg chg="mod">
          <ac:chgData name="Josh Reiss" userId="a90d6cd88c30b6c6" providerId="LiveId" clId="{25947A1D-05DE-4C8F-8343-5EFC59F92D83}" dt="2021-02-22T11:50:42.999" v="1481" actId="20577"/>
          <ac:spMkLst>
            <pc:docMk/>
            <pc:sldMk cId="879475164" sldId="324"/>
            <ac:spMk id="2" creationId="{AA086F73-3C65-4BEA-A3F5-5F62D201F875}"/>
          </ac:spMkLst>
        </pc:spChg>
        <pc:spChg chg="del">
          <ac:chgData name="Josh Reiss" userId="a90d6cd88c30b6c6" providerId="LiveId" clId="{25947A1D-05DE-4C8F-8343-5EFC59F92D83}" dt="2021-02-22T10:33:15.424" v="1363" actId="478"/>
          <ac:spMkLst>
            <pc:docMk/>
            <pc:sldMk cId="879475164" sldId="324"/>
            <ac:spMk id="3" creationId="{49012F63-E93D-4153-A3AE-B3489E9EF747}"/>
          </ac:spMkLst>
        </pc:spChg>
        <pc:spChg chg="add del mod">
          <ac:chgData name="Josh Reiss" userId="a90d6cd88c30b6c6" providerId="LiveId" clId="{25947A1D-05DE-4C8F-8343-5EFC59F92D83}" dt="2021-02-22T10:33:41.847" v="1367" actId="26606"/>
          <ac:spMkLst>
            <pc:docMk/>
            <pc:sldMk cId="879475164" sldId="324"/>
            <ac:spMk id="6" creationId="{ED80E84B-A73D-4E6C-A47E-3538D367AD98}"/>
          </ac:spMkLst>
        </pc:spChg>
        <pc:spChg chg="add del">
          <ac:chgData name="Josh Reiss" userId="a90d6cd88c30b6c6" providerId="LiveId" clId="{25947A1D-05DE-4C8F-8343-5EFC59F92D83}" dt="2021-02-22T10:33:31.029" v="1365" actId="22"/>
          <ac:spMkLst>
            <pc:docMk/>
            <pc:sldMk cId="879475164" sldId="324"/>
            <ac:spMk id="8" creationId="{819DC52A-33A4-45F5-89B7-255AE13A49BD}"/>
          </ac:spMkLst>
        </pc:spChg>
        <pc:spChg chg="add mod">
          <ac:chgData name="Josh Reiss" userId="a90d6cd88c30b6c6" providerId="LiveId" clId="{25947A1D-05DE-4C8F-8343-5EFC59F92D83}" dt="2021-02-22T11:48:34.295" v="1420" actId="20577"/>
          <ac:spMkLst>
            <pc:docMk/>
            <pc:sldMk cId="879475164" sldId="324"/>
            <ac:spMk id="14" creationId="{190C45D5-5E62-45BB-9D84-26B65437C518}"/>
          </ac:spMkLst>
        </pc:spChg>
        <pc:spChg chg="add mod">
          <ac:chgData name="Josh Reiss" userId="a90d6cd88c30b6c6" providerId="LiveId" clId="{25947A1D-05DE-4C8F-8343-5EFC59F92D83}" dt="2021-02-22T11:50:05.533" v="1437" actId="1036"/>
          <ac:spMkLst>
            <pc:docMk/>
            <pc:sldMk cId="879475164" sldId="324"/>
            <ac:spMk id="16" creationId="{4F27DFAC-1EA6-4C77-8D65-550632BA7BF3}"/>
          </ac:spMkLst>
        </pc:spChg>
        <pc:spChg chg="add mod">
          <ac:chgData name="Josh Reiss" userId="a90d6cd88c30b6c6" providerId="LiveId" clId="{25947A1D-05DE-4C8F-8343-5EFC59F92D83}" dt="2021-02-22T12:10:24.999" v="1526" actId="1036"/>
          <ac:spMkLst>
            <pc:docMk/>
            <pc:sldMk cId="879475164" sldId="324"/>
            <ac:spMk id="21" creationId="{DA28D1DE-E81B-43ED-B008-0B7B71639B8A}"/>
          </ac:spMkLst>
        </pc:spChg>
        <pc:spChg chg="add mod">
          <ac:chgData name="Josh Reiss" userId="a90d6cd88c30b6c6" providerId="LiveId" clId="{25947A1D-05DE-4C8F-8343-5EFC59F92D83}" dt="2021-02-22T11:51:44.041" v="1520" actId="1036"/>
          <ac:spMkLst>
            <pc:docMk/>
            <pc:sldMk cId="879475164" sldId="324"/>
            <ac:spMk id="22" creationId="{9B2E0F95-41FB-4162-9F56-B68C163AA77F}"/>
          </ac:spMkLst>
        </pc:spChg>
        <pc:graphicFrameChg chg="del">
          <ac:chgData name="Josh Reiss" userId="a90d6cd88c30b6c6" providerId="LiveId" clId="{25947A1D-05DE-4C8F-8343-5EFC59F92D83}" dt="2021-02-22T10:33:02.114" v="1342" actId="478"/>
          <ac:graphicFrameMkLst>
            <pc:docMk/>
            <pc:sldMk cId="879475164" sldId="324"/>
            <ac:graphicFrameMk id="4" creationId="{3CCE1D99-EB3B-4243-945B-3E35903950B3}"/>
          </ac:graphicFrameMkLst>
        </pc:graphicFrameChg>
        <pc:graphicFrameChg chg="add del mod">
          <ac:chgData name="Josh Reiss" userId="a90d6cd88c30b6c6" providerId="LiveId" clId="{25947A1D-05DE-4C8F-8343-5EFC59F92D83}" dt="2021-02-22T11:32:22.700" v="1369" actId="478"/>
          <ac:graphicFrameMkLst>
            <pc:docMk/>
            <pc:sldMk cId="879475164" sldId="324"/>
            <ac:graphicFrameMk id="9" creationId="{27666ECB-653E-4D22-B7DE-3764EB7D8FA2}"/>
          </ac:graphicFrameMkLst>
        </pc:graphicFrameChg>
        <pc:graphicFrameChg chg="add mod">
          <ac:chgData name="Josh Reiss" userId="a90d6cd88c30b6c6" providerId="LiveId" clId="{25947A1D-05DE-4C8F-8343-5EFC59F92D83}" dt="2021-02-22T11:32:35.321" v="1371"/>
          <ac:graphicFrameMkLst>
            <pc:docMk/>
            <pc:sldMk cId="879475164" sldId="324"/>
            <ac:graphicFrameMk id="10" creationId="{398FB8CB-C4BB-4310-AC4A-092F772E11ED}"/>
          </ac:graphicFrameMkLst>
        </pc:graphicFrameChg>
        <pc:graphicFrameChg chg="add mod">
          <ac:chgData name="Josh Reiss" userId="a90d6cd88c30b6c6" providerId="LiveId" clId="{25947A1D-05DE-4C8F-8343-5EFC59F92D83}" dt="2021-02-22T12:10:14.667" v="1525" actId="14100"/>
          <ac:graphicFrameMkLst>
            <pc:docMk/>
            <pc:sldMk cId="879475164" sldId="324"/>
            <ac:graphicFrameMk id="11" creationId="{398FB8CB-C4BB-4310-AC4A-092F772E11ED}"/>
          </ac:graphicFrameMkLst>
        </pc:graphicFrameChg>
        <pc:cxnChg chg="add mod">
          <ac:chgData name="Josh Reiss" userId="a90d6cd88c30b6c6" providerId="LiveId" clId="{25947A1D-05DE-4C8F-8343-5EFC59F92D83}" dt="2021-02-22T11:48:10.618" v="1416" actId="1035"/>
          <ac:cxnSpMkLst>
            <pc:docMk/>
            <pc:sldMk cId="879475164" sldId="324"/>
            <ac:cxnSpMk id="13" creationId="{02EDEFEC-1CC7-4E68-9E2D-C7EE6D5C3B41}"/>
          </ac:cxnSpMkLst>
        </pc:cxnChg>
        <pc:cxnChg chg="add mod">
          <ac:chgData name="Josh Reiss" userId="a90d6cd88c30b6c6" providerId="LiveId" clId="{25947A1D-05DE-4C8F-8343-5EFC59F92D83}" dt="2021-02-22T11:49:59.881" v="1433" actId="1036"/>
          <ac:cxnSpMkLst>
            <pc:docMk/>
            <pc:sldMk cId="879475164" sldId="324"/>
            <ac:cxnSpMk id="15" creationId="{7B0445BF-5CF5-4BB1-AF4D-5CF671D4B81A}"/>
          </ac:cxnSpMkLst>
        </pc:cxnChg>
      </pc:sldChg>
      <pc:sldChg chg="del">
        <pc:chgData name="Josh Reiss" userId="a90d6cd88c30b6c6" providerId="LiveId" clId="{25947A1D-05DE-4C8F-8343-5EFC59F92D83}" dt="2021-02-22T11:53:09.791" v="1524" actId="47"/>
        <pc:sldMkLst>
          <pc:docMk/>
          <pc:sldMk cId="2415985630" sldId="325"/>
        </pc:sldMkLst>
      </pc:sldChg>
      <pc:sldChg chg="del">
        <pc:chgData name="Josh Reiss" userId="a90d6cd88c30b6c6" providerId="LiveId" clId="{25947A1D-05DE-4C8F-8343-5EFC59F92D83}" dt="2021-02-22T11:53:09.791" v="1524" actId="47"/>
        <pc:sldMkLst>
          <pc:docMk/>
          <pc:sldMk cId="2637335614" sldId="326"/>
        </pc:sldMkLst>
      </pc:sldChg>
      <pc:sldChg chg="addSp delSp modSp add mod">
        <pc:chgData name="Josh Reiss" userId="a90d6cd88c30b6c6" providerId="LiveId" clId="{25947A1D-05DE-4C8F-8343-5EFC59F92D83}" dt="2021-02-22T10:24:59.811" v="1267" actId="20577"/>
        <pc:sldMkLst>
          <pc:docMk/>
          <pc:sldMk cId="4088554616" sldId="327"/>
        </pc:sldMkLst>
        <pc:spChg chg="mod">
          <ac:chgData name="Josh Reiss" userId="a90d6cd88c30b6c6" providerId="LiveId" clId="{25947A1D-05DE-4C8F-8343-5EFC59F92D83}" dt="2021-02-22T08:17:40.796" v="382" actId="403"/>
          <ac:spMkLst>
            <pc:docMk/>
            <pc:sldMk cId="4088554616" sldId="327"/>
            <ac:spMk id="2" creationId="{576CEC8C-FBCB-442E-8FDC-B89F14CAD171}"/>
          </ac:spMkLst>
        </pc:spChg>
        <pc:spChg chg="add mod">
          <ac:chgData name="Josh Reiss" userId="a90d6cd88c30b6c6" providerId="LiveId" clId="{25947A1D-05DE-4C8F-8343-5EFC59F92D83}" dt="2021-02-22T08:46:17.487" v="820" actId="1076"/>
          <ac:spMkLst>
            <pc:docMk/>
            <pc:sldMk cId="4088554616" sldId="327"/>
            <ac:spMk id="3" creationId="{7A0E2DE3-5B23-4E1E-9B1D-285F2351350D}"/>
          </ac:spMkLst>
        </pc:spChg>
        <pc:spChg chg="add del">
          <ac:chgData name="Josh Reiss" userId="a90d6cd88c30b6c6" providerId="LiveId" clId="{25947A1D-05DE-4C8F-8343-5EFC59F92D83}" dt="2021-02-22T08:22:06.898" v="459" actId="22"/>
          <ac:spMkLst>
            <pc:docMk/>
            <pc:sldMk cId="4088554616" sldId="327"/>
            <ac:spMk id="8" creationId="{ED27BCE9-8846-43F4-866C-314601E0CCDE}"/>
          </ac:spMkLst>
        </pc:spChg>
        <pc:spChg chg="add del mod">
          <ac:chgData name="Josh Reiss" userId="a90d6cd88c30b6c6" providerId="LiveId" clId="{25947A1D-05DE-4C8F-8343-5EFC59F92D83}" dt="2021-02-22T08:45:13.553" v="774" actId="478"/>
          <ac:spMkLst>
            <pc:docMk/>
            <pc:sldMk cId="4088554616" sldId="327"/>
            <ac:spMk id="10" creationId="{08900B01-D148-42F1-A982-2FE7966C2534}"/>
          </ac:spMkLst>
        </pc:spChg>
        <pc:spChg chg="mod">
          <ac:chgData name="Josh Reiss" userId="a90d6cd88c30b6c6" providerId="LiveId" clId="{25947A1D-05DE-4C8F-8343-5EFC59F92D83}" dt="2021-02-22T08:17:38.473" v="381" actId="403"/>
          <ac:spMkLst>
            <pc:docMk/>
            <pc:sldMk cId="4088554616" sldId="327"/>
            <ac:spMk id="43010" creationId="{00000000-0000-0000-0000-000000000000}"/>
          </ac:spMkLst>
        </pc:spChg>
        <pc:spChg chg="mod">
          <ac:chgData name="Josh Reiss" userId="a90d6cd88c30b6c6" providerId="LiveId" clId="{25947A1D-05DE-4C8F-8343-5EFC59F92D83}" dt="2021-02-22T10:20:42.613" v="1239" actId="20577"/>
          <ac:spMkLst>
            <pc:docMk/>
            <pc:sldMk cId="4088554616" sldId="327"/>
            <ac:spMk id="43011" creationId="{00000000-0000-0000-0000-000000000000}"/>
          </ac:spMkLst>
        </pc:spChg>
        <pc:graphicFrameChg chg="add del mod modGraphic">
          <ac:chgData name="Josh Reiss" userId="a90d6cd88c30b6c6" providerId="LiveId" clId="{25947A1D-05DE-4C8F-8343-5EFC59F92D83}" dt="2021-02-22T08:43:32.645" v="738" actId="478"/>
          <ac:graphicFrameMkLst>
            <pc:docMk/>
            <pc:sldMk cId="4088554616" sldId="327"/>
            <ac:graphicFrameMk id="6" creationId="{DD81F3C2-010C-4318-A41B-819108756404}"/>
          </ac:graphicFrameMkLst>
        </pc:graphicFrameChg>
        <pc:graphicFrameChg chg="add mod modGraphic">
          <ac:chgData name="Josh Reiss" userId="a90d6cd88c30b6c6" providerId="LiveId" clId="{25947A1D-05DE-4C8F-8343-5EFC59F92D83}" dt="2021-02-22T10:24:59.811" v="1267" actId="20577"/>
          <ac:graphicFrameMkLst>
            <pc:docMk/>
            <pc:sldMk cId="4088554616" sldId="327"/>
            <ac:graphicFrameMk id="12" creationId="{D88725F0-7083-4319-9B2E-B7661DB47DDA}"/>
          </ac:graphicFrameMkLst>
        </pc:graphicFrameChg>
        <pc:picChg chg="del">
          <ac:chgData name="Josh Reiss" userId="a90d6cd88c30b6c6" providerId="LiveId" clId="{25947A1D-05DE-4C8F-8343-5EFC59F92D83}" dt="2021-02-22T08:17:26.894" v="379" actId="478"/>
          <ac:picMkLst>
            <pc:docMk/>
            <pc:sldMk cId="4088554616" sldId="327"/>
            <ac:picMk id="2050" creationId="{F405A29E-3F70-4CC7-843D-E558EB1C5C6A}"/>
          </ac:picMkLst>
        </pc:picChg>
      </pc:sldChg>
      <pc:sldChg chg="addSp delSp modSp add mod">
        <pc:chgData name="Josh Reiss" userId="a90d6cd88c30b6c6" providerId="LiveId" clId="{25947A1D-05DE-4C8F-8343-5EFC59F92D83}" dt="2021-02-22T10:30:11.566" v="1340" actId="14"/>
        <pc:sldMkLst>
          <pc:docMk/>
          <pc:sldMk cId="3979779090" sldId="328"/>
        </pc:sldMkLst>
        <pc:spChg chg="mod">
          <ac:chgData name="Josh Reiss" userId="a90d6cd88c30b6c6" providerId="LiveId" clId="{25947A1D-05DE-4C8F-8343-5EFC59F92D83}" dt="2021-02-22T09:30:51.131" v="1110" actId="1037"/>
          <ac:spMkLst>
            <pc:docMk/>
            <pc:sldMk cId="3979779090" sldId="328"/>
            <ac:spMk id="3" creationId="{7A0E2DE3-5B23-4E1E-9B1D-285F2351350D}"/>
          </ac:spMkLst>
        </pc:spChg>
        <pc:spChg chg="add del">
          <ac:chgData name="Josh Reiss" userId="a90d6cd88c30b6c6" providerId="LiveId" clId="{25947A1D-05DE-4C8F-8343-5EFC59F92D83}" dt="2021-02-22T08:53:27.603" v="926"/>
          <ac:spMkLst>
            <pc:docMk/>
            <pc:sldMk cId="3979779090" sldId="328"/>
            <ac:spMk id="4" creationId="{DE9F4F7E-314D-4D6F-92D0-24679ECE4FC5}"/>
          </ac:spMkLst>
        </pc:spChg>
        <pc:spChg chg="add mod">
          <ac:chgData name="Josh Reiss" userId="a90d6cd88c30b6c6" providerId="LiveId" clId="{25947A1D-05DE-4C8F-8343-5EFC59F92D83}" dt="2021-02-22T09:30:45.792" v="1107" actId="1038"/>
          <ac:spMkLst>
            <pc:docMk/>
            <pc:sldMk cId="3979779090" sldId="328"/>
            <ac:spMk id="7" creationId="{DD4736E5-4A81-4683-8802-2157BDEED0AE}"/>
          </ac:spMkLst>
        </pc:spChg>
        <pc:spChg chg="add del">
          <ac:chgData name="Josh Reiss" userId="a90d6cd88c30b6c6" providerId="LiveId" clId="{25947A1D-05DE-4C8F-8343-5EFC59F92D83}" dt="2021-02-22T09:30:31.087" v="1103" actId="22"/>
          <ac:spMkLst>
            <pc:docMk/>
            <pc:sldMk cId="3979779090" sldId="328"/>
            <ac:spMk id="10" creationId="{E7F6AEB4-CCE8-4CA7-92AB-1779DC186BC4}"/>
          </ac:spMkLst>
        </pc:spChg>
        <pc:spChg chg="add mod">
          <ac:chgData name="Josh Reiss" userId="a90d6cd88c30b6c6" providerId="LiveId" clId="{25947A1D-05DE-4C8F-8343-5EFC59F92D83}" dt="2021-02-22T09:30:39.932" v="1106" actId="1076"/>
          <ac:spMkLst>
            <pc:docMk/>
            <pc:sldMk cId="3979779090" sldId="328"/>
            <ac:spMk id="13" creationId="{A9116BEA-467D-4C6C-B81C-1525F90722C0}"/>
          </ac:spMkLst>
        </pc:spChg>
        <pc:spChg chg="mod">
          <ac:chgData name="Josh Reiss" userId="a90d6cd88c30b6c6" providerId="LiveId" clId="{25947A1D-05DE-4C8F-8343-5EFC59F92D83}" dt="2021-02-22T08:47:58.456" v="836" actId="20577"/>
          <ac:spMkLst>
            <pc:docMk/>
            <pc:sldMk cId="3979779090" sldId="328"/>
            <ac:spMk id="43010" creationId="{00000000-0000-0000-0000-000000000000}"/>
          </ac:spMkLst>
        </pc:spChg>
        <pc:spChg chg="mod">
          <ac:chgData name="Josh Reiss" userId="a90d6cd88c30b6c6" providerId="LiveId" clId="{25947A1D-05DE-4C8F-8343-5EFC59F92D83}" dt="2021-02-22T10:30:11.566" v="1340" actId="14"/>
          <ac:spMkLst>
            <pc:docMk/>
            <pc:sldMk cId="3979779090" sldId="328"/>
            <ac:spMk id="43011" creationId="{00000000-0000-0000-0000-000000000000}"/>
          </ac:spMkLst>
        </pc:spChg>
        <pc:graphicFrameChg chg="mod modGraphic">
          <ac:chgData name="Josh Reiss" userId="a90d6cd88c30b6c6" providerId="LiveId" clId="{25947A1D-05DE-4C8F-8343-5EFC59F92D83}" dt="2021-02-22T10:29:09.364" v="1307" actId="20577"/>
          <ac:graphicFrameMkLst>
            <pc:docMk/>
            <pc:sldMk cId="3979779090" sldId="328"/>
            <ac:graphicFrameMk id="12" creationId="{D88725F0-7083-4319-9B2E-B7661DB47DDA}"/>
          </ac:graphicFrameMkLst>
        </pc:graphicFrameChg>
      </pc:sldChg>
      <pc:sldChg chg="modSp add del mod">
        <pc:chgData name="Josh Reiss" userId="a90d6cd88c30b6c6" providerId="LiveId" clId="{25947A1D-05DE-4C8F-8343-5EFC59F92D83}" dt="2021-02-22T10:30:31.305" v="1341" actId="47"/>
        <pc:sldMkLst>
          <pc:docMk/>
          <pc:sldMk cId="1702582558" sldId="329"/>
        </pc:sldMkLst>
        <pc:spChg chg="mod">
          <ac:chgData name="Josh Reiss" userId="a90d6cd88c30b6c6" providerId="LiveId" clId="{25947A1D-05DE-4C8F-8343-5EFC59F92D83}" dt="2021-02-22T10:19:52.437" v="1233" actId="20577"/>
          <ac:spMkLst>
            <pc:docMk/>
            <pc:sldMk cId="1702582558" sldId="329"/>
            <ac:spMk id="43011" creationId="{00000000-0000-0000-0000-000000000000}"/>
          </ac:spMkLst>
        </pc:spChg>
        <pc:graphicFrameChg chg="mod modGraphic">
          <ac:chgData name="Josh Reiss" userId="a90d6cd88c30b6c6" providerId="LiveId" clId="{25947A1D-05DE-4C8F-8343-5EFC59F92D83}" dt="2021-02-22T10:19:07.861" v="1226" actId="6549"/>
          <ac:graphicFrameMkLst>
            <pc:docMk/>
            <pc:sldMk cId="1702582558" sldId="329"/>
            <ac:graphicFrameMk id="12" creationId="{D88725F0-7083-4319-9B2E-B7661DB47DDA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p=-1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'[stereo enhancer.xlsx]Panning (2)'!$B$3:$B$11</c:f>
              <c:numCache>
                <c:formatCode>General</c:formatCode>
                <c:ptCount val="9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'[stereo enhancer.xlsx]Panning (2)'!$N$3:$N$11</c:f>
              <c:numCache>
                <c:formatCode>0.000</c:formatCode>
                <c:ptCount val="9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-0.49999999999999989</c:v>
                </c:pt>
                <c:pt idx="6">
                  <c:v>0</c:v>
                </c:pt>
                <c:pt idx="7">
                  <c:v>0.5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79F-4123-8D4B-E97103FD4170}"/>
            </c:ext>
          </c:extLst>
        </c:ser>
        <c:ser>
          <c:idx val="1"/>
          <c:order val="1"/>
          <c:tx>
            <c:v>p=-0.75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'[stereo enhancer.xlsx]Panning (2)'!$B$3:$B$11</c:f>
              <c:numCache>
                <c:formatCode>General</c:formatCode>
                <c:ptCount val="9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'[stereo enhancer.xlsx]Panning (2)'!$O$3:$O$11</c:f>
              <c:numCache>
                <c:formatCode>General</c:formatCode>
                <c:ptCount val="9"/>
                <c:pt idx="0">
                  <c:v>-1</c:v>
                </c:pt>
                <c:pt idx="1">
                  <c:v>-0.91823897571538293</c:v>
                </c:pt>
                <c:pt idx="2">
                  <c:v>-0.84378711624672165</c:v>
                </c:pt>
                <c:pt idx="3">
                  <c:v>-0.78464398950569247</c:v>
                </c:pt>
                <c:pt idx="4">
                  <c:v>-0.75</c:v>
                </c:pt>
                <c:pt idx="5">
                  <c:v>-0.28464398950569247</c:v>
                </c:pt>
                <c:pt idx="6">
                  <c:v>0.15621288375327813</c:v>
                </c:pt>
                <c:pt idx="7">
                  <c:v>0.58176102428461696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79F-4123-8D4B-E97103FD4170}"/>
            </c:ext>
          </c:extLst>
        </c:ser>
        <c:ser>
          <c:idx val="2"/>
          <c:order val="2"/>
          <c:tx>
            <c:v>p=-0.5</c:v>
          </c:tx>
          <c:spPr>
            <a:ln w="19050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'[stereo enhancer.xlsx]Panning (2)'!$B$3:$B$11</c:f>
              <c:numCache>
                <c:formatCode>General</c:formatCode>
                <c:ptCount val="9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'[stereo enhancer.xlsx]Panning (2)'!$P$3:$P$11</c:f>
              <c:numCache>
                <c:formatCode>0.000</c:formatCode>
                <c:ptCount val="9"/>
                <c:pt idx="0">
                  <c:v>-1</c:v>
                </c:pt>
                <c:pt idx="1">
                  <c:v>-0.8546685881397541</c:v>
                </c:pt>
                <c:pt idx="2">
                  <c:v>-0.71634689593878542</c:v>
                </c:pt>
                <c:pt idx="3">
                  <c:v>-0.59378711624672165</c:v>
                </c:pt>
                <c:pt idx="4">
                  <c:v>-0.49999999999999989</c:v>
                </c:pt>
                <c:pt idx="5">
                  <c:v>-9.3787116246721536E-2</c:v>
                </c:pt>
                <c:pt idx="6">
                  <c:v>0.28365310406121469</c:v>
                </c:pt>
                <c:pt idx="7">
                  <c:v>0.64533141186024601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79F-4123-8D4B-E97103FD4170}"/>
            </c:ext>
          </c:extLst>
        </c:ser>
        <c:ser>
          <c:idx val="3"/>
          <c:order val="3"/>
          <c:tx>
            <c:v>p=-0.25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'[stereo enhancer.xlsx]Panning (2)'!$B$3:$B$11</c:f>
              <c:numCache>
                <c:formatCode>General</c:formatCode>
                <c:ptCount val="9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'[stereo enhancer.xlsx]Panning (2)'!$Q$3:$Q$11</c:f>
              <c:numCache>
                <c:formatCode>General</c:formatCode>
                <c:ptCount val="9"/>
                <c:pt idx="0">
                  <c:v>-1</c:v>
                </c:pt>
                <c:pt idx="1">
                  <c:v>-0.80035089775778179</c:v>
                </c:pt>
                <c:pt idx="2">
                  <c:v>-0.60466858813975422</c:v>
                </c:pt>
                <c:pt idx="3">
                  <c:v>-0.41823897571538293</c:v>
                </c:pt>
                <c:pt idx="4">
                  <c:v>-0.25</c:v>
                </c:pt>
                <c:pt idx="5">
                  <c:v>8.1761024284617179E-2</c:v>
                </c:pt>
                <c:pt idx="6">
                  <c:v>0.39533141186024578</c:v>
                </c:pt>
                <c:pt idx="7">
                  <c:v>0.69964910224221821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79F-4123-8D4B-E97103FD4170}"/>
            </c:ext>
          </c:extLst>
        </c:ser>
        <c:ser>
          <c:idx val="4"/>
          <c:order val="4"/>
          <c:tx>
            <c:v>p=0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'[stereo enhancer.xlsx]Panning (2)'!$B$3:$B$11</c:f>
              <c:numCache>
                <c:formatCode>General</c:formatCode>
                <c:ptCount val="9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'[stereo enhancer.xlsx]Panning (2)'!$R$3:$R$11</c:f>
              <c:numCache>
                <c:formatCode>General</c:formatCode>
                <c:ptCount val="9"/>
                <c:pt idx="0">
                  <c:v>-1</c:v>
                </c:pt>
                <c:pt idx="1">
                  <c:v>-0.75</c:v>
                </c:pt>
                <c:pt idx="2">
                  <c:v>-0.49999999999999989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79F-4123-8D4B-E97103FD4170}"/>
            </c:ext>
          </c:extLst>
        </c:ser>
        <c:ser>
          <c:idx val="5"/>
          <c:order val="5"/>
          <c:tx>
            <c:v>p=0.25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'[stereo enhancer.xlsx]Panning (2)'!$B$3:$B$11</c:f>
              <c:numCache>
                <c:formatCode>General</c:formatCode>
                <c:ptCount val="9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'[stereo enhancer.xlsx]Panning (2)'!$S$3:$S$11</c:f>
              <c:numCache>
                <c:formatCode>0.000</c:formatCode>
                <c:ptCount val="9"/>
                <c:pt idx="0">
                  <c:v>-1</c:v>
                </c:pt>
                <c:pt idx="1">
                  <c:v>-0.69964910224221799</c:v>
                </c:pt>
                <c:pt idx="2">
                  <c:v>-0.39533141186024578</c:v>
                </c:pt>
                <c:pt idx="3">
                  <c:v>-8.1761024284617179E-2</c:v>
                </c:pt>
                <c:pt idx="4">
                  <c:v>0.25</c:v>
                </c:pt>
                <c:pt idx="5">
                  <c:v>0.41823897571538304</c:v>
                </c:pt>
                <c:pt idx="6">
                  <c:v>0.60466858813975399</c:v>
                </c:pt>
                <c:pt idx="7">
                  <c:v>0.80035089775778201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79F-4123-8D4B-E97103FD4170}"/>
            </c:ext>
          </c:extLst>
        </c:ser>
        <c:ser>
          <c:idx val="6"/>
          <c:order val="6"/>
          <c:tx>
            <c:v>p=0.5</c:v>
          </c:tx>
          <c:spPr>
            <a:ln w="1905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'[stereo enhancer.xlsx]Panning (2)'!$B$3:$B$11</c:f>
              <c:numCache>
                <c:formatCode>General</c:formatCode>
                <c:ptCount val="9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'[stereo enhancer.xlsx]Panning (2)'!$T$3:$T$11</c:f>
              <c:numCache>
                <c:formatCode>General</c:formatCode>
                <c:ptCount val="9"/>
                <c:pt idx="0">
                  <c:v>-1</c:v>
                </c:pt>
                <c:pt idx="1">
                  <c:v>-0.64533141186024578</c:v>
                </c:pt>
                <c:pt idx="2">
                  <c:v>-0.28365310406121447</c:v>
                </c:pt>
                <c:pt idx="3">
                  <c:v>9.3787116246721647E-2</c:v>
                </c:pt>
                <c:pt idx="4">
                  <c:v>0.5</c:v>
                </c:pt>
                <c:pt idx="5">
                  <c:v>0.59378711624672165</c:v>
                </c:pt>
                <c:pt idx="6">
                  <c:v>0.71634689593878531</c:v>
                </c:pt>
                <c:pt idx="7">
                  <c:v>0.85466858813975422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E79F-4123-8D4B-E97103FD4170}"/>
            </c:ext>
          </c:extLst>
        </c:ser>
        <c:ser>
          <c:idx val="7"/>
          <c:order val="7"/>
          <c:tx>
            <c:v>p=0.75</c:v>
          </c:tx>
          <c:spPr>
            <a:ln w="19050" cap="rnd">
              <a:solidFill>
                <a:schemeClr val="accent4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'[stereo enhancer.xlsx]Panning (2)'!$B$3:$B$11</c:f>
              <c:numCache>
                <c:formatCode>General</c:formatCode>
                <c:ptCount val="9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'[stereo enhancer.xlsx]Panning (2)'!$U$3:$U$11</c:f>
              <c:numCache>
                <c:formatCode>General</c:formatCode>
                <c:ptCount val="9"/>
                <c:pt idx="0">
                  <c:v>-0.99999999999999989</c:v>
                </c:pt>
                <c:pt idx="1">
                  <c:v>-0.58176102428461696</c:v>
                </c:pt>
                <c:pt idx="2">
                  <c:v>-0.15621288375327824</c:v>
                </c:pt>
                <c:pt idx="3">
                  <c:v>0.28464398950569225</c:v>
                </c:pt>
                <c:pt idx="4">
                  <c:v>0.75</c:v>
                </c:pt>
                <c:pt idx="5">
                  <c:v>0.78464398950569225</c:v>
                </c:pt>
                <c:pt idx="6">
                  <c:v>0.84378711624672165</c:v>
                </c:pt>
                <c:pt idx="7">
                  <c:v>0.91823897571538304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E79F-4123-8D4B-E97103FD4170}"/>
            </c:ext>
          </c:extLst>
        </c:ser>
        <c:ser>
          <c:idx val="8"/>
          <c:order val="8"/>
          <c:tx>
            <c:v>p=1</c:v>
          </c:tx>
          <c:spPr>
            <a:ln w="1905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'[stereo enhancer.xlsx]Panning (2)'!$B$3:$B$11</c:f>
              <c:numCache>
                <c:formatCode>General</c:formatCode>
                <c:ptCount val="9"/>
                <c:pt idx="0">
                  <c:v>-1</c:v>
                </c:pt>
                <c:pt idx="1">
                  <c:v>-0.75</c:v>
                </c:pt>
                <c:pt idx="2">
                  <c:v>-0.5</c:v>
                </c:pt>
                <c:pt idx="3">
                  <c:v>-0.25</c:v>
                </c:pt>
                <c:pt idx="4">
                  <c:v>0</c:v>
                </c:pt>
                <c:pt idx="5">
                  <c:v>0.25</c:v>
                </c:pt>
                <c:pt idx="6">
                  <c:v>0.5</c:v>
                </c:pt>
                <c:pt idx="7">
                  <c:v>0.75</c:v>
                </c:pt>
                <c:pt idx="8">
                  <c:v>1</c:v>
                </c:pt>
              </c:numCache>
            </c:numRef>
          </c:xVal>
          <c:yVal>
            <c:numRef>
              <c:f>'[stereo enhancer.xlsx]Panning (2)'!$V$3:$V$11</c:f>
              <c:numCache>
                <c:formatCode>General</c:formatCode>
                <c:ptCount val="9"/>
                <c:pt idx="0">
                  <c:v>-0.99999999999999989</c:v>
                </c:pt>
                <c:pt idx="1">
                  <c:v>-0.49999999999999989</c:v>
                </c:pt>
                <c:pt idx="2">
                  <c:v>0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E79F-4123-8D4B-E97103FD41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1081168"/>
        <c:axId val="391080528"/>
      </c:scatterChart>
      <c:valAx>
        <c:axId val="391081168"/>
        <c:scaling>
          <c:orientation val="minMax"/>
          <c:max val="1"/>
          <c:min val="-1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080528"/>
        <c:crosses val="autoZero"/>
        <c:crossBetween val="midCat"/>
        <c:majorUnit val="0.25"/>
      </c:valAx>
      <c:valAx>
        <c:axId val="391080528"/>
        <c:scaling>
          <c:orientation val="minMax"/>
          <c:max val="1"/>
          <c:min val="-1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081168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72" cy="5127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68"/>
            <a:ext cx="3076672" cy="512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088" y="9721868"/>
            <a:ext cx="3076672" cy="512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2E668-522B-45BD-8EED-02B5108C12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508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39" y="4861781"/>
            <a:ext cx="5678824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377B1E18-3DD7-4387-8F62-42E48FD871E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901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13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259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39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519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649" algn="l" defTabSz="9142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0" algn="l" defTabSz="9142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08" algn="l" defTabSz="9142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39" algn="l" defTabSz="9142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2C1C9C-3A4E-467E-ACDA-9DDE23253C04}" type="slidenum">
              <a:rPr lang="en-US"/>
              <a:pPr/>
              <a:t>1</a:t>
            </a:fld>
            <a:endParaRPr lang="en-US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156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93AADF-FA8F-4E80-94C2-6427E1CB09A2}" type="slidenum">
              <a:rPr lang="en-US"/>
              <a:pPr/>
              <a:t>3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378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93AADF-FA8F-4E80-94C2-6427E1CB09A2}" type="slidenum">
              <a:rPr lang="en-US"/>
              <a:pPr/>
              <a:t>4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325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93AADF-FA8F-4E80-94C2-6427E1CB09A2}" type="slidenum">
              <a:rPr lang="en-US"/>
              <a:pPr/>
              <a:t>5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00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30" indent="0" algn="ctr">
              <a:buNone/>
              <a:defRPr/>
            </a:lvl2pPr>
            <a:lvl3pPr marL="914259" indent="0" algn="ctr">
              <a:buNone/>
              <a:defRPr/>
            </a:lvl3pPr>
            <a:lvl4pPr marL="1371390" indent="0" algn="ctr">
              <a:buNone/>
              <a:defRPr/>
            </a:lvl4pPr>
            <a:lvl5pPr marL="1828519" indent="0" algn="ctr">
              <a:buNone/>
              <a:defRPr/>
            </a:lvl5pPr>
            <a:lvl6pPr marL="2285649" indent="0" algn="ctr">
              <a:buNone/>
              <a:defRPr/>
            </a:lvl6pPr>
            <a:lvl7pPr marL="2742780" indent="0" algn="ctr">
              <a:buNone/>
              <a:defRPr/>
            </a:lvl7pPr>
            <a:lvl8pPr marL="3199908" indent="0" algn="ctr">
              <a:buNone/>
              <a:defRPr/>
            </a:lvl8pPr>
            <a:lvl9pPr marL="36570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30" indent="0">
              <a:buNone/>
              <a:defRPr sz="1800"/>
            </a:lvl2pPr>
            <a:lvl3pPr marL="914259" indent="0">
              <a:buNone/>
              <a:defRPr sz="1600"/>
            </a:lvl3pPr>
            <a:lvl4pPr marL="1371390" indent="0">
              <a:buNone/>
              <a:defRPr sz="1400"/>
            </a:lvl4pPr>
            <a:lvl5pPr marL="1828519" indent="0">
              <a:buNone/>
              <a:defRPr sz="1400"/>
            </a:lvl5pPr>
            <a:lvl6pPr marL="2285649" indent="0">
              <a:buNone/>
              <a:defRPr sz="1400"/>
            </a:lvl6pPr>
            <a:lvl7pPr marL="2742780" indent="0">
              <a:buNone/>
              <a:defRPr sz="1400"/>
            </a:lvl7pPr>
            <a:lvl8pPr marL="3199908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9" y="1125538"/>
            <a:ext cx="4316412" cy="5543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316413" cy="5543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0" indent="0">
              <a:buNone/>
              <a:defRPr sz="2000" b="1"/>
            </a:lvl2pPr>
            <a:lvl3pPr marL="914259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9" indent="0">
              <a:buNone/>
              <a:defRPr sz="1600" b="1"/>
            </a:lvl5pPr>
            <a:lvl6pPr marL="2285649" indent="0">
              <a:buNone/>
              <a:defRPr sz="1600" b="1"/>
            </a:lvl6pPr>
            <a:lvl7pPr marL="2742780" indent="0">
              <a:buNone/>
              <a:defRPr sz="1600" b="1"/>
            </a:lvl7pPr>
            <a:lvl8pPr marL="3199908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0" indent="0">
              <a:buNone/>
              <a:defRPr sz="2000" b="1"/>
            </a:lvl2pPr>
            <a:lvl3pPr marL="914259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9" indent="0">
              <a:buNone/>
              <a:defRPr sz="1600" b="1"/>
            </a:lvl5pPr>
            <a:lvl6pPr marL="2285649" indent="0">
              <a:buNone/>
              <a:defRPr sz="1600" b="1"/>
            </a:lvl6pPr>
            <a:lvl7pPr marL="2742780" indent="0">
              <a:buNone/>
              <a:defRPr sz="1600" b="1"/>
            </a:lvl7pPr>
            <a:lvl8pPr marL="3199908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30" indent="0">
              <a:buNone/>
              <a:defRPr sz="1200"/>
            </a:lvl2pPr>
            <a:lvl3pPr marL="914259" indent="0">
              <a:buNone/>
              <a:defRPr sz="1000"/>
            </a:lvl3pPr>
            <a:lvl4pPr marL="1371390" indent="0">
              <a:buNone/>
              <a:defRPr sz="900"/>
            </a:lvl4pPr>
            <a:lvl5pPr marL="1828519" indent="0">
              <a:buNone/>
              <a:defRPr sz="900"/>
            </a:lvl5pPr>
            <a:lvl6pPr marL="2285649" indent="0">
              <a:buNone/>
              <a:defRPr sz="900"/>
            </a:lvl6pPr>
            <a:lvl7pPr marL="2742780" indent="0">
              <a:buNone/>
              <a:defRPr sz="900"/>
            </a:lvl7pPr>
            <a:lvl8pPr marL="3199908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30" indent="0">
              <a:buNone/>
              <a:defRPr sz="2800"/>
            </a:lvl2pPr>
            <a:lvl3pPr marL="914259" indent="0">
              <a:buNone/>
              <a:defRPr sz="2400"/>
            </a:lvl3pPr>
            <a:lvl4pPr marL="1371390" indent="0">
              <a:buNone/>
              <a:defRPr sz="2000"/>
            </a:lvl4pPr>
            <a:lvl5pPr marL="1828519" indent="0">
              <a:buNone/>
              <a:defRPr sz="2000"/>
            </a:lvl5pPr>
            <a:lvl6pPr marL="2285649" indent="0">
              <a:buNone/>
              <a:defRPr sz="2000"/>
            </a:lvl6pPr>
            <a:lvl7pPr marL="2742780" indent="0">
              <a:buNone/>
              <a:defRPr sz="2000"/>
            </a:lvl7pPr>
            <a:lvl8pPr marL="3199908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30" indent="0">
              <a:buNone/>
              <a:defRPr sz="1200"/>
            </a:lvl2pPr>
            <a:lvl3pPr marL="914259" indent="0">
              <a:buNone/>
              <a:defRPr sz="1000"/>
            </a:lvl3pPr>
            <a:lvl4pPr marL="1371390" indent="0">
              <a:buNone/>
              <a:defRPr sz="900"/>
            </a:lvl4pPr>
            <a:lvl5pPr marL="1828519" indent="0">
              <a:buNone/>
              <a:defRPr sz="900"/>
            </a:lvl5pPr>
            <a:lvl6pPr marL="2285649" indent="0">
              <a:buNone/>
              <a:defRPr sz="900"/>
            </a:lvl6pPr>
            <a:lvl7pPr marL="2742780" indent="0">
              <a:buNone/>
              <a:defRPr sz="900"/>
            </a:lvl7pPr>
            <a:lvl8pPr marL="3199908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669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669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601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999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8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1828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617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406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406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406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406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406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4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860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12"/>
            </a:lvl1pPr>
            <a:lvl2pPr>
              <a:defRPr sz="2391"/>
            </a:lvl2pPr>
            <a:lvl3pPr>
              <a:defRPr sz="1969"/>
            </a:lvl3pPr>
            <a:lvl4pPr>
              <a:defRPr sz="1828"/>
            </a:lvl4pPr>
            <a:lvl5pPr>
              <a:defRPr sz="1828"/>
            </a:lvl5pPr>
            <a:lvl6pPr>
              <a:defRPr sz="1828"/>
            </a:lvl6pPr>
            <a:lvl7pPr>
              <a:defRPr sz="1828"/>
            </a:lvl7pPr>
            <a:lvl8pPr>
              <a:defRPr sz="1828"/>
            </a:lvl8pPr>
            <a:lvl9pPr>
              <a:defRPr sz="18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12"/>
            </a:lvl1pPr>
            <a:lvl2pPr>
              <a:defRPr sz="2391"/>
            </a:lvl2pPr>
            <a:lvl3pPr>
              <a:defRPr sz="1969"/>
            </a:lvl3pPr>
            <a:lvl4pPr>
              <a:defRPr sz="1828"/>
            </a:lvl4pPr>
            <a:lvl5pPr>
              <a:defRPr sz="1828"/>
            </a:lvl5pPr>
            <a:lvl6pPr>
              <a:defRPr sz="1828"/>
            </a:lvl6pPr>
            <a:lvl7pPr>
              <a:defRPr sz="1828"/>
            </a:lvl7pPr>
            <a:lvl8pPr>
              <a:defRPr sz="1828"/>
            </a:lvl8pPr>
            <a:lvl9pPr>
              <a:defRPr sz="18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691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7177" indent="0">
              <a:buNone/>
              <a:defRPr sz="1969" b="1"/>
            </a:lvl2pPr>
            <a:lvl3pPr marL="914353" indent="0">
              <a:buNone/>
              <a:defRPr sz="1828" b="1"/>
            </a:lvl3pPr>
            <a:lvl4pPr marL="1371530" indent="0">
              <a:buNone/>
              <a:defRPr sz="1617" b="1"/>
            </a:lvl4pPr>
            <a:lvl5pPr marL="1828706" indent="0">
              <a:buNone/>
              <a:defRPr sz="1617" b="1"/>
            </a:lvl5pPr>
            <a:lvl6pPr marL="2285883" indent="0">
              <a:buNone/>
              <a:defRPr sz="1617" b="1"/>
            </a:lvl6pPr>
            <a:lvl7pPr marL="2743060" indent="0">
              <a:buNone/>
              <a:defRPr sz="1617" b="1"/>
            </a:lvl7pPr>
            <a:lvl8pPr marL="3200236" indent="0">
              <a:buNone/>
              <a:defRPr sz="1617" b="1"/>
            </a:lvl8pPr>
            <a:lvl9pPr marL="3657413" indent="0">
              <a:buNone/>
              <a:defRPr sz="16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391"/>
            </a:lvl1pPr>
            <a:lvl2pPr>
              <a:defRPr sz="1969"/>
            </a:lvl2pPr>
            <a:lvl3pPr>
              <a:defRPr sz="1828"/>
            </a:lvl3pPr>
            <a:lvl4pPr>
              <a:defRPr sz="1617"/>
            </a:lvl4pPr>
            <a:lvl5pPr>
              <a:defRPr sz="1617"/>
            </a:lvl5pPr>
            <a:lvl6pPr>
              <a:defRPr sz="1617"/>
            </a:lvl6pPr>
            <a:lvl7pPr>
              <a:defRPr sz="1617"/>
            </a:lvl7pPr>
            <a:lvl8pPr>
              <a:defRPr sz="1617"/>
            </a:lvl8pPr>
            <a:lvl9pPr>
              <a:defRPr sz="16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7177" indent="0">
              <a:buNone/>
              <a:defRPr sz="1969" b="1"/>
            </a:lvl2pPr>
            <a:lvl3pPr marL="914353" indent="0">
              <a:buNone/>
              <a:defRPr sz="1828" b="1"/>
            </a:lvl3pPr>
            <a:lvl4pPr marL="1371530" indent="0">
              <a:buNone/>
              <a:defRPr sz="1617" b="1"/>
            </a:lvl4pPr>
            <a:lvl5pPr marL="1828706" indent="0">
              <a:buNone/>
              <a:defRPr sz="1617" b="1"/>
            </a:lvl5pPr>
            <a:lvl6pPr marL="2285883" indent="0">
              <a:buNone/>
              <a:defRPr sz="1617" b="1"/>
            </a:lvl6pPr>
            <a:lvl7pPr marL="2743060" indent="0">
              <a:buNone/>
              <a:defRPr sz="1617" b="1"/>
            </a:lvl7pPr>
            <a:lvl8pPr marL="3200236" indent="0">
              <a:buNone/>
              <a:defRPr sz="1617" b="1"/>
            </a:lvl8pPr>
            <a:lvl9pPr marL="3657413" indent="0">
              <a:buNone/>
              <a:defRPr sz="16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391"/>
            </a:lvl1pPr>
            <a:lvl2pPr>
              <a:defRPr sz="1969"/>
            </a:lvl2pPr>
            <a:lvl3pPr>
              <a:defRPr sz="1828"/>
            </a:lvl3pPr>
            <a:lvl4pPr>
              <a:defRPr sz="1617"/>
            </a:lvl4pPr>
            <a:lvl5pPr>
              <a:defRPr sz="1617"/>
            </a:lvl5pPr>
            <a:lvl6pPr>
              <a:defRPr sz="1617"/>
            </a:lvl6pPr>
            <a:lvl7pPr>
              <a:defRPr sz="1617"/>
            </a:lvl7pPr>
            <a:lvl8pPr>
              <a:defRPr sz="1617"/>
            </a:lvl8pPr>
            <a:lvl9pPr>
              <a:defRPr sz="16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141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96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9904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969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34"/>
            </a:lvl1pPr>
            <a:lvl2pPr>
              <a:defRPr sz="2812"/>
            </a:lvl2pPr>
            <a:lvl3pPr>
              <a:defRPr sz="2391"/>
            </a:lvl3pPr>
            <a:lvl4pPr>
              <a:defRPr sz="1969"/>
            </a:lvl4pPr>
            <a:lvl5pPr>
              <a:defRPr sz="1969"/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6"/>
            </a:lvl1pPr>
            <a:lvl2pPr marL="457177" indent="0">
              <a:buNone/>
              <a:defRPr sz="1195"/>
            </a:lvl2pPr>
            <a:lvl3pPr marL="914353" indent="0">
              <a:buNone/>
              <a:defRPr sz="984"/>
            </a:lvl3pPr>
            <a:lvl4pPr marL="1371530" indent="0">
              <a:buNone/>
              <a:defRPr sz="914"/>
            </a:lvl4pPr>
            <a:lvl5pPr marL="1828706" indent="0">
              <a:buNone/>
              <a:defRPr sz="914"/>
            </a:lvl5pPr>
            <a:lvl6pPr marL="2285883" indent="0">
              <a:buNone/>
              <a:defRPr sz="914"/>
            </a:lvl6pPr>
            <a:lvl7pPr marL="2743060" indent="0">
              <a:buNone/>
              <a:defRPr sz="914"/>
            </a:lvl7pPr>
            <a:lvl8pPr marL="3200236" indent="0">
              <a:buNone/>
              <a:defRPr sz="914"/>
            </a:lvl8pPr>
            <a:lvl9pPr marL="3657413" indent="0">
              <a:buNone/>
              <a:defRPr sz="9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322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969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34"/>
            </a:lvl1pPr>
            <a:lvl2pPr marL="457177" indent="0">
              <a:buNone/>
              <a:defRPr sz="2812"/>
            </a:lvl2pPr>
            <a:lvl3pPr marL="914353" indent="0">
              <a:buNone/>
              <a:defRPr sz="2391"/>
            </a:lvl3pPr>
            <a:lvl4pPr marL="1371530" indent="0">
              <a:buNone/>
              <a:defRPr sz="1969"/>
            </a:lvl4pPr>
            <a:lvl5pPr marL="1828706" indent="0">
              <a:buNone/>
              <a:defRPr sz="1969"/>
            </a:lvl5pPr>
            <a:lvl6pPr marL="2285883" indent="0">
              <a:buNone/>
              <a:defRPr sz="1969"/>
            </a:lvl6pPr>
            <a:lvl7pPr marL="2743060" indent="0">
              <a:buNone/>
              <a:defRPr sz="1969"/>
            </a:lvl7pPr>
            <a:lvl8pPr marL="3200236" indent="0">
              <a:buNone/>
              <a:defRPr sz="1969"/>
            </a:lvl8pPr>
            <a:lvl9pPr marL="3657413" indent="0">
              <a:buNone/>
              <a:defRPr sz="1969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6"/>
            </a:lvl1pPr>
            <a:lvl2pPr marL="457177" indent="0">
              <a:buNone/>
              <a:defRPr sz="1195"/>
            </a:lvl2pPr>
            <a:lvl3pPr marL="914353" indent="0">
              <a:buNone/>
              <a:defRPr sz="984"/>
            </a:lvl3pPr>
            <a:lvl4pPr marL="1371530" indent="0">
              <a:buNone/>
              <a:defRPr sz="914"/>
            </a:lvl4pPr>
            <a:lvl5pPr marL="1828706" indent="0">
              <a:buNone/>
              <a:defRPr sz="914"/>
            </a:lvl5pPr>
            <a:lvl6pPr marL="2285883" indent="0">
              <a:buNone/>
              <a:defRPr sz="914"/>
            </a:lvl6pPr>
            <a:lvl7pPr marL="2743060" indent="0">
              <a:buNone/>
              <a:defRPr sz="914"/>
            </a:lvl7pPr>
            <a:lvl8pPr marL="3200236" indent="0">
              <a:buNone/>
              <a:defRPr sz="914"/>
            </a:lvl8pPr>
            <a:lvl9pPr marL="3657413" indent="0">
              <a:buNone/>
              <a:defRPr sz="91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843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7568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11/10/2021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92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5" tIns="45713" rIns="91425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25538"/>
            <a:ext cx="8785225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lIns="91425" tIns="45713" rIns="91425" bIns="45713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3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25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39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51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48" indent="-34284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836" indent="-285707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q"/>
        <a:defRPr sz="2800">
          <a:solidFill>
            <a:schemeClr val="tx1"/>
          </a:solidFill>
          <a:latin typeface="+mn-lt"/>
        </a:defRPr>
      </a:lvl2pPr>
      <a:lvl3pPr marL="1142824" indent="-228564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599954" indent="-228564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085" indent="-22856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215" indent="-22856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344" indent="-22856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475" indent="-22856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5603" indent="-22856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4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8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130046" tIns="65023" rIns="130046" bIns="65023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130046" tIns="65023" rIns="130046" bIns="650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l">
              <a:defRPr sz="1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53" fontAlgn="auto">
              <a:spcBef>
                <a:spcPts val="0"/>
              </a:spcBef>
              <a:spcAft>
                <a:spcPts val="0"/>
              </a:spcAft>
            </a:pPr>
            <a:fld id="{EF0E1F0F-0326-49DA-AF30-5000B18BB4CF}" type="datetimeFigureOut">
              <a:rPr lang="en-GB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353" fontAlgn="auto">
                <a:spcBef>
                  <a:spcPts val="0"/>
                </a:spcBef>
                <a:spcAft>
                  <a:spcPts val="0"/>
                </a:spcAft>
              </a:pPr>
              <a:t>11/10/2021</a:t>
            </a:fld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ctr">
              <a:defRPr sz="1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53" fontAlgn="auto">
              <a:spcBef>
                <a:spcPts val="0"/>
              </a:spcBef>
              <a:spcAft>
                <a:spcPts val="0"/>
              </a:spcAft>
            </a:pPr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130046" tIns="65023" rIns="130046" bIns="65023" rtlCol="0" anchor="ctr"/>
          <a:lstStyle>
            <a:lvl1pPr algn="r">
              <a:defRPr sz="11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53" fontAlgn="auto">
              <a:spcBef>
                <a:spcPts val="0"/>
              </a:spcBef>
              <a:spcAft>
                <a:spcPts val="0"/>
              </a:spcAft>
            </a:pPr>
            <a:fld id="{97D6BB36-7299-4E85-8C53-97E41AAF9F8E}" type="slidenum">
              <a:rPr lang="en-GB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914353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94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53" rtl="0" eaLnBrk="1" latinLnBrk="0" hangingPunct="1">
        <a:spcBef>
          <a:spcPct val="0"/>
        </a:spcBef>
        <a:buNone/>
        <a:defRPr sz="44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914353" rtl="0" eaLnBrk="1" latinLnBrk="0" hangingPunct="1">
        <a:spcBef>
          <a:spcPct val="20000"/>
        </a:spcBef>
        <a:buFont typeface="Arial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42912" indent="-285736" algn="l" defTabSz="914353" rtl="0" eaLnBrk="1" latinLnBrk="0" hangingPunct="1">
        <a:spcBef>
          <a:spcPct val="20000"/>
        </a:spcBef>
        <a:buFont typeface="Arial" pitchFamily="34" charset="0"/>
        <a:buChar char="–"/>
        <a:defRPr sz="2812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391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914353" rtl="0" eaLnBrk="1" latinLnBrk="0" hangingPunct="1">
        <a:spcBef>
          <a:spcPct val="20000"/>
        </a:spcBef>
        <a:buFont typeface="Arial" pitchFamily="34" charset="0"/>
        <a:buChar char="–"/>
        <a:defRPr sz="1969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914353" rtl="0" eaLnBrk="1" latinLnBrk="0" hangingPunct="1">
        <a:spcBef>
          <a:spcPct val="20000"/>
        </a:spcBef>
        <a:buFont typeface="Arial" pitchFamily="34" charset="0"/>
        <a:buChar char="»"/>
        <a:defRPr sz="1969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3" rtl="0" eaLnBrk="1" latinLnBrk="0" hangingPunct="1">
        <a:defRPr sz="1828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28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28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28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28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28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28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28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76870" y="836712"/>
            <a:ext cx="4390259" cy="1470025"/>
          </a:xfrm>
        </p:spPr>
        <p:txBody>
          <a:bodyPr/>
          <a:lstStyle/>
          <a:p>
            <a:r>
              <a:rPr lang="en-GB" dirty="0"/>
              <a:t>Stereo in the Web Audio API</a:t>
            </a:r>
            <a:endParaRPr lang="en-US" dirty="0"/>
          </a:p>
        </p:txBody>
      </p:sp>
      <p:pic>
        <p:nvPicPr>
          <p:cNvPr id="1028" name="Picture 4" descr="Image result for stereo speakers">
            <a:extLst>
              <a:ext uri="{FF2B5EF4-FFF2-40B4-BE49-F238E27FC236}">
                <a16:creationId xmlns:a16="http://schemas.microsoft.com/office/drawing/2014/main" id="{7C360CC6-81D4-4372-B440-2EA2E2FF0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872" y="1607419"/>
            <a:ext cx="6114256" cy="525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954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42"/>
          <p:cNvSpPr>
            <a:spLocks noGrp="1"/>
          </p:cNvSpPr>
          <p:nvPr>
            <p:ph type="title"/>
          </p:nvPr>
        </p:nvSpPr>
        <p:spPr>
          <a:xfrm>
            <a:off x="0" y="-18256"/>
            <a:ext cx="9144000" cy="854968"/>
          </a:xfrm>
        </p:spPr>
        <p:txBody>
          <a:bodyPr>
            <a:normAutofit fontScale="90000"/>
          </a:bodyPr>
          <a:lstStyle/>
          <a:p>
            <a:r>
              <a:rPr lang="en-GB" sz="2391" b="1" dirty="0">
                <a:latin typeface="Times New Roman"/>
                <a:ea typeface="Times New Roman"/>
              </a:rPr>
              <a:t>Listener and loudspeakers configuration for placing a sound source using level difference.</a:t>
            </a:r>
            <a:endParaRPr lang="en-US" sz="2391" b="1" dirty="0">
              <a:latin typeface="Times New Roman"/>
              <a:ea typeface="Times New Roman"/>
            </a:endParaRPr>
          </a:p>
        </p:txBody>
      </p:sp>
      <p:sp>
        <p:nvSpPr>
          <p:cNvPr id="44" name="Rectangle 4"/>
          <p:cNvSpPr>
            <a:spLocks/>
          </p:cNvSpPr>
          <p:nvPr/>
        </p:nvSpPr>
        <p:spPr bwMode="auto">
          <a:xfrm>
            <a:off x="6469400" y="1082460"/>
            <a:ext cx="2644948" cy="8006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ctr" defTabSz="642915"/>
            <a:r>
              <a:rPr lang="en-US" sz="218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Central listener and two speakers</a:t>
            </a:r>
            <a:r>
              <a:rPr lang="en-US" sz="3023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</a:p>
        </p:txBody>
      </p:sp>
      <p:sp>
        <p:nvSpPr>
          <p:cNvPr id="45" name="Rectangle 5"/>
          <p:cNvSpPr>
            <a:spLocks/>
          </p:cNvSpPr>
          <p:nvPr/>
        </p:nvSpPr>
        <p:spPr bwMode="auto">
          <a:xfrm>
            <a:off x="5602546" y="1977783"/>
            <a:ext cx="3594623" cy="161470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642915"/>
            <a:r>
              <a:rPr lang="en-US" sz="2180" dirty="0">
                <a:solidFill>
                  <a:prstClr val="black"/>
                </a:solidFill>
                <a:latin typeface="Symbol" pitchFamily="18" charset="2"/>
                <a:cs typeface="Arial" pitchFamily="34" charset="0"/>
                <a:sym typeface="Arial" pitchFamily="34" charset="0"/>
              </a:rPr>
              <a:t>f </a:t>
            </a:r>
            <a:r>
              <a:rPr lang="en-US" sz="218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= angle of virtual source</a:t>
            </a:r>
          </a:p>
          <a:p>
            <a:pPr algn="ctr" defTabSz="642915"/>
            <a:r>
              <a:rPr lang="en-GB" sz="2000" dirty="0">
                <a:solidFill>
                  <a:prstClr val="black"/>
                </a:solidFill>
                <a:latin typeface="Symbol" pitchFamily="18" charset="2"/>
                <a:sym typeface="Gill Sans" charset="0"/>
              </a:rPr>
              <a:t>45</a:t>
            </a:r>
            <a:r>
              <a:rPr lang="en-GB" sz="2000" baseline="30000" dirty="0">
                <a:solidFill>
                  <a:prstClr val="black"/>
                </a:solidFill>
                <a:latin typeface="Symbol" pitchFamily="18" charset="2"/>
                <a:sym typeface="Gill Sans" charset="0"/>
              </a:rPr>
              <a:t>o</a:t>
            </a:r>
            <a:r>
              <a:rPr lang="en-US" sz="218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= angle of each speaker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507047" y="-265056"/>
            <a:ext cx="129908" cy="530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4294" tIns="32147" rIns="64294" bIns="32147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42915"/>
            <a:endParaRPr lang="en-GB" sz="3023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 bwMode="auto">
              <a:xfrm>
                <a:off x="6332860" y="4653136"/>
                <a:ext cx="2651125" cy="13382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GB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𝐬</m:t>
                    </m:r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</m:e>
                    </m:func>
                    <m:func>
                      <m:func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func>
                  </m:oMath>
                </a14:m>
                <a:r>
                  <a:rPr lang="en-GB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b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𝐋</m:t>
                    </m:r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m:rPr>
                            <m:nor/>
                          </m:rPr>
                          <a:rPr lang="en-GB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Gill Sans" charset="0"/>
                          </a:rPr>
                          <m:t>45</m:t>
                        </m:r>
                        <m:r>
                          <m:rPr>
                            <m:nor/>
                          </m:rPr>
                          <a:rPr lang="en-GB" baseline="30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Gill Sans" charset="0"/>
                          </a:rPr>
                          <m:t>o</m:t>
                        </m:r>
                      </m:e>
                    </m:func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</m:t>
                    </m:r>
                    <m:func>
                      <m:func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n-GB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Gill Sans" charset="0"/>
                          </a:rPr>
                          <m:t>45</m:t>
                        </m:r>
                        <m:r>
                          <m:rPr>
                            <m:nor/>
                          </m:rPr>
                          <a:rPr lang="en-GB" baseline="30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Gill Sans" charset="0"/>
                          </a:rPr>
                          <m:t>o</m:t>
                        </m:r>
                      </m:e>
                    </m:func>
                  </m:oMath>
                </a14:m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br>
                  <a:rPr lang="en-GB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𝐑</m:t>
                    </m:r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m:rPr>
                            <m:nor/>
                          </m:rPr>
                          <a:rPr lang="en-GB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Gill Sans" charset="0"/>
                          </a:rPr>
                          <m:t>45</m:t>
                        </m:r>
                        <m:r>
                          <m:rPr>
                            <m:nor/>
                          </m:rPr>
                          <a:rPr lang="en-GB" baseline="30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Gill Sans" charset="0"/>
                          </a:rPr>
                          <m:t>o</m:t>
                        </m:r>
                      </m:e>
                    </m:func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n-GB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Gill Sans" charset="0"/>
                          </a:rPr>
                          <m:t>45</m:t>
                        </m:r>
                        <m:r>
                          <m:rPr>
                            <m:nor/>
                          </m:rPr>
                          <a:rPr lang="en-GB" baseline="30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Gill Sans" charset="0"/>
                          </a:rPr>
                          <m:t>o</m:t>
                        </m:r>
                      </m:e>
                    </m:func>
                  </m:oMath>
                </a14:m>
                <a:r>
                  <a:rPr lang="en-GB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en-GB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2860" y="4653136"/>
                <a:ext cx="2651125" cy="1338263"/>
              </a:xfrm>
              <a:prstGeom prst="rect">
                <a:avLst/>
              </a:prstGeom>
              <a:blipFill>
                <a:blip r:embed="rId2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1" name="Oval 660"/>
          <p:cNvSpPr/>
          <p:nvPr/>
        </p:nvSpPr>
        <p:spPr>
          <a:xfrm>
            <a:off x="160015" y="1413376"/>
            <a:ext cx="5400000" cy="540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white"/>
              </a:solidFill>
              <a:latin typeface="Calibri"/>
              <a:sym typeface="Gill Sans" charset="0"/>
            </a:endParaRPr>
          </a:p>
        </p:txBody>
      </p:sp>
      <p:sp>
        <p:nvSpPr>
          <p:cNvPr id="662" name="Rectangle 661"/>
          <p:cNvSpPr/>
          <p:nvPr/>
        </p:nvSpPr>
        <p:spPr>
          <a:xfrm rot="2417558">
            <a:off x="309775" y="1636515"/>
            <a:ext cx="288032" cy="28803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white"/>
              </a:solidFill>
              <a:latin typeface="Calibri"/>
              <a:sym typeface="Gill Sans" charset="0"/>
            </a:endParaRPr>
          </a:p>
        </p:txBody>
      </p:sp>
      <p:sp>
        <p:nvSpPr>
          <p:cNvPr id="663" name="Isosceles Triangle 662"/>
          <p:cNvSpPr/>
          <p:nvPr/>
        </p:nvSpPr>
        <p:spPr>
          <a:xfrm rot="18617558">
            <a:off x="203600" y="1657641"/>
            <a:ext cx="720080" cy="432048"/>
          </a:xfrm>
          <a:prstGeom prst="triangl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white"/>
              </a:solidFill>
              <a:latin typeface="Calibri"/>
              <a:sym typeface="Gill Sans" charset="0"/>
            </a:endParaRPr>
          </a:p>
        </p:txBody>
      </p:sp>
      <p:sp>
        <p:nvSpPr>
          <p:cNvPr id="665" name="Arc 664"/>
          <p:cNvSpPr/>
          <p:nvPr/>
        </p:nvSpPr>
        <p:spPr>
          <a:xfrm rot="5117558">
            <a:off x="258802" y="1567775"/>
            <a:ext cx="720080" cy="720000"/>
          </a:xfrm>
          <a:prstGeom prst="arc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  <p:sp>
        <p:nvSpPr>
          <p:cNvPr id="666" name="Arc 665"/>
          <p:cNvSpPr/>
          <p:nvPr/>
        </p:nvSpPr>
        <p:spPr>
          <a:xfrm rot="5117558">
            <a:off x="295675" y="1635102"/>
            <a:ext cx="576064" cy="576000"/>
          </a:xfrm>
          <a:prstGeom prst="arc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  <p:sp>
        <p:nvSpPr>
          <p:cNvPr id="669" name="Rectangle 668"/>
          <p:cNvSpPr/>
          <p:nvPr/>
        </p:nvSpPr>
        <p:spPr>
          <a:xfrm rot="7995696">
            <a:off x="5075205" y="1606939"/>
            <a:ext cx="288032" cy="28803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white"/>
              </a:solidFill>
              <a:latin typeface="Calibri"/>
              <a:sym typeface="Gill Sans" charset="0"/>
            </a:endParaRPr>
          </a:p>
        </p:txBody>
      </p:sp>
      <p:sp>
        <p:nvSpPr>
          <p:cNvPr id="671" name="Isosceles Triangle 670"/>
          <p:cNvSpPr/>
          <p:nvPr/>
        </p:nvSpPr>
        <p:spPr>
          <a:xfrm rot="2595696">
            <a:off x="4760482" y="1639808"/>
            <a:ext cx="720080" cy="432048"/>
          </a:xfrm>
          <a:prstGeom prst="triangl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white"/>
              </a:solidFill>
              <a:latin typeface="Calibri"/>
              <a:sym typeface="Gill Sans" charset="0"/>
            </a:endParaRPr>
          </a:p>
        </p:txBody>
      </p:sp>
      <p:sp>
        <p:nvSpPr>
          <p:cNvPr id="673" name="Arc 672"/>
          <p:cNvSpPr/>
          <p:nvPr/>
        </p:nvSpPr>
        <p:spPr>
          <a:xfrm rot="10695696">
            <a:off x="4703586" y="1548158"/>
            <a:ext cx="720080" cy="720000"/>
          </a:xfrm>
          <a:prstGeom prst="arc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  <p:sp>
        <p:nvSpPr>
          <p:cNvPr id="678" name="Arc 677"/>
          <p:cNvSpPr/>
          <p:nvPr/>
        </p:nvSpPr>
        <p:spPr>
          <a:xfrm rot="10695696">
            <a:off x="4782080" y="1585312"/>
            <a:ext cx="576064" cy="576000"/>
          </a:xfrm>
          <a:prstGeom prst="arc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  <p:sp>
        <p:nvSpPr>
          <p:cNvPr id="689" name="Oval 688"/>
          <p:cNvSpPr/>
          <p:nvPr/>
        </p:nvSpPr>
        <p:spPr>
          <a:xfrm>
            <a:off x="2565228" y="3735634"/>
            <a:ext cx="561662" cy="70207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white"/>
              </a:solidFill>
              <a:latin typeface="Calibri"/>
              <a:sym typeface="Gill Sans" charset="0"/>
            </a:endParaRPr>
          </a:p>
        </p:txBody>
      </p:sp>
      <p:sp>
        <p:nvSpPr>
          <p:cNvPr id="692" name="Rectangle 691"/>
          <p:cNvSpPr/>
          <p:nvPr/>
        </p:nvSpPr>
        <p:spPr>
          <a:xfrm>
            <a:off x="3083685" y="4005664"/>
            <a:ext cx="86410" cy="21602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white"/>
              </a:solidFill>
              <a:latin typeface="Calibri"/>
              <a:sym typeface="Gill Sans" charset="0"/>
            </a:endParaRPr>
          </a:p>
        </p:txBody>
      </p:sp>
      <p:sp>
        <p:nvSpPr>
          <p:cNvPr id="693" name="Rectangle 692"/>
          <p:cNvSpPr/>
          <p:nvPr/>
        </p:nvSpPr>
        <p:spPr>
          <a:xfrm>
            <a:off x="2522023" y="4005664"/>
            <a:ext cx="86410" cy="21602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white"/>
              </a:solidFill>
              <a:latin typeface="Calibri"/>
              <a:sym typeface="Gill Sans" charset="0"/>
            </a:endParaRPr>
          </a:p>
        </p:txBody>
      </p:sp>
      <p:sp>
        <p:nvSpPr>
          <p:cNvPr id="694" name="Isosceles Triangle 693"/>
          <p:cNvSpPr/>
          <p:nvPr/>
        </p:nvSpPr>
        <p:spPr>
          <a:xfrm>
            <a:off x="2781252" y="3573616"/>
            <a:ext cx="129614" cy="216024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white"/>
              </a:solidFill>
              <a:latin typeface="Calibri"/>
              <a:sym typeface="Gill Sans" charset="0"/>
            </a:endParaRPr>
          </a:p>
        </p:txBody>
      </p:sp>
      <p:grpSp>
        <p:nvGrpSpPr>
          <p:cNvPr id="6" name="Group 706"/>
          <p:cNvGrpSpPr/>
          <p:nvPr/>
        </p:nvGrpSpPr>
        <p:grpSpPr>
          <a:xfrm>
            <a:off x="2450015" y="3681628"/>
            <a:ext cx="792088" cy="468052"/>
            <a:chOff x="4355976" y="2420888"/>
            <a:chExt cx="720080" cy="360040"/>
          </a:xfrm>
        </p:grpSpPr>
        <p:sp>
          <p:nvSpPr>
            <p:cNvPr id="696" name="Oval 695"/>
            <p:cNvSpPr/>
            <p:nvPr/>
          </p:nvSpPr>
          <p:spPr>
            <a:xfrm>
              <a:off x="4499992" y="2420888"/>
              <a:ext cx="144016" cy="7200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6" fontAlgn="auto">
                <a:spcBef>
                  <a:spcPts val="0"/>
                </a:spcBef>
                <a:spcAft>
                  <a:spcPts val="0"/>
                </a:spcAft>
              </a:pPr>
              <a:endParaRPr lang="en-US" sz="2391" dirty="0">
                <a:solidFill>
                  <a:prstClr val="white"/>
                </a:solidFill>
                <a:latin typeface="Calibri"/>
                <a:sym typeface="Gill Sans" charset="0"/>
              </a:endParaRPr>
            </a:p>
          </p:txBody>
        </p:sp>
        <p:sp>
          <p:nvSpPr>
            <p:cNvPr id="697" name="Oval 696"/>
            <p:cNvSpPr/>
            <p:nvPr/>
          </p:nvSpPr>
          <p:spPr>
            <a:xfrm>
              <a:off x="4788024" y="2420888"/>
              <a:ext cx="144016" cy="7200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6" fontAlgn="auto">
                <a:spcBef>
                  <a:spcPts val="0"/>
                </a:spcBef>
                <a:spcAft>
                  <a:spcPts val="0"/>
                </a:spcAft>
              </a:pPr>
              <a:endParaRPr lang="en-US" sz="2391" dirty="0">
                <a:solidFill>
                  <a:prstClr val="white"/>
                </a:solidFill>
                <a:latin typeface="Calibri"/>
                <a:sym typeface="Gill Sans" charset="0"/>
              </a:endParaRPr>
            </a:p>
          </p:txBody>
        </p:sp>
        <p:cxnSp>
          <p:nvCxnSpPr>
            <p:cNvPr id="699" name="Straight Connector 698"/>
            <p:cNvCxnSpPr>
              <a:stCxn id="696" idx="7"/>
              <a:endCxn id="697" idx="1"/>
            </p:cNvCxnSpPr>
            <p:nvPr/>
          </p:nvCxnSpPr>
          <p:spPr>
            <a:xfrm>
              <a:off x="4622917" y="2431433"/>
              <a:ext cx="186198" cy="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700"/>
            <p:cNvCxnSpPr>
              <a:stCxn id="696" idx="1"/>
            </p:cNvCxnSpPr>
            <p:nvPr/>
          </p:nvCxnSpPr>
          <p:spPr>
            <a:xfrm flipH="1">
              <a:off x="4499992" y="2431433"/>
              <a:ext cx="21091" cy="2774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/>
            <p:cNvCxnSpPr>
              <a:stCxn id="697" idx="5"/>
            </p:cNvCxnSpPr>
            <p:nvPr/>
          </p:nvCxnSpPr>
          <p:spPr>
            <a:xfrm>
              <a:off x="4910949" y="2482351"/>
              <a:ext cx="21091" cy="22656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4" name="Arc 703"/>
            <p:cNvSpPr/>
            <p:nvPr/>
          </p:nvSpPr>
          <p:spPr>
            <a:xfrm flipH="1" flipV="1">
              <a:off x="4932040" y="2564904"/>
              <a:ext cx="144016" cy="216024"/>
            </a:xfrm>
            <a:prstGeom prst="arc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06" fontAlgn="auto">
                <a:spcBef>
                  <a:spcPts val="0"/>
                </a:spcBef>
                <a:spcAft>
                  <a:spcPts val="0"/>
                </a:spcAft>
              </a:pPr>
              <a:endParaRPr lang="en-US" sz="2391" dirty="0">
                <a:solidFill>
                  <a:prstClr val="black"/>
                </a:solidFill>
                <a:latin typeface="Calibri"/>
                <a:sym typeface="Gill Sans" charset="0"/>
              </a:endParaRPr>
            </a:p>
          </p:txBody>
        </p:sp>
        <p:sp>
          <p:nvSpPr>
            <p:cNvPr id="705" name="Arc 704"/>
            <p:cNvSpPr/>
            <p:nvPr/>
          </p:nvSpPr>
          <p:spPr>
            <a:xfrm flipV="1">
              <a:off x="4355976" y="2564904"/>
              <a:ext cx="144016" cy="216024"/>
            </a:xfrm>
            <a:prstGeom prst="arc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306" fontAlgn="auto">
                <a:spcBef>
                  <a:spcPts val="0"/>
                </a:spcBef>
                <a:spcAft>
                  <a:spcPts val="0"/>
                </a:spcAft>
              </a:pPr>
              <a:endParaRPr lang="en-US" sz="2391" dirty="0">
                <a:solidFill>
                  <a:prstClr val="black"/>
                </a:solidFill>
                <a:latin typeface="Calibri"/>
                <a:sym typeface="Gill Sans" charset="0"/>
              </a:endParaRPr>
            </a:p>
          </p:txBody>
        </p:sp>
      </p:grpSp>
      <p:cxnSp>
        <p:nvCxnSpPr>
          <p:cNvPr id="709" name="Straight Connector 708"/>
          <p:cNvCxnSpPr>
            <a:endCxn id="694" idx="0"/>
          </p:cNvCxnSpPr>
          <p:nvPr/>
        </p:nvCxnSpPr>
        <p:spPr>
          <a:xfrm flipH="1">
            <a:off x="2846059" y="981328"/>
            <a:ext cx="0" cy="2592288"/>
          </a:xfrm>
          <a:prstGeom prst="line">
            <a:avLst/>
          </a:prstGeom>
          <a:ln w="3175">
            <a:solidFill>
              <a:schemeClr val="tx1"/>
            </a:solidFill>
            <a:headEnd type="arrow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711"/>
          <p:cNvCxnSpPr>
            <a:cxnSpLocks/>
            <a:stCxn id="661" idx="1"/>
          </p:cNvCxnSpPr>
          <p:nvPr/>
        </p:nvCxnSpPr>
        <p:spPr>
          <a:xfrm>
            <a:off x="950827" y="2204188"/>
            <a:ext cx="1859228" cy="1873484"/>
          </a:xfrm>
          <a:prstGeom prst="line">
            <a:avLst/>
          </a:prstGeom>
          <a:ln>
            <a:solidFill>
              <a:srgbClr val="7030A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/>
          <p:cNvCxnSpPr>
            <a:cxnSpLocks/>
            <a:endCxn id="661" idx="7"/>
          </p:cNvCxnSpPr>
          <p:nvPr/>
        </p:nvCxnSpPr>
        <p:spPr>
          <a:xfrm flipV="1">
            <a:off x="2810055" y="2204188"/>
            <a:ext cx="1959148" cy="195606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80588" y="2003671"/>
            <a:ext cx="389850" cy="4602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06" fontAlgn="auto">
              <a:spcBef>
                <a:spcPts val="0"/>
              </a:spcBef>
              <a:spcAft>
                <a:spcPts val="0"/>
              </a:spcAft>
            </a:pPr>
            <a:r>
              <a:rPr lang="en-GB" sz="2391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Gill Sans" charset="0"/>
              </a:rPr>
              <a:t>L</a:t>
            </a:r>
            <a:endParaRPr lang="en-US" sz="2391" b="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  <p:sp>
        <p:nvSpPr>
          <p:cNvPr id="40" name="Arc 39"/>
          <p:cNvSpPr/>
          <p:nvPr/>
        </p:nvSpPr>
        <p:spPr>
          <a:xfrm rot="16200000">
            <a:off x="1187623" y="2383229"/>
            <a:ext cx="3426811" cy="3426811"/>
          </a:xfrm>
          <a:prstGeom prst="arc">
            <a:avLst>
              <a:gd name="adj1" fmla="val 20241389"/>
              <a:gd name="adj2" fmla="val 21444332"/>
            </a:avLst>
          </a:prstGeom>
          <a:ln>
            <a:solidFill>
              <a:srgbClr val="7030A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  <p:sp>
        <p:nvSpPr>
          <p:cNvPr id="41" name="Arc 40"/>
          <p:cNvSpPr/>
          <p:nvPr/>
        </p:nvSpPr>
        <p:spPr>
          <a:xfrm rot="16200000">
            <a:off x="1944552" y="3140157"/>
            <a:ext cx="1686878" cy="1686878"/>
          </a:xfrm>
          <a:prstGeom prst="arc">
            <a:avLst>
              <a:gd name="adj1" fmla="val 265949"/>
              <a:gd name="adj2" fmla="val 3270238"/>
            </a:avLst>
          </a:prstGeom>
          <a:ln>
            <a:solidFill>
              <a:srgbClr val="7030A0"/>
            </a:solidFill>
            <a:headEnd type="none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306" fontAlgn="auto">
              <a:spcBef>
                <a:spcPts val="0"/>
              </a:spcBef>
              <a:spcAft>
                <a:spcPts val="0"/>
              </a:spcAft>
            </a:pPr>
            <a:endParaRPr lang="en-US" sz="239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1873951" y="1629400"/>
            <a:ext cx="1008112" cy="244827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01042" y="1996938"/>
            <a:ext cx="344966" cy="4602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06" fontAlgn="auto">
              <a:spcBef>
                <a:spcPts val="0"/>
              </a:spcBef>
              <a:spcAft>
                <a:spcPts val="0"/>
              </a:spcAft>
            </a:pPr>
            <a:r>
              <a:rPr lang="en-GB" sz="2391" i="1" dirty="0">
                <a:solidFill>
                  <a:prstClr val="black"/>
                </a:solidFill>
                <a:latin typeface="Symbol" pitchFamily="18" charset="2"/>
                <a:sym typeface="Gill Sans" charset="0"/>
              </a:rPr>
              <a:t>f</a:t>
            </a:r>
            <a:endParaRPr lang="en-US" sz="2391" i="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08554" y="1960596"/>
            <a:ext cx="405880" cy="4602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06" fontAlgn="auto">
              <a:spcBef>
                <a:spcPts val="0"/>
              </a:spcBef>
              <a:spcAft>
                <a:spcPts val="0"/>
              </a:spcAft>
            </a:pPr>
            <a:r>
              <a:rPr lang="en-GB" sz="2391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Gill Sans" charset="0"/>
              </a:rPr>
              <a:t>R</a:t>
            </a:r>
            <a:endParaRPr lang="en-US" sz="2391" b="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57927" y="1629400"/>
            <a:ext cx="303288" cy="4602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06" fontAlgn="auto">
              <a:spcBef>
                <a:spcPts val="0"/>
              </a:spcBef>
              <a:spcAft>
                <a:spcPts val="0"/>
              </a:spcAft>
            </a:pPr>
            <a:r>
              <a:rPr lang="en-GB" sz="2391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Gill Sans" charset="0"/>
              </a:rPr>
              <a:t>s</a:t>
            </a:r>
            <a:endParaRPr lang="en-US" sz="2391" b="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  <p:cxnSp>
        <p:nvCxnSpPr>
          <p:cNvPr id="42" name="Straight Connector 41"/>
          <p:cNvCxnSpPr>
            <a:cxnSpLocks/>
          </p:cNvCxnSpPr>
          <p:nvPr/>
        </p:nvCxnSpPr>
        <p:spPr>
          <a:xfrm flipH="1">
            <a:off x="2882063" y="4077672"/>
            <a:ext cx="2986081" cy="0"/>
          </a:xfrm>
          <a:prstGeom prst="line">
            <a:avLst/>
          </a:prstGeom>
          <a:ln w="3175">
            <a:solidFill>
              <a:schemeClr val="tx1"/>
            </a:solidFill>
            <a:headEnd type="arrow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54071" y="909320"/>
            <a:ext cx="726481" cy="373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06" fontAlgn="auto">
              <a:spcBef>
                <a:spcPts val="0"/>
              </a:spcBef>
              <a:spcAft>
                <a:spcPts val="0"/>
              </a:spcAft>
            </a:pPr>
            <a:r>
              <a:rPr lang="en-GB" sz="1828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Gill Sans" charset="0"/>
              </a:rPr>
              <a:t>x </a:t>
            </a:r>
            <a:r>
              <a:rPr lang="en-GB" sz="1828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Gill Sans" charset="0"/>
              </a:rPr>
              <a:t>axis</a:t>
            </a:r>
            <a:endParaRPr lang="en-US" sz="1828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  <a:sym typeface="Gill Sans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560015" y="4096634"/>
            <a:ext cx="726481" cy="373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06" fontAlgn="auto">
              <a:spcBef>
                <a:spcPts val="0"/>
              </a:spcBef>
              <a:spcAft>
                <a:spcPts val="0"/>
              </a:spcAft>
            </a:pPr>
            <a:r>
              <a:rPr lang="en-GB" sz="1828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Gill Sans" charset="0"/>
              </a:rPr>
              <a:t>y </a:t>
            </a:r>
            <a:r>
              <a:rPr lang="en-GB" sz="1828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Gill Sans" charset="0"/>
              </a:rPr>
              <a:t>axis</a:t>
            </a:r>
            <a:endParaRPr lang="en-US" sz="1828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  <a:sym typeface="Gill Sans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8637F6-7CBE-437E-9D5C-7EE50E3B006A}"/>
              </a:ext>
            </a:extLst>
          </p:cNvPr>
          <p:cNvSpPr txBox="1"/>
          <p:nvPr/>
        </p:nvSpPr>
        <p:spPr>
          <a:xfrm>
            <a:off x="3072085" y="2844816"/>
            <a:ext cx="604653" cy="4602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06" fontAlgn="auto">
              <a:spcBef>
                <a:spcPts val="0"/>
              </a:spcBef>
              <a:spcAft>
                <a:spcPts val="0"/>
              </a:spcAft>
            </a:pPr>
            <a:r>
              <a:rPr lang="en-GB" sz="2391" dirty="0">
                <a:solidFill>
                  <a:prstClr val="black"/>
                </a:solidFill>
                <a:latin typeface="Symbol" pitchFamily="18" charset="2"/>
                <a:sym typeface="Gill Sans" charset="0"/>
              </a:rPr>
              <a:t>45</a:t>
            </a:r>
            <a:r>
              <a:rPr lang="en-GB" sz="2391" baseline="30000" dirty="0">
                <a:solidFill>
                  <a:prstClr val="black"/>
                </a:solidFill>
                <a:latin typeface="Symbol" pitchFamily="18" charset="2"/>
                <a:sym typeface="Gill Sans" charset="0"/>
              </a:rPr>
              <a:t>o</a:t>
            </a:r>
            <a:endParaRPr lang="en-US" sz="2391" dirty="0">
              <a:solidFill>
                <a:prstClr val="black"/>
              </a:solidFill>
              <a:latin typeface="Calibri"/>
              <a:sym typeface="Gill San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StereoPannerNode</a:t>
            </a:r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604" y="790747"/>
            <a:ext cx="9018396" cy="4752528"/>
          </a:xfrm>
        </p:spPr>
        <p:txBody>
          <a:bodyPr/>
          <a:lstStyle/>
          <a:p>
            <a:pPr marL="265072" indent="-173011">
              <a:spcAft>
                <a:spcPts val="300"/>
              </a:spcAft>
            </a:pPr>
            <a:r>
              <a:rPr lang="en-US" sz="2400" dirty="0"/>
              <a:t>Stereo panning is implemented with </a:t>
            </a:r>
            <a:r>
              <a:rPr lang="en-US" sz="2400" dirty="0" err="1">
                <a:solidFill>
                  <a:srgbClr val="0000FF"/>
                </a:solidFill>
              </a:rPr>
              <a:t>StereoPannerNode</a:t>
            </a:r>
            <a:endParaRPr lang="en-US" sz="2400" dirty="0"/>
          </a:p>
          <a:p>
            <a:pPr marL="492049" lvl="1" indent="0">
              <a:spcAft>
                <a:spcPts val="300"/>
              </a:spcAft>
              <a:buNone/>
            </a:pPr>
            <a:r>
              <a:rPr lang="en-US" sz="2000" dirty="0">
                <a:latin typeface="Consolas" panose="020B0609020204030204" pitchFamily="49" charset="0"/>
              </a:rPr>
              <a:t>var </a:t>
            </a:r>
            <a:r>
              <a:rPr lang="en-US" sz="2000" dirty="0" err="1">
                <a:latin typeface="Consolas" panose="020B0609020204030204" pitchFamily="49" charset="0"/>
              </a:rPr>
              <a:t>panNode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context.StereoPanner</a:t>
            </a:r>
            <a:r>
              <a:rPr lang="en-US" sz="2000" dirty="0">
                <a:latin typeface="Consolas" panose="020B0609020204030204" pitchFamily="49" charset="0"/>
              </a:rPr>
              <a:t>(); </a:t>
            </a:r>
          </a:p>
          <a:p>
            <a:pPr marL="492049" lvl="1" indent="0">
              <a:spcAft>
                <a:spcPts val="300"/>
              </a:spcAft>
              <a:buNone/>
            </a:pPr>
            <a:r>
              <a:rPr lang="fi-FI" sz="2000" dirty="0">
                <a:latin typeface="Consolas" panose="020B0609020204030204" pitchFamily="49" charset="0"/>
              </a:rPr>
              <a:t>panNode.pan.value = 1;</a:t>
            </a:r>
            <a:endParaRPr lang="en-US" sz="2000" dirty="0">
              <a:latin typeface="Consolas" panose="020B0609020204030204" pitchFamily="49" charset="0"/>
            </a:endParaRPr>
          </a:p>
          <a:p>
            <a:pPr marL="492049" lvl="1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FF0000"/>
                </a:solidFill>
              </a:rPr>
              <a:t>			</a:t>
            </a:r>
            <a:r>
              <a:rPr lang="en-US" sz="2000" i="1" dirty="0">
                <a:solidFill>
                  <a:srgbClr val="FF0000"/>
                </a:solidFill>
              </a:rPr>
              <a:t>or</a:t>
            </a:r>
          </a:p>
          <a:p>
            <a:pPr marL="492049" lvl="1" indent="0">
              <a:spcAft>
                <a:spcPts val="300"/>
              </a:spcAft>
              <a:buNone/>
            </a:pPr>
            <a:r>
              <a:rPr lang="en-US" sz="2000" dirty="0">
                <a:latin typeface="Consolas" panose="020B0609020204030204" pitchFamily="49" charset="0"/>
              </a:rPr>
              <a:t>var </a:t>
            </a:r>
            <a:r>
              <a:rPr lang="en-US" sz="2000" dirty="0" err="1">
                <a:latin typeface="Consolas" panose="020B0609020204030204" pitchFamily="49" charset="0"/>
              </a:rPr>
              <a:t>panNode</a:t>
            </a:r>
            <a:r>
              <a:rPr lang="en-US" sz="2000" dirty="0">
                <a:latin typeface="Consolas" panose="020B0609020204030204" pitchFamily="49" charset="0"/>
              </a:rPr>
              <a:t> = new </a:t>
            </a:r>
            <a:r>
              <a:rPr lang="en-US" sz="2000" dirty="0" err="1">
                <a:latin typeface="Consolas" panose="020B0609020204030204" pitchFamily="49" charset="0"/>
              </a:rPr>
              <a:t>StereoPannerNode</a:t>
            </a:r>
            <a:r>
              <a:rPr lang="en-US" sz="2000" dirty="0">
                <a:latin typeface="Consolas" panose="020B0609020204030204" pitchFamily="49" charset="0"/>
              </a:rPr>
              <a:t>(context,{pan:1}); </a:t>
            </a:r>
          </a:p>
          <a:p>
            <a:pPr marL="492049" lvl="1" indent="0">
              <a:spcAft>
                <a:spcPts val="300"/>
              </a:spcAft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265072" indent="-173011">
              <a:spcAft>
                <a:spcPts val="300"/>
              </a:spcAft>
              <a:buClr>
                <a:srgbClr val="0000FF"/>
              </a:buClr>
            </a:pPr>
            <a:r>
              <a:rPr lang="en-US" sz="2400"/>
              <a:t>Input </a:t>
            </a:r>
            <a:r>
              <a:rPr lang="en-US" sz="2400" dirty="0"/>
              <a:t>is one or two channels</a:t>
            </a:r>
          </a:p>
          <a:p>
            <a:pPr marL="665060" lvl="1" indent="-173011">
              <a:spcAft>
                <a:spcPts val="300"/>
              </a:spcAft>
              <a:buClr>
                <a:srgbClr val="0000FF"/>
              </a:buClr>
            </a:pPr>
            <a:r>
              <a:rPr lang="en-US" sz="2000" dirty="0"/>
              <a:t>Downmixed if more than two channels</a:t>
            </a:r>
          </a:p>
          <a:p>
            <a:pPr marL="265072" indent="-173011">
              <a:spcAft>
                <a:spcPts val="300"/>
              </a:spcAft>
              <a:buClr>
                <a:srgbClr val="0000FF"/>
              </a:buClr>
            </a:pPr>
            <a:r>
              <a:rPr lang="en-US" sz="2400" dirty="0"/>
              <a:t>Output is always two channels</a:t>
            </a:r>
          </a:p>
          <a:p>
            <a:pPr marL="265072" indent="-173011">
              <a:spcAft>
                <a:spcPts val="300"/>
              </a:spcAft>
              <a:buClr>
                <a:srgbClr val="0000FF"/>
              </a:buClr>
            </a:pPr>
            <a:r>
              <a:rPr lang="en-US" sz="2400" dirty="0"/>
              <a:t>Pan parameter ranges from -1 (pan full to the left) to +1 (pan full to the right)</a:t>
            </a:r>
          </a:p>
          <a:p>
            <a:pPr marL="265072" indent="-173011">
              <a:spcAft>
                <a:spcPts val="300"/>
              </a:spcAft>
              <a:buClr>
                <a:srgbClr val="0000FF"/>
              </a:buClr>
            </a:pPr>
            <a:r>
              <a:rPr lang="en-US" sz="2400" dirty="0"/>
              <a:t>Pan of 0 leaves the audio unchanged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76CEC8C-FBCB-442E-8FDC-B89F14CAD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070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Panning with mono input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25604" y="790747"/>
                <a:ext cx="9018396" cy="4752528"/>
              </a:xfrm>
            </p:spPr>
            <p:txBody>
              <a:bodyPr/>
              <a:lstStyle/>
              <a:p>
                <a:pPr marL="265072" indent="-173011">
                  <a:spcBef>
                    <a:spcPts val="600"/>
                  </a:spcBef>
                  <a:spcAft>
                    <a:spcPts val="400"/>
                  </a:spcAft>
                </a:pP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+mj-lt"/>
                    <a:ea typeface="Times New Roman" panose="02020603050405020304" pitchFamily="18" charset="0"/>
                  </a:rPr>
                  <a:t>panning position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</a:p>
              <a:p>
                <a:pPr marL="265072" indent="-173011">
                  <a:spcBef>
                    <a:spcPts val="600"/>
                  </a:spcBef>
                  <a:spcAft>
                    <a:spcPts val="400"/>
                  </a:spcAft>
                </a:pP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+mj-lt"/>
                    <a:ea typeface="Times New Roman" panose="02020603050405020304" pitchFamily="18" charset="0"/>
                  </a:rPr>
                  <a:t>input for single channel source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endParaRPr lang="en-US" sz="2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65072" indent="-173011">
                  <a:spcBef>
                    <a:spcPts val="600"/>
                  </a:spcBef>
                  <a:spcAft>
                    <a:spcPts val="400"/>
                  </a:spcAft>
                </a:pP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US" sz="2400" i="1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+mj-lt"/>
                    <a:ea typeface="Times New Roman" panose="02020603050405020304" pitchFamily="18" charset="0"/>
                  </a:rPr>
                  <a:t>left channel output</a:t>
                </a:r>
                <a:endParaRPr lang="en-US" sz="2400" i="1" dirty="0">
                  <a:effectLst/>
                  <a:latin typeface="+mj-lt"/>
                  <a:ea typeface="Times New Roman" panose="02020603050405020304" pitchFamily="18" charset="0"/>
                </a:endParaRPr>
              </a:p>
              <a:p>
                <a:pPr marL="265072" indent="-173011">
                  <a:spcBef>
                    <a:spcPts val="600"/>
                  </a:spcBef>
                  <a:spcAft>
                    <a:spcPts val="400"/>
                  </a:spcAft>
                </a:pPr>
                <a:r>
                  <a:rPr lang="en-US" sz="2400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US" sz="2400" i="1" baseline="-25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+mj-lt"/>
                    <a:ea typeface="Times New Roman" panose="02020603050405020304" pitchFamily="18" charset="0"/>
                  </a:rPr>
                  <a:t>right channel output</a:t>
                </a:r>
                <a:endParaRPr lang="en-US" sz="2400" dirty="0">
                  <a:latin typeface="+mj-lt"/>
                </a:endParaRPr>
              </a:p>
              <a:p>
                <a:pPr marL="492049" lvl="1" indent="0">
                  <a:spcAft>
                    <a:spcPts val="300"/>
                  </a:spcAft>
                  <a:buNone/>
                </a:pPr>
                <a:endParaRPr lang="en-US" sz="2000" dirty="0">
                  <a:latin typeface="Consolas" panose="020B0609020204030204" pitchFamily="49" charset="0"/>
                </a:endParaRPr>
              </a:p>
              <a:p>
                <a:pPr marL="492049" lvl="1" indent="0">
                  <a:spcAft>
                    <a:spcPts val="300"/>
                  </a:spcAft>
                  <a:buNone/>
                </a:pPr>
                <a:endParaRPr lang="en-US" sz="2000" dirty="0">
                  <a:latin typeface="Consolas" panose="020B0609020204030204" pitchFamily="49" charset="0"/>
                </a:endParaRPr>
              </a:p>
              <a:p>
                <a:pPr marL="265072" indent="-173011">
                  <a:spcAft>
                    <a:spcPts val="300"/>
                  </a:spcAft>
                  <a:buClr>
                    <a:srgbClr val="0000FF"/>
                  </a:buClr>
                </a:pPr>
                <a:endParaRPr lang="en-US" sz="2400" dirty="0"/>
              </a:p>
              <a:p>
                <a:pPr marL="265072" indent="-173011">
                  <a:spcAft>
                    <a:spcPts val="300"/>
                  </a:spcAft>
                  <a:buClr>
                    <a:srgbClr val="0000FF"/>
                  </a:buClr>
                </a:pPr>
                <a:r>
                  <a:rPr lang="en-US" sz="2400" dirty="0"/>
                  <a:t>Power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)/2</m:t>
                    </m:r>
                  </m:oMath>
                </a14:m>
                <a:r>
                  <a:rPr lang="en-US" sz="2400" dirty="0"/>
                  <a:t> is constant and preserved</a:t>
                </a:r>
              </a:p>
            </p:txBody>
          </p:sp>
        </mc:Choice>
        <mc:Fallback xmlns="">
          <p:sp>
            <p:nvSpPr>
              <p:cNvPr id="430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5604" y="790747"/>
                <a:ext cx="9018396" cy="4752528"/>
              </a:xfrm>
              <a:blipFill>
                <a:blip r:embed="rId3"/>
                <a:stretch>
                  <a:fillRect t="-10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576CEC8C-FBCB-442E-8FDC-B89F14CAD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A0E2DE3-5B23-4E1E-9B1D-285F23513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0933" y="2834554"/>
            <a:ext cx="3102131" cy="9848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en-US" sz="2800" b="0" i="1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cos((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+1)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cs typeface="Courier New" panose="02070309020205020404" pitchFamily="49" charset="0"/>
              </a:rPr>
              <a:t>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en-US" sz="2800" b="0" i="1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sin((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+1)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cs typeface="Courier New" panose="02070309020205020404" pitchFamily="49" charset="0"/>
              </a:rPr>
              <a:t>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r>
              <a:rPr kumimoji="0" lang="en-GB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GB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6">
                <a:extLst>
                  <a:ext uri="{FF2B5EF4-FFF2-40B4-BE49-F238E27FC236}">
                    <a16:creationId xmlns:a16="http://schemas.microsoft.com/office/drawing/2014/main" id="{D88725F0-7083-4319-9B2E-B7661DB47D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1958584"/>
                  </p:ext>
                </p:extLst>
              </p:nvPr>
            </p:nvGraphicFramePr>
            <p:xfrm>
              <a:off x="611558" y="4797152"/>
              <a:ext cx="7920880" cy="17068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951">
                      <a:extLst>
                        <a:ext uri="{9D8B030D-6E8A-4147-A177-3AD203B41FA5}">
                          <a16:colId xmlns:a16="http://schemas.microsoft.com/office/drawing/2014/main" val="3714225987"/>
                        </a:ext>
                      </a:extLst>
                    </a:gridCol>
                    <a:gridCol w="2090377">
                      <a:extLst>
                        <a:ext uri="{9D8B030D-6E8A-4147-A177-3AD203B41FA5}">
                          <a16:colId xmlns:a16="http://schemas.microsoft.com/office/drawing/2014/main" val="2312364184"/>
                        </a:ext>
                      </a:extLst>
                    </a:gridCol>
                    <a:gridCol w="2225982">
                      <a:extLst>
                        <a:ext uri="{9D8B030D-6E8A-4147-A177-3AD203B41FA5}">
                          <a16:colId xmlns:a16="http://schemas.microsoft.com/office/drawing/2014/main" val="741687847"/>
                        </a:ext>
                      </a:extLst>
                    </a:gridCol>
                    <a:gridCol w="2742570">
                      <a:extLst>
                        <a:ext uri="{9D8B030D-6E8A-4147-A177-3AD203B41FA5}">
                          <a16:colId xmlns:a16="http://schemas.microsoft.com/office/drawing/2014/main" val="199980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sz="2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2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kumimoji="0" lang="en-US" altLang="en-US" sz="2200" b="1" i="1" u="none" strike="noStrike" cap="none" normalizeH="0" baseline="-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en-GB" sz="2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200" b="1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kumimoji="0" lang="en-US" altLang="en-US" sz="2200" b="1" i="1" u="none" strike="noStrike" cap="none" normalizeH="0" baseline="-30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en-GB" sz="2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200" b="1" dirty="0">
                              <a:solidFill>
                                <a:schemeClr val="bg1"/>
                              </a:solidFill>
                            </a:rPr>
                            <a:t>Power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3113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2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GB" sz="2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cos(0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/4)=</a:t>
                          </a:r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endParaRPr lang="en-GB" sz="2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sin(0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</a:t>
                          </a:r>
                          <a:r>
                            <a:rPr kumimoji="0" lang="en-GB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r>
                            <a:rPr kumimoji="0" lang="en-GB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=0</a:t>
                          </a:r>
                          <a:endParaRPr lang="en-US" sz="22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200" b="0" i="1" baseline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GB" sz="2200" b="0" i="1" baseline="30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GB" sz="2200" b="0" i="1" baseline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en-US" sz="22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314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0" lang="en-US" sz="22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kumimoji="0" lang="en-US" sz="22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=0</a:t>
                          </a:r>
                          <a:endParaRPr lang="en-GB" sz="2200" b="1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cos(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/4)=</a:t>
                          </a:r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/</a:t>
                          </a:r>
                          <a:r>
                            <a:rPr lang="en-GB" sz="22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√2</a:t>
                          </a:r>
                          <a:endParaRPr lang="en-GB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sin(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/4)=</a:t>
                          </a:r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/</a:t>
                          </a:r>
                          <a:r>
                            <a:rPr lang="en-GB" sz="22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√2</a:t>
                          </a:r>
                          <a:endParaRPr lang="en-GB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200" b="0" i="1" baseline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GB" sz="2200" b="0" i="1" baseline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2200" b="0" i="1" baseline="30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2200" b="0" i="1" baseline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/2</m:t>
                              </m:r>
                            </m:oMath>
                          </a14:m>
                          <a:r>
                            <a:rPr lang="en-US" sz="22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</a:t>
                          </a:r>
                          <a14:m>
                            <m:oMath xmlns:m="http://schemas.openxmlformats.org/officeDocument/2006/math">
                              <m:r>
                                <a:rPr lang="en-GB" sz="2200" b="0" i="1" baseline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2200" b="0" i="1" baseline="30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2200" b="0" i="1" baseline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/2</m:t>
                              </m:r>
                            </m:oMath>
                          </a14:m>
                          <a:r>
                            <a:rPr lang="en-US" sz="22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)/2=</a:t>
                          </a:r>
                          <a14:m>
                            <m:oMath xmlns:m="http://schemas.openxmlformats.org/officeDocument/2006/math">
                              <m:r>
                                <a:rPr lang="en-GB" sz="2200" b="0" i="1" baseline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2200" b="0" i="1" baseline="30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2200" b="0" i="1" baseline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/2</m:t>
                              </m:r>
                            </m:oMath>
                          </a14:m>
                          <a:endParaRPr lang="en-US" sz="22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80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2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GB" sz="2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en-US" sz="22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cos(2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/4)=0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en-US" sz="22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sin(2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/4)=</a:t>
                          </a:r>
                          <a:r>
                            <a:rPr kumimoji="0" lang="en-US" altLang="en-US" sz="22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GB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+mn-lt"/>
                            </a:rPr>
                            <a:t> </a:t>
                          </a:r>
                          <a:endParaRPr lang="en-GB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200" b="0" i="1" baseline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GB" sz="2200" b="0" i="1" baseline="30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GB" sz="2200" b="0" i="1" baseline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en-US" sz="22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3922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6">
                <a:extLst>
                  <a:ext uri="{FF2B5EF4-FFF2-40B4-BE49-F238E27FC236}">
                    <a16:creationId xmlns:a16="http://schemas.microsoft.com/office/drawing/2014/main" id="{D88725F0-7083-4319-9B2E-B7661DB47D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1958584"/>
                  </p:ext>
                </p:extLst>
              </p:nvPr>
            </p:nvGraphicFramePr>
            <p:xfrm>
              <a:off x="611558" y="4797152"/>
              <a:ext cx="7920880" cy="170688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61951">
                      <a:extLst>
                        <a:ext uri="{9D8B030D-6E8A-4147-A177-3AD203B41FA5}">
                          <a16:colId xmlns:a16="http://schemas.microsoft.com/office/drawing/2014/main" val="3714225987"/>
                        </a:ext>
                      </a:extLst>
                    </a:gridCol>
                    <a:gridCol w="2090377">
                      <a:extLst>
                        <a:ext uri="{9D8B030D-6E8A-4147-A177-3AD203B41FA5}">
                          <a16:colId xmlns:a16="http://schemas.microsoft.com/office/drawing/2014/main" val="2312364184"/>
                        </a:ext>
                      </a:extLst>
                    </a:gridCol>
                    <a:gridCol w="2225982">
                      <a:extLst>
                        <a:ext uri="{9D8B030D-6E8A-4147-A177-3AD203B41FA5}">
                          <a16:colId xmlns:a16="http://schemas.microsoft.com/office/drawing/2014/main" val="741687847"/>
                        </a:ext>
                      </a:extLst>
                    </a:gridCol>
                    <a:gridCol w="2742570">
                      <a:extLst>
                        <a:ext uri="{9D8B030D-6E8A-4147-A177-3AD203B41FA5}">
                          <a16:colId xmlns:a16="http://schemas.microsoft.com/office/drawing/2014/main" val="199980826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endParaRPr lang="en-GB" sz="2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2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kumimoji="0" lang="en-US" altLang="en-US" sz="2200" b="1" i="1" u="none" strike="noStrike" cap="none" normalizeH="0" baseline="-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en-GB" sz="2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200" b="1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kumimoji="0" lang="en-US" altLang="en-US" sz="2200" b="1" i="1" u="none" strike="noStrike" cap="none" normalizeH="0" baseline="-30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en-GB" sz="2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200" b="1" dirty="0">
                              <a:solidFill>
                                <a:schemeClr val="bg1"/>
                              </a:solidFill>
                            </a:rPr>
                            <a:t>Power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31137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GB" sz="22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GB" sz="2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cos(0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/4)=</a:t>
                          </a:r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endParaRPr lang="en-GB" sz="2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sin(0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</a:t>
                          </a:r>
                          <a:r>
                            <a:rPr kumimoji="0" lang="en-GB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r>
                            <a:rPr kumimoji="0" lang="en-GB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=0</a:t>
                          </a:r>
                          <a:endParaRPr lang="en-US" sz="22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9111" t="-107042" r="-889" b="-2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31437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kumimoji="0" lang="en-US" sz="22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kumimoji="0" lang="en-US" sz="22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=0</a:t>
                          </a:r>
                          <a:endParaRPr lang="en-GB" sz="2200" b="1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cos(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/4)=</a:t>
                          </a:r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/</a:t>
                          </a:r>
                          <a:r>
                            <a:rPr lang="en-GB" sz="22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√2</a:t>
                          </a:r>
                          <a:endParaRPr lang="en-GB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sin(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/4)=</a:t>
                          </a:r>
                          <a:r>
                            <a:rPr kumimoji="0" lang="en-US" altLang="en-US" sz="22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lang="en-GB" sz="22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/</a:t>
                          </a:r>
                          <a:r>
                            <a:rPr lang="en-GB" sz="22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√2</a:t>
                          </a:r>
                          <a:endParaRPr lang="en-GB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9111" t="-210000" r="-889" b="-1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0378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GB" sz="22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GB" sz="22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en-US" sz="22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cos(2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/4)=0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en-US" sz="22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sin(2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Courier New" panose="02070309020205020404" pitchFamily="49" charset="0"/>
                            </a:rPr>
                            <a:t>p</a:t>
                          </a:r>
                          <a:r>
                            <a:rPr kumimoji="0" lang="en-US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/4)=</a:t>
                          </a:r>
                          <a:r>
                            <a:rPr kumimoji="0" lang="en-US" altLang="en-US" sz="22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r>
                            <a:rPr kumimoji="0" lang="en-GB" altLang="en-US" sz="22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+mn-lt"/>
                            </a:rPr>
                            <a:t> </a:t>
                          </a:r>
                          <a:endParaRPr lang="en-GB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89111" t="-310000" r="-889" b="-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93922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855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Panning with stereo input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790747"/>
                <a:ext cx="9144000" cy="4752528"/>
              </a:xfrm>
            </p:spPr>
            <p:txBody>
              <a:bodyPr/>
              <a:lstStyle/>
              <a:p>
                <a:pPr marL="265072" indent="-173011">
                  <a:spcBef>
                    <a:spcPts val="600"/>
                  </a:spcBef>
                  <a:spcAft>
                    <a:spcPts val="400"/>
                  </a:spcAft>
                </a:pP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+mj-lt"/>
                    <a:ea typeface="Times New Roman" panose="02020603050405020304" pitchFamily="18" charset="0"/>
                  </a:rPr>
                  <a:t>panning position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</a:p>
              <a:p>
                <a:pPr marL="265072" indent="-173011">
                  <a:spcBef>
                    <a:spcPts val="600"/>
                  </a:spcBef>
                  <a:spcAft>
                    <a:spcPts val="400"/>
                  </a:spcAft>
                </a:pP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en-US" sz="2400" i="1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+mj-lt"/>
                    <a:ea typeface="Times New Roman" panose="02020603050405020304" pitchFamily="18" charset="0"/>
                  </a:rPr>
                  <a:t>and </a:t>
                </a:r>
                <a:r>
                  <a:rPr lang="en-US" sz="2400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:r>
                  <a:rPr lang="en-US" sz="2400" i="1" baseline="-25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+mj-lt"/>
                    <a:ea typeface="Times New Roman" panose="02020603050405020304" pitchFamily="18" charset="0"/>
                  </a:rPr>
                  <a:t>for left and right input channels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sz="2400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65072" indent="-173011">
                  <a:spcBef>
                    <a:spcPts val="600"/>
                  </a:spcBef>
                  <a:spcAft>
                    <a:spcPts val="400"/>
                  </a:spcAft>
                </a:pPr>
                <a:r>
                  <a:rPr lang="en-US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US" sz="2400" i="1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+mj-lt"/>
                    <a:ea typeface="Times New Roman" panose="02020603050405020304" pitchFamily="18" charset="0"/>
                  </a:rPr>
                  <a:t>and </a:t>
                </a:r>
                <a:r>
                  <a:rPr lang="en-US" sz="2400" i="1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US" sz="2400" i="1" baseline="-25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+mj-lt"/>
                    <a:ea typeface="Times New Roman" panose="02020603050405020304" pitchFamily="18" charset="0"/>
                  </a:rPr>
                  <a:t>for left and right </a:t>
                </a:r>
                <a:r>
                  <a:rPr lang="en-US" sz="2400" dirty="0">
                    <a:latin typeface="+mj-lt"/>
                    <a:ea typeface="Times New Roman" panose="02020603050405020304" pitchFamily="18" charset="0"/>
                  </a:rPr>
                  <a:t>out</a:t>
                </a:r>
                <a:r>
                  <a:rPr lang="en-US" sz="2400" dirty="0">
                    <a:effectLst/>
                    <a:latin typeface="+mj-lt"/>
                    <a:ea typeface="Times New Roman" panose="02020603050405020304" pitchFamily="18" charset="0"/>
                  </a:rPr>
                  <a:t>put channels</a:t>
                </a:r>
              </a:p>
              <a:p>
                <a:pPr marL="265072" indent="-173011">
                  <a:spcBef>
                    <a:spcPts val="600"/>
                  </a:spcBef>
                  <a:spcAft>
                    <a:spcPts val="400"/>
                  </a:spcAft>
                </a:pPr>
                <a:r>
                  <a:rPr lang="en-US" sz="2400" dirty="0">
                    <a:latin typeface="+mj-lt"/>
                  </a:rPr>
                  <a:t>If </a:t>
                </a:r>
                <a:r>
                  <a:rPr lang="en-US" sz="2400" i="1" dirty="0">
                    <a:latin typeface="+mj-lt"/>
                  </a:rPr>
                  <a:t>p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+mj-lt"/>
                    <a:ea typeface="Times New Roman" panose="02020603050405020304" pitchFamily="18" charset="0"/>
                  </a:rPr>
                  <a:t>≤0</a:t>
                </a:r>
                <a:endParaRPr lang="en-US" sz="2400" dirty="0">
                  <a:latin typeface="+mj-lt"/>
                </a:endParaRPr>
              </a:p>
              <a:p>
                <a:pPr marL="265072" indent="-173011">
                  <a:spcBef>
                    <a:spcPts val="600"/>
                  </a:spcBef>
                  <a:spcAft>
                    <a:spcPts val="400"/>
                  </a:spcAft>
                </a:pPr>
                <a:endParaRPr lang="en-US" sz="2400" dirty="0">
                  <a:effectLst/>
                  <a:latin typeface="+mj-lt"/>
                  <a:ea typeface="Times New Roman" panose="02020603050405020304" pitchFamily="18" charset="0"/>
                </a:endParaRPr>
              </a:p>
              <a:p>
                <a:pPr marL="265072" indent="-173011">
                  <a:spcAft>
                    <a:spcPts val="300"/>
                  </a:spcAft>
                  <a:buClr>
                    <a:srgbClr val="0000FF"/>
                  </a:buClr>
                </a:pPr>
                <a:endParaRPr lang="en-US" sz="2400" dirty="0"/>
              </a:p>
              <a:p>
                <a:pPr marL="265072" indent="-173011">
                  <a:spcAft>
                    <a:spcPts val="300"/>
                  </a:spcAft>
                  <a:buClr>
                    <a:srgbClr val="0000FF"/>
                  </a:buClr>
                </a:pPr>
                <a:r>
                  <a:rPr lang="en-US" sz="2400" dirty="0"/>
                  <a:t>Power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b="1" i="1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2400" b="1" i="1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sub>
                    </m:sSub>
                    <m:r>
                      <a:rPr lang="en-GB" sz="2400" b="0" i="1" baseline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)/2</m:t>
                    </m:r>
                  </m:oMath>
                </a14:m>
                <a:r>
                  <a:rPr lang="en-US" sz="2400" dirty="0"/>
                  <a:t> is not constant</a:t>
                </a:r>
              </a:p>
              <a:p>
                <a:pPr marL="265072" indent="-173011">
                  <a:spcAft>
                    <a:spcPts val="300"/>
                  </a:spcAft>
                  <a:buClr>
                    <a:srgbClr val="0000F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Power</m:t>
                        </m:r>
                        <m:r>
                          <a:rPr lang="en-GB" sz="2400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sub>
                    </m:sSub>
                    <m:r>
                      <a:rPr lang="en-GB" sz="2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r>
                          <a:rPr lang="en-GB" sz="2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)/2</m:t>
                    </m:r>
                  </m:oMath>
                </a14:m>
                <a:r>
                  <a:rPr lang="en-US" sz="2400" dirty="0"/>
                  <a:t> is not preserved</a:t>
                </a:r>
              </a:p>
            </p:txBody>
          </p:sp>
        </mc:Choice>
        <mc:Fallback xmlns="">
          <p:sp>
            <p:nvSpPr>
              <p:cNvPr id="430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790747"/>
                <a:ext cx="9144000" cy="4752528"/>
              </a:xfrm>
              <a:blipFill>
                <a:blip r:embed="rId3"/>
                <a:stretch>
                  <a:fillRect t="-10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576CEC8C-FBCB-442E-8FDC-B89F14CAD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A0E2DE3-5B23-4E1E-9B1D-285F23513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672" y="2479829"/>
            <a:ext cx="2770310" cy="8771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en-US" sz="2200" b="0" i="1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200" i="1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20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sin(|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|</a:t>
            </a:r>
            <a:r>
              <a:rPr lang="en-US" sz="2200" dirty="0" err="1">
                <a:solidFill>
                  <a:srgbClr val="00000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/2)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en-US" sz="2200" b="0" i="1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20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cos(|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|</a:t>
            </a:r>
            <a:r>
              <a:rPr lang="en-US" sz="2200" dirty="0" err="1">
                <a:solidFill>
                  <a:srgbClr val="00000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/2)</a:t>
            </a:r>
            <a:endParaRPr kumimoji="0" lang="en-GB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6">
                <a:extLst>
                  <a:ext uri="{FF2B5EF4-FFF2-40B4-BE49-F238E27FC236}">
                    <a16:creationId xmlns:a16="http://schemas.microsoft.com/office/drawing/2014/main" id="{D88725F0-7083-4319-9B2E-B7661DB47D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5090010"/>
                  </p:ext>
                </p:extLst>
              </p:nvPr>
            </p:nvGraphicFramePr>
            <p:xfrm>
              <a:off x="125604" y="4963430"/>
              <a:ext cx="9018397" cy="15849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45996">
                      <a:extLst>
                        <a:ext uri="{9D8B030D-6E8A-4147-A177-3AD203B41FA5}">
                          <a16:colId xmlns:a16="http://schemas.microsoft.com/office/drawing/2014/main" val="3714225987"/>
                        </a:ext>
                      </a:extLst>
                    </a:gridCol>
                    <a:gridCol w="2515407">
                      <a:extLst>
                        <a:ext uri="{9D8B030D-6E8A-4147-A177-3AD203B41FA5}">
                          <a16:colId xmlns:a16="http://schemas.microsoft.com/office/drawing/2014/main" val="2312364184"/>
                        </a:ext>
                      </a:extLst>
                    </a:gridCol>
                    <a:gridCol w="2597161">
                      <a:extLst>
                        <a:ext uri="{9D8B030D-6E8A-4147-A177-3AD203B41FA5}">
                          <a16:colId xmlns:a16="http://schemas.microsoft.com/office/drawing/2014/main" val="741687847"/>
                        </a:ext>
                      </a:extLst>
                    </a:gridCol>
                    <a:gridCol w="3059833">
                      <a:extLst>
                        <a:ext uri="{9D8B030D-6E8A-4147-A177-3AD203B41FA5}">
                          <a16:colId xmlns:a16="http://schemas.microsoft.com/office/drawing/2014/main" val="199980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0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kumimoji="0" lang="en-US" altLang="en-US" sz="2000" b="1" i="1" u="none" strike="noStrike" cap="none" normalizeH="0" baseline="-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en-GB" sz="20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000" b="1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kumimoji="0" lang="en-US" altLang="en-US" sz="2000" b="1" i="1" u="none" strike="noStrike" cap="none" normalizeH="0" baseline="-30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en-GB" sz="20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="1" dirty="0">
                              <a:solidFill>
                                <a:schemeClr val="bg1"/>
                              </a:solidFill>
                            </a:rPr>
                            <a:t>Power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3113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0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GB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+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sin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/2)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=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i="1" baseline="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+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endParaRPr lang="en-GB" sz="2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cos(-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/2)=0</a:t>
                          </a:r>
                          <a:endParaRPr lang="en-US" sz="20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2000" i="1" baseline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GB" sz="2000" b="0" i="0" baseline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baseline="-2500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baseline="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baseline="-2500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R</m:t>
                                  </m:r>
                                  <m:r>
                                    <a:rPr lang="en-GB" sz="2000" b="0" i="1" baseline="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sz="2000" i="1" baseline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314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0" lang="en-US" sz="20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=0</a:t>
                          </a:r>
                          <a:endParaRPr lang="en-GB" sz="2000" b="1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just" eaLnBrk="0" hangingPunc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cos(0)=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endParaRPr lang="en-US" sz="2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+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sin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(0)=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GB" sz="2000" b="0" i="0" baseline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GB" sz="2000" i="1" baseline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baseline="-2500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L</m:t>
                                  </m:r>
                                </m:e>
                                <m:sup>
                                  <m:r>
                                    <a:rPr lang="en-GB" sz="2000" i="1" baseline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2000" i="1" baseline="0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2000" i="1" baseline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sz="2000" b="0" i="1" baseline="-2500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en-GB" sz="2000" i="1" baseline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)/2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8037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0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GB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just" eaLnBrk="0" hangingPunc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cos(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/2)=0</a:t>
                          </a:r>
                          <a:endParaRPr lang="en-US" sz="2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+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sin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/2)=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+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2000" i="1" baseline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GB" sz="2000" b="0" i="0" baseline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baseline="-2500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baseline="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i="1" baseline="-2500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m:t>R</m:t>
                                  </m:r>
                                  <m:r>
                                    <a:rPr lang="en-GB" sz="2000" b="0" i="1" baseline="0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GB" sz="2000" i="1" baseline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/2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3922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6">
                <a:extLst>
                  <a:ext uri="{FF2B5EF4-FFF2-40B4-BE49-F238E27FC236}">
                    <a16:creationId xmlns:a16="http://schemas.microsoft.com/office/drawing/2014/main" id="{D88725F0-7083-4319-9B2E-B7661DB47D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5090010"/>
                  </p:ext>
                </p:extLst>
              </p:nvPr>
            </p:nvGraphicFramePr>
            <p:xfrm>
              <a:off x="125604" y="4963430"/>
              <a:ext cx="9018397" cy="15849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45996">
                      <a:extLst>
                        <a:ext uri="{9D8B030D-6E8A-4147-A177-3AD203B41FA5}">
                          <a16:colId xmlns:a16="http://schemas.microsoft.com/office/drawing/2014/main" val="3714225987"/>
                        </a:ext>
                      </a:extLst>
                    </a:gridCol>
                    <a:gridCol w="2515407">
                      <a:extLst>
                        <a:ext uri="{9D8B030D-6E8A-4147-A177-3AD203B41FA5}">
                          <a16:colId xmlns:a16="http://schemas.microsoft.com/office/drawing/2014/main" val="2312364184"/>
                        </a:ext>
                      </a:extLst>
                    </a:gridCol>
                    <a:gridCol w="2597161">
                      <a:extLst>
                        <a:ext uri="{9D8B030D-6E8A-4147-A177-3AD203B41FA5}">
                          <a16:colId xmlns:a16="http://schemas.microsoft.com/office/drawing/2014/main" val="741687847"/>
                        </a:ext>
                      </a:extLst>
                    </a:gridCol>
                    <a:gridCol w="3059833">
                      <a:extLst>
                        <a:ext uri="{9D8B030D-6E8A-4147-A177-3AD203B41FA5}">
                          <a16:colId xmlns:a16="http://schemas.microsoft.com/office/drawing/2014/main" val="19998082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GB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0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kumimoji="0" lang="en-US" altLang="en-US" sz="2000" b="1" i="1" u="none" strike="noStrike" cap="none" normalizeH="0" baseline="-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en-GB" sz="20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2000" b="1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kumimoji="0" lang="en-US" altLang="en-US" sz="2000" b="1" i="1" u="none" strike="noStrike" cap="none" normalizeH="0" baseline="-30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en-GB" sz="20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000" b="1" dirty="0">
                              <a:solidFill>
                                <a:schemeClr val="bg1"/>
                              </a:solidFill>
                            </a:rPr>
                            <a:t>Power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31137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GB" sz="20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GB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+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sin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/2)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=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i="1" baseline="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+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endParaRPr lang="en-GB" sz="2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cos(-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/2)=0</a:t>
                          </a:r>
                          <a:endParaRPr lang="en-US" sz="20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5219" t="-106061" r="-797" b="-2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3143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kumimoji="0" lang="en-US" sz="20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=0</a:t>
                          </a:r>
                          <a:endParaRPr lang="en-GB" sz="2000" b="1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just" eaLnBrk="0" hangingPunc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cos(0)=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endParaRPr lang="en-US" sz="2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+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sin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(0)=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5219" t="-209231" r="-797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0378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GB" sz="20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GB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just" eaLnBrk="0" hangingPunct="0"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cos(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/2)=0</a:t>
                          </a:r>
                          <a:endParaRPr lang="en-US" sz="2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25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+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sin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Symbol" panose="05050102010706020507" pitchFamily="18" charset="2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/2)=</a:t>
                          </a:r>
                          <a:r>
                            <a:rPr lang="en-US" sz="2000" i="1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+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x</a:t>
                          </a:r>
                          <a:r>
                            <a:rPr lang="en-US" sz="2000" i="1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5219" t="-309231" r="-797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93922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1">
            <a:extLst>
              <a:ext uri="{FF2B5EF4-FFF2-40B4-BE49-F238E27FC236}">
                <a16:creationId xmlns:a16="http://schemas.microsoft.com/office/drawing/2014/main" id="{DD4736E5-4A81-4683-8802-2157BDEED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949" y="2479829"/>
            <a:ext cx="2781531" cy="8771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hangingPunct="0">
              <a:spcBef>
                <a:spcPts val="600"/>
              </a:spcBef>
              <a:spcAft>
                <a:spcPts val="600"/>
              </a:spcAft>
            </a:pP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en-US" sz="2200" b="0" i="1" u="none" strike="noStrike" cap="none" normalizeH="0" baseline="-30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200" i="1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cos(|</a:t>
            </a:r>
            <a:r>
              <a:rPr lang="en-US" sz="22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|</a:t>
            </a:r>
            <a:r>
              <a:rPr lang="en-US" sz="2200" dirty="0" err="1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/2)</a:t>
            </a:r>
            <a:endParaRPr lang="en-US" sz="2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 eaLnBrk="0" hangingPunct="0">
              <a:spcBef>
                <a:spcPts val="600"/>
              </a:spcBef>
              <a:spcAft>
                <a:spcPts val="600"/>
              </a:spcAft>
            </a:pP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0" lang="en-US" altLang="en-US" sz="2200" b="0" i="1" u="none" strike="noStrike" cap="none" normalizeH="0" baseline="-3000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20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en-US" sz="2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2200" i="1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(|</a:t>
            </a:r>
            <a:r>
              <a:rPr lang="en-US" sz="22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|</a:t>
            </a:r>
            <a:r>
              <a:rPr lang="en-US" sz="2200" dirty="0" err="1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/2) </a:t>
            </a:r>
            <a:endParaRPr kumimoji="0" lang="en-GB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116BEA-467D-4C6C-B81C-1525F90722C0}"/>
              </a:ext>
            </a:extLst>
          </p:cNvPr>
          <p:cNvSpPr txBox="1"/>
          <p:nvPr/>
        </p:nvSpPr>
        <p:spPr>
          <a:xfrm>
            <a:off x="4716016" y="2250883"/>
            <a:ext cx="235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072" marR="0" lvl="0" indent="-173011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333399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&gt;0</a:t>
            </a:r>
          </a:p>
        </p:txBody>
      </p:sp>
    </p:spTree>
    <p:extLst>
      <p:ext uri="{BB962C8B-B14F-4D97-AF65-F5344CB8AC3E}">
        <p14:creationId xmlns:p14="http://schemas.microsoft.com/office/powerpoint/2010/main" val="3979779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6F73-3C65-4BEA-A3F5-5F62D201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76517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Panning moves a stereo source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398FB8CB-C4BB-4310-AC4A-092F772E11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437783"/>
              </p:ext>
            </p:extLst>
          </p:nvPr>
        </p:nvGraphicFramePr>
        <p:xfrm>
          <a:off x="349629" y="1111601"/>
          <a:ext cx="8662864" cy="52697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EDEFEC-1CC7-4E68-9E2D-C7EE6D5C3B41}"/>
              </a:ext>
            </a:extLst>
          </p:cNvPr>
          <p:cNvCxnSpPr>
            <a:cxnSpLocks/>
          </p:cNvCxnSpPr>
          <p:nvPr/>
        </p:nvCxnSpPr>
        <p:spPr>
          <a:xfrm flipH="1">
            <a:off x="570729" y="2564904"/>
            <a:ext cx="2705127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90C45D5-5E62-45BB-9D84-26B65437C518}"/>
              </a:ext>
            </a:extLst>
          </p:cNvPr>
          <p:cNvSpPr txBox="1"/>
          <p:nvPr/>
        </p:nvSpPr>
        <p:spPr>
          <a:xfrm>
            <a:off x="570729" y="1772816"/>
            <a:ext cx="1224135" cy="64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Pan to the left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0445BF-5CF5-4BB1-AF4D-5CF671D4B81A}"/>
              </a:ext>
            </a:extLst>
          </p:cNvPr>
          <p:cNvCxnSpPr>
            <a:cxnSpLocks/>
          </p:cNvCxnSpPr>
          <p:nvPr/>
        </p:nvCxnSpPr>
        <p:spPr>
          <a:xfrm flipH="1">
            <a:off x="5652120" y="4869160"/>
            <a:ext cx="3384376" cy="0"/>
          </a:xfrm>
          <a:prstGeom prst="straightConnector1">
            <a:avLst/>
          </a:prstGeom>
          <a:ln w="34925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F27DFAC-1EA6-4C77-8D65-550632BA7BF3}"/>
              </a:ext>
            </a:extLst>
          </p:cNvPr>
          <p:cNvSpPr txBox="1"/>
          <p:nvPr/>
        </p:nvSpPr>
        <p:spPr>
          <a:xfrm>
            <a:off x="7411489" y="4149080"/>
            <a:ext cx="1224135" cy="64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Pan to the right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28D1DE-E81B-43ED-B008-0B7B71639B8A}"/>
              </a:ext>
            </a:extLst>
          </p:cNvPr>
          <p:cNvSpPr/>
          <p:nvPr/>
        </p:nvSpPr>
        <p:spPr>
          <a:xfrm>
            <a:off x="4499992" y="1242485"/>
            <a:ext cx="360040" cy="463478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2E0F95-41FB-4162-9F56-B68C163AA77F}"/>
              </a:ext>
            </a:extLst>
          </p:cNvPr>
          <p:cNvSpPr txBox="1"/>
          <p:nvPr/>
        </p:nvSpPr>
        <p:spPr>
          <a:xfrm>
            <a:off x="3491880" y="755412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Initial panning positions</a:t>
            </a:r>
          </a:p>
        </p:txBody>
      </p:sp>
    </p:spTree>
    <p:extLst>
      <p:ext uri="{BB962C8B-B14F-4D97-AF65-F5344CB8AC3E}">
        <p14:creationId xmlns:p14="http://schemas.microsoft.com/office/powerpoint/2010/main" val="87947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On-screen Show (4:3)</PresentationFormat>
  <Paragraphs>88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Cambria Math</vt:lpstr>
      <vt:lpstr>Consolas</vt:lpstr>
      <vt:lpstr>Gill Sans</vt:lpstr>
      <vt:lpstr>Symbol</vt:lpstr>
      <vt:lpstr>Times New Roman</vt:lpstr>
      <vt:lpstr>Wingdings</vt:lpstr>
      <vt:lpstr>Default Design</vt:lpstr>
      <vt:lpstr>3_Office Theme</vt:lpstr>
      <vt:lpstr>Stereo in the Web Audio API</vt:lpstr>
      <vt:lpstr>Listener and loudspeakers configuration for placing a sound source using level difference.</vt:lpstr>
      <vt:lpstr>StereoPannerNode</vt:lpstr>
      <vt:lpstr>Panning with mono input</vt:lpstr>
      <vt:lpstr>Panning with stereo input</vt:lpstr>
      <vt:lpstr>Panning moves a stereo source</vt:lpstr>
    </vt:vector>
  </TitlesOfParts>
  <Company>QMUL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DAFX</dc:title>
  <dc:creator>josh</dc:creator>
  <cp:lastModifiedBy>Josh Reiss</cp:lastModifiedBy>
  <cp:revision>71</cp:revision>
  <cp:lastPrinted>2015-02-04T10:45:10Z</cp:lastPrinted>
  <dcterms:created xsi:type="dcterms:W3CDTF">2006-01-06T09:45:02Z</dcterms:created>
  <dcterms:modified xsi:type="dcterms:W3CDTF">2021-10-11T15:07:02Z</dcterms:modified>
</cp:coreProperties>
</file>