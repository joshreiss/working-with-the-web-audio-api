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328" r:id="rId2"/>
    <p:sldId id="331" r:id="rId3"/>
    <p:sldId id="332" r:id="rId4"/>
    <p:sldId id="333" r:id="rId5"/>
    <p:sldId id="334" r:id="rId6"/>
    <p:sldId id="335" r:id="rId7"/>
    <p:sldId id="336" r:id="rId8"/>
    <p:sldId id="337" r:id="rId9"/>
    <p:sldId id="338" r:id="rId10"/>
    <p:sldId id="340" r:id="rId11"/>
    <p:sldId id="339" r:id="rId12"/>
    <p:sldId id="341" r:id="rId13"/>
    <p:sldId id="342" r:id="rId14"/>
    <p:sldId id="344" r:id="rId15"/>
    <p:sldId id="343" r:id="rId16"/>
    <p:sldId id="345" r:id="rId17"/>
    <p:sldId id="346" r:id="rId18"/>
    <p:sldId id="347" r:id="rId19"/>
    <p:sldId id="348" r:id="rId20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FF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4DE834-4952-4FD9-8F9D-0548B15C95B2}" v="24" dt="2022-01-23T07:24:13.3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5" autoAdjust="0"/>
    <p:restoredTop sz="96433" autoAdjust="0"/>
  </p:normalViewPr>
  <p:slideViewPr>
    <p:cSldViewPr>
      <p:cViewPr varScale="1">
        <p:scale>
          <a:sx n="105" d="100"/>
          <a:sy n="105" d="100"/>
        </p:scale>
        <p:origin x="102" y="1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Reiss" userId="a90d6cd88c30b6c6" providerId="LiveId" clId="{A57B3675-DE79-416C-824D-09478B4345DD}"/>
    <pc:docChg chg="undo redo custSel modSld modMainMaster">
      <pc:chgData name="Josh Reiss" userId="a90d6cd88c30b6c6" providerId="LiveId" clId="{A57B3675-DE79-416C-824D-09478B4345DD}" dt="2019-08-21T08:43:14.216" v="67" actId="14100"/>
      <pc:docMkLst>
        <pc:docMk/>
      </pc:docMkLst>
      <pc:sldChg chg="modSp">
        <pc:chgData name="Josh Reiss" userId="a90d6cd88c30b6c6" providerId="LiveId" clId="{A57B3675-DE79-416C-824D-09478B4345DD}" dt="2019-08-21T08:43:14.216" v="67" actId="14100"/>
        <pc:sldMkLst>
          <pc:docMk/>
          <pc:sldMk cId="0" sldId="258"/>
        </pc:sldMkLst>
        <pc:spChg chg="mod">
          <ac:chgData name="Josh Reiss" userId="a90d6cd88c30b6c6" providerId="LiveId" clId="{A57B3675-DE79-416C-824D-09478B4345DD}" dt="2019-08-21T08:43:14.216" v="67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Josh Reiss" userId="a90d6cd88c30b6c6" providerId="LiveId" clId="{A57B3675-DE79-416C-824D-09478B4345DD}" dt="2019-08-21T08:43:02.949" v="65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Josh Reiss" userId="a90d6cd88c30b6c6" providerId="LiveId" clId="{A57B3675-DE79-416C-824D-09478B4345DD}" dt="2019-08-21T08:42:32.611" v="59" actId="948"/>
          <ac:spMkLst>
            <pc:docMk/>
            <pc:sldMk cId="0" sldId="258"/>
            <ac:spMk id="6" creationId="{00000000-0000-0000-0000-000000000000}"/>
          </ac:spMkLst>
        </pc:spChg>
      </pc:sldChg>
      <pc:sldChg chg="modSp">
        <pc:chgData name="Josh Reiss" userId="a90d6cd88c30b6c6" providerId="LiveId" clId="{A57B3675-DE79-416C-824D-09478B4345DD}" dt="2019-08-21T08:39:45.282" v="10" actId="14100"/>
        <pc:sldMkLst>
          <pc:docMk/>
          <pc:sldMk cId="0" sldId="265"/>
        </pc:sldMkLst>
        <pc:spChg chg="mod">
          <ac:chgData name="Josh Reiss" userId="a90d6cd88c30b6c6" providerId="LiveId" clId="{A57B3675-DE79-416C-824D-09478B4345DD}" dt="2019-08-21T08:39:45.282" v="10" actId="14100"/>
          <ac:spMkLst>
            <pc:docMk/>
            <pc:sldMk cId="0" sldId="265"/>
            <ac:spMk id="3" creationId="{00000000-0000-0000-0000-000000000000}"/>
          </ac:spMkLst>
        </pc:spChg>
        <pc:spChg chg="mod">
          <ac:chgData name="Josh Reiss" userId="a90d6cd88c30b6c6" providerId="LiveId" clId="{A57B3675-DE79-416C-824D-09478B4345DD}" dt="2019-08-21T08:39:37.449" v="9" actId="14100"/>
          <ac:spMkLst>
            <pc:docMk/>
            <pc:sldMk cId="0" sldId="265"/>
            <ac:spMk id="7" creationId="{00000000-0000-0000-0000-000000000000}"/>
          </ac:spMkLst>
        </pc:spChg>
        <pc:picChg chg="mod">
          <ac:chgData name="Josh Reiss" userId="a90d6cd88c30b6c6" providerId="LiveId" clId="{A57B3675-DE79-416C-824D-09478B4345DD}" dt="2019-08-21T08:39:29.687" v="8" actId="1076"/>
          <ac:picMkLst>
            <pc:docMk/>
            <pc:sldMk cId="0" sldId="265"/>
            <ac:picMk id="5" creationId="{00000000-0000-0000-0000-000000000000}"/>
          </ac:picMkLst>
        </pc:picChg>
      </pc:sldChg>
      <pc:sldChg chg="modSp">
        <pc:chgData name="Josh Reiss" userId="a90d6cd88c30b6c6" providerId="LiveId" clId="{A57B3675-DE79-416C-824D-09478B4345DD}" dt="2019-08-21T08:39:01.453" v="6" actId="27636"/>
        <pc:sldMkLst>
          <pc:docMk/>
          <pc:sldMk cId="0" sldId="285"/>
        </pc:sldMkLst>
        <pc:spChg chg="mod">
          <ac:chgData name="Josh Reiss" userId="a90d6cd88c30b6c6" providerId="LiveId" clId="{A57B3675-DE79-416C-824D-09478B4345DD}" dt="2019-08-21T08:39:01.453" v="6" actId="27636"/>
          <ac:spMkLst>
            <pc:docMk/>
            <pc:sldMk cId="0" sldId="285"/>
            <ac:spMk id="3" creationId="{00000000-0000-0000-0000-000000000000}"/>
          </ac:spMkLst>
        </pc:spChg>
        <pc:spChg chg="mod">
          <ac:chgData name="Josh Reiss" userId="a90d6cd88c30b6c6" providerId="LiveId" clId="{A57B3675-DE79-416C-824D-09478B4345DD}" dt="2019-08-21T08:38:34.381" v="0"/>
          <ac:spMkLst>
            <pc:docMk/>
            <pc:sldMk cId="0" sldId="285"/>
            <ac:spMk id="5" creationId="{00000000-0000-0000-0000-000000000000}"/>
          </ac:spMkLst>
        </pc:spChg>
        <pc:picChg chg="mod">
          <ac:chgData name="Josh Reiss" userId="a90d6cd88c30b6c6" providerId="LiveId" clId="{A57B3675-DE79-416C-824D-09478B4345DD}" dt="2019-08-21T08:38:34.381" v="0"/>
          <ac:picMkLst>
            <pc:docMk/>
            <pc:sldMk cId="0" sldId="285"/>
            <ac:picMk id="6" creationId="{00000000-0000-0000-0000-000000000000}"/>
          </ac:picMkLst>
        </pc:picChg>
      </pc:sldChg>
      <pc:sldChg chg="modSp">
        <pc:chgData name="Josh Reiss" userId="a90d6cd88c30b6c6" providerId="LiveId" clId="{A57B3675-DE79-416C-824D-09478B4345DD}" dt="2019-08-21T08:39:09.183" v="7" actId="1076"/>
        <pc:sldMkLst>
          <pc:docMk/>
          <pc:sldMk cId="0" sldId="328"/>
        </pc:sldMkLst>
        <pc:spChg chg="mod">
          <ac:chgData name="Josh Reiss" userId="a90d6cd88c30b6c6" providerId="LiveId" clId="{A57B3675-DE79-416C-824D-09478B4345DD}" dt="2019-08-21T08:39:01.413" v="5" actId="14100"/>
          <ac:spMkLst>
            <pc:docMk/>
            <pc:sldMk cId="0" sldId="328"/>
            <ac:spMk id="2" creationId="{00000000-0000-0000-0000-000000000000}"/>
          </ac:spMkLst>
        </pc:spChg>
        <pc:spChg chg="mod">
          <ac:chgData name="Josh Reiss" userId="a90d6cd88c30b6c6" providerId="LiveId" clId="{A57B3675-DE79-416C-824D-09478B4345DD}" dt="2019-08-21T08:38:34.381" v="0"/>
          <ac:spMkLst>
            <pc:docMk/>
            <pc:sldMk cId="0" sldId="328"/>
            <ac:spMk id="3" creationId="{00000000-0000-0000-0000-000000000000}"/>
          </ac:spMkLst>
        </pc:spChg>
        <pc:spChg chg="mod">
          <ac:chgData name="Josh Reiss" userId="a90d6cd88c30b6c6" providerId="LiveId" clId="{A57B3675-DE79-416C-824D-09478B4345DD}" dt="2019-08-21T08:39:09.183" v="7" actId="1076"/>
          <ac:spMkLst>
            <pc:docMk/>
            <pc:sldMk cId="0" sldId="328"/>
            <ac:spMk id="5" creationId="{00000000-0000-0000-0000-000000000000}"/>
          </ac:spMkLst>
        </pc:spChg>
      </pc:sldChg>
      <pc:sldMasterChg chg="modSp modSldLayout">
        <pc:chgData name="Josh Reiss" userId="a90d6cd88c30b6c6" providerId="LiveId" clId="{A57B3675-DE79-416C-824D-09478B4345DD}" dt="2019-08-21T08:38:34.381" v="0"/>
        <pc:sldMasterMkLst>
          <pc:docMk/>
          <pc:sldMasterMk cId="0" sldId="2147483648"/>
        </pc:sldMasterMkLst>
        <pc:spChg chg="mod">
          <ac:chgData name="Josh Reiss" userId="a90d6cd88c30b6c6" providerId="LiveId" clId="{A57B3675-DE79-416C-824D-09478B4345DD}" dt="2019-08-21T08:38:34.381" v="0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Josh Reiss" userId="a90d6cd88c30b6c6" providerId="LiveId" clId="{A57B3675-DE79-416C-824D-09478B4345DD}" dt="2019-08-21T08:38:34.381" v="0"/>
          <ac:spMkLst>
            <pc:docMk/>
            <pc:sldMasterMk cId="0" sldId="2147483648"/>
            <ac:spMk id="3" creationId="{00000000-0000-0000-0000-000000000000}"/>
          </ac:spMkLst>
        </pc:spChg>
        <pc:spChg chg="mod">
          <ac:chgData name="Josh Reiss" userId="a90d6cd88c30b6c6" providerId="LiveId" clId="{A57B3675-DE79-416C-824D-09478B4345DD}" dt="2019-08-21T08:38:34.381" v="0"/>
          <ac:spMkLst>
            <pc:docMk/>
            <pc:sldMasterMk cId="0" sldId="2147483648"/>
            <ac:spMk id="8" creationId="{00000000-0000-0000-0000-000000000000}"/>
          </ac:spMkLst>
        </pc:spChg>
        <pc:sldLayoutChg chg="modSp">
          <pc:chgData name="Josh Reiss" userId="a90d6cd88c30b6c6" providerId="LiveId" clId="{A57B3675-DE79-416C-824D-09478B4345DD}" dt="2019-08-21T08:38:34.381" v="0"/>
          <pc:sldLayoutMkLst>
            <pc:docMk/>
            <pc:sldMasterMk cId="0" sldId="2147483648"/>
            <pc:sldLayoutMk cId="0" sldId="2147483649"/>
          </pc:sldLayoutMkLst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49"/>
              <ac:spMk id="4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49"/>
              <ac:spMk id="6" creationId="{00000000-0000-0000-0000-000000000000}"/>
            </ac:spMkLst>
          </pc:spChg>
        </pc:sldLayoutChg>
        <pc:sldLayoutChg chg="modSp">
          <pc:chgData name="Josh Reiss" userId="a90d6cd88c30b6c6" providerId="LiveId" clId="{A57B3675-DE79-416C-824D-09478B4345DD}" dt="2019-08-21T08:38:34.381" v="0"/>
          <pc:sldLayoutMkLst>
            <pc:docMk/>
            <pc:sldMasterMk cId="0" sldId="2147483648"/>
            <pc:sldLayoutMk cId="0" sldId="2147483650"/>
          </pc:sldLayoutMkLst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0"/>
              <ac:spMk id="4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0"/>
              <ac:spMk id="6" creationId="{00000000-0000-0000-0000-000000000000}"/>
            </ac:spMkLst>
          </pc:spChg>
        </pc:sldLayoutChg>
        <pc:sldLayoutChg chg="modSp">
          <pc:chgData name="Josh Reiss" userId="a90d6cd88c30b6c6" providerId="LiveId" clId="{A57B3675-DE79-416C-824D-09478B4345DD}" dt="2019-08-21T08:38:34.381" v="0"/>
          <pc:sldLayoutMkLst>
            <pc:docMk/>
            <pc:sldMasterMk cId="0" sldId="2147483648"/>
            <pc:sldLayoutMk cId="0" sldId="2147483651"/>
          </pc:sldLayoutMkLst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1"/>
              <ac:spMk id="4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1"/>
              <ac:spMk id="6" creationId="{00000000-0000-0000-0000-000000000000}"/>
            </ac:spMkLst>
          </pc:spChg>
        </pc:sldLayoutChg>
        <pc:sldLayoutChg chg="modSp">
          <pc:chgData name="Josh Reiss" userId="a90d6cd88c30b6c6" providerId="LiveId" clId="{A57B3675-DE79-416C-824D-09478B4345DD}" dt="2019-08-21T08:38:34.381" v="0"/>
          <pc:sldLayoutMkLst>
            <pc:docMk/>
            <pc:sldMasterMk cId="0" sldId="2147483648"/>
            <pc:sldLayoutMk cId="0" sldId="2147483652"/>
          </pc:sldLayoutMkLst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2"/>
              <ac:spMk id="5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2"/>
              <ac:spMk id="7" creationId="{00000000-0000-0000-0000-000000000000}"/>
            </ac:spMkLst>
          </pc:spChg>
        </pc:sldLayoutChg>
        <pc:sldLayoutChg chg="modSp">
          <pc:chgData name="Josh Reiss" userId="a90d6cd88c30b6c6" providerId="LiveId" clId="{A57B3675-DE79-416C-824D-09478B4345DD}" dt="2019-08-21T08:38:34.381" v="0"/>
          <pc:sldLayoutMkLst>
            <pc:docMk/>
            <pc:sldMasterMk cId="0" sldId="2147483648"/>
            <pc:sldLayoutMk cId="0" sldId="2147483653"/>
          </pc:sldLayoutMkLst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3"/>
              <ac:spMk id="4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3"/>
              <ac:spMk id="6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3"/>
              <ac:spMk id="7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3"/>
              <ac:spMk id="9" creationId="{00000000-0000-0000-0000-000000000000}"/>
            </ac:spMkLst>
          </pc:spChg>
        </pc:sldLayoutChg>
        <pc:sldLayoutChg chg="modSp">
          <pc:chgData name="Josh Reiss" userId="a90d6cd88c30b6c6" providerId="LiveId" clId="{A57B3675-DE79-416C-824D-09478B4345DD}" dt="2019-08-21T08:38:34.381" v="0"/>
          <pc:sldLayoutMkLst>
            <pc:docMk/>
            <pc:sldMasterMk cId="0" sldId="2147483648"/>
            <pc:sldLayoutMk cId="0" sldId="2147483654"/>
          </pc:sldLayoutMkLst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4"/>
              <ac:spMk id="3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4"/>
              <ac:spMk id="5" creationId="{00000000-0000-0000-0000-000000000000}"/>
            </ac:spMkLst>
          </pc:spChg>
        </pc:sldLayoutChg>
        <pc:sldLayoutChg chg="modSp">
          <pc:chgData name="Josh Reiss" userId="a90d6cd88c30b6c6" providerId="LiveId" clId="{A57B3675-DE79-416C-824D-09478B4345DD}" dt="2019-08-21T08:38:34.381" v="0"/>
          <pc:sldLayoutMkLst>
            <pc:docMk/>
            <pc:sldMasterMk cId="0" sldId="2147483648"/>
            <pc:sldLayoutMk cId="0" sldId="2147483655"/>
          </pc:sldLayoutMkLst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5"/>
              <ac:spMk id="2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5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A57B3675-DE79-416C-824D-09478B4345DD}" dt="2019-08-21T08:38:34.381" v="0"/>
          <pc:sldLayoutMkLst>
            <pc:docMk/>
            <pc:sldMasterMk cId="0" sldId="2147483648"/>
            <pc:sldLayoutMk cId="0" sldId="2147483656"/>
          </pc:sldLayoutMkLst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6"/>
              <ac:spMk id="5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6"/>
              <ac:spMk id="6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6"/>
              <ac:spMk id="7" creationId="{00000000-0000-0000-0000-000000000000}"/>
            </ac:spMkLst>
          </pc:spChg>
        </pc:sldLayoutChg>
        <pc:sldLayoutChg chg="modSp">
          <pc:chgData name="Josh Reiss" userId="a90d6cd88c30b6c6" providerId="LiveId" clId="{A57B3675-DE79-416C-824D-09478B4345DD}" dt="2019-08-21T08:38:34.381" v="0"/>
          <pc:sldLayoutMkLst>
            <pc:docMk/>
            <pc:sldMasterMk cId="0" sldId="2147483648"/>
            <pc:sldLayoutMk cId="0" sldId="2147483657"/>
          </pc:sldLayoutMkLst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7"/>
              <ac:spMk id="2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7"/>
              <ac:spMk id="3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7"/>
              <ac:spMk id="4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7"/>
              <ac:spMk id="5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7"/>
              <ac:spMk id="6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7"/>
              <ac:spMk id="7" creationId="{00000000-0000-0000-0000-000000000000}"/>
            </ac:spMkLst>
          </pc:spChg>
        </pc:sldLayoutChg>
        <pc:sldLayoutChg chg="modSp">
          <pc:chgData name="Josh Reiss" userId="a90d6cd88c30b6c6" providerId="LiveId" clId="{A57B3675-DE79-416C-824D-09478B4345DD}" dt="2019-08-21T08:38:34.381" v="0"/>
          <pc:sldLayoutMkLst>
            <pc:docMk/>
            <pc:sldMasterMk cId="0" sldId="2147483648"/>
            <pc:sldLayoutMk cId="0" sldId="2147483658"/>
          </pc:sldLayoutMkLst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8"/>
              <ac:spMk id="4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8"/>
              <ac:spMk id="5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8"/>
              <ac:spMk id="6" creationId="{00000000-0000-0000-0000-000000000000}"/>
            </ac:spMkLst>
          </pc:spChg>
        </pc:sldLayoutChg>
        <pc:sldLayoutChg chg="modSp">
          <pc:chgData name="Josh Reiss" userId="a90d6cd88c30b6c6" providerId="LiveId" clId="{A57B3675-DE79-416C-824D-09478B4345DD}" dt="2019-08-21T08:38:34.381" v="0"/>
          <pc:sldLayoutMkLst>
            <pc:docMk/>
            <pc:sldMasterMk cId="0" sldId="2147483648"/>
            <pc:sldLayoutMk cId="0" sldId="2147483659"/>
          </pc:sldLayoutMkLst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9"/>
              <ac:spMk id="4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9"/>
              <ac:spMk id="5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9"/>
              <ac:spMk id="6" creationId="{00000000-0000-0000-0000-000000000000}"/>
            </ac:spMkLst>
          </pc:spChg>
        </pc:sldLayoutChg>
      </pc:sldMasterChg>
    </pc:docChg>
  </pc:docChgLst>
  <pc:docChgLst>
    <pc:chgData name="Josh Reiss" userId="a90d6cd88c30b6c6" providerId="LiveId" clId="{E931739A-21FE-47EC-B993-828329D68FB3}"/>
    <pc:docChg chg="undo redo custSel addSld delSld modSld sldOrd modMainMaster">
      <pc:chgData name="Josh Reiss" userId="a90d6cd88c30b6c6" providerId="LiveId" clId="{E931739A-21FE-47EC-B993-828329D68FB3}" dt="2021-01-31T15:20:57.729" v="3413" actId="20577"/>
      <pc:docMkLst>
        <pc:docMk/>
      </pc:docMkLst>
      <pc:sldChg chg="del">
        <pc:chgData name="Josh Reiss" userId="a90d6cd88c30b6c6" providerId="LiveId" clId="{E931739A-21FE-47EC-B993-828329D68FB3}" dt="2021-01-26T08:57:22.929" v="383" actId="47"/>
        <pc:sldMkLst>
          <pc:docMk/>
          <pc:sldMk cId="3930257889" sldId="257"/>
        </pc:sldMkLst>
      </pc:sldChg>
      <pc:sldChg chg="del">
        <pc:chgData name="Josh Reiss" userId="a90d6cd88c30b6c6" providerId="LiveId" clId="{E931739A-21FE-47EC-B993-828329D68FB3}" dt="2021-01-26T08:57:25.082" v="386" actId="47"/>
        <pc:sldMkLst>
          <pc:docMk/>
          <pc:sldMk cId="0" sldId="258"/>
        </pc:sldMkLst>
      </pc:sldChg>
      <pc:sldChg chg="del">
        <pc:chgData name="Josh Reiss" userId="a90d6cd88c30b6c6" providerId="LiveId" clId="{E931739A-21FE-47EC-B993-828329D68FB3}" dt="2021-01-26T08:57:22.442" v="382" actId="47"/>
        <pc:sldMkLst>
          <pc:docMk/>
          <pc:sldMk cId="2682239145" sldId="259"/>
        </pc:sldMkLst>
      </pc:sldChg>
      <pc:sldChg chg="del">
        <pc:chgData name="Josh Reiss" userId="a90d6cd88c30b6c6" providerId="LiveId" clId="{E931739A-21FE-47EC-B993-828329D68FB3}" dt="2021-01-26T08:57:24.195" v="385" actId="47"/>
        <pc:sldMkLst>
          <pc:docMk/>
          <pc:sldMk cId="0" sldId="265"/>
        </pc:sldMkLst>
      </pc:sldChg>
      <pc:sldChg chg="del">
        <pc:chgData name="Josh Reiss" userId="a90d6cd88c30b6c6" providerId="LiveId" clId="{E931739A-21FE-47EC-B993-828329D68FB3}" dt="2021-01-26T08:57:25.971" v="387" actId="47"/>
        <pc:sldMkLst>
          <pc:docMk/>
          <pc:sldMk cId="0" sldId="268"/>
        </pc:sldMkLst>
      </pc:sldChg>
      <pc:sldChg chg="del">
        <pc:chgData name="Josh Reiss" userId="a90d6cd88c30b6c6" providerId="LiveId" clId="{E931739A-21FE-47EC-B993-828329D68FB3}" dt="2021-01-27T09:11:45.712" v="759" actId="47"/>
        <pc:sldMkLst>
          <pc:docMk/>
          <pc:sldMk cId="0" sldId="271"/>
        </pc:sldMkLst>
      </pc:sldChg>
      <pc:sldChg chg="del">
        <pc:chgData name="Josh Reiss" userId="a90d6cd88c30b6c6" providerId="LiveId" clId="{E931739A-21FE-47EC-B993-828329D68FB3}" dt="2021-01-26T08:57:23.562" v="384" actId="47"/>
        <pc:sldMkLst>
          <pc:docMk/>
          <pc:sldMk cId="0" sldId="285"/>
        </pc:sldMkLst>
      </pc:sldChg>
      <pc:sldChg chg="addSp modSp mod">
        <pc:chgData name="Josh Reiss" userId="a90d6cd88c30b6c6" providerId="LiveId" clId="{E931739A-21FE-47EC-B993-828329D68FB3}" dt="2021-01-26T08:50:01.816" v="39" actId="1076"/>
        <pc:sldMkLst>
          <pc:docMk/>
          <pc:sldMk cId="0" sldId="328"/>
        </pc:sldMkLst>
        <pc:spChg chg="mod">
          <ac:chgData name="Josh Reiss" userId="a90d6cd88c30b6c6" providerId="LiveId" clId="{E931739A-21FE-47EC-B993-828329D68FB3}" dt="2021-01-26T08:50:01.816" v="39" actId="1076"/>
          <ac:spMkLst>
            <pc:docMk/>
            <pc:sldMk cId="0" sldId="328"/>
            <ac:spMk id="2" creationId="{00000000-0000-0000-0000-000000000000}"/>
          </ac:spMkLst>
        </pc:spChg>
        <pc:spChg chg="mod">
          <ac:chgData name="Josh Reiss" userId="a90d6cd88c30b6c6" providerId="LiveId" clId="{E931739A-21FE-47EC-B993-828329D68FB3}" dt="2021-01-26T08:49:22.474" v="33" actId="1076"/>
          <ac:spMkLst>
            <pc:docMk/>
            <pc:sldMk cId="0" sldId="328"/>
            <ac:spMk id="3" creationId="{00000000-0000-0000-0000-000000000000}"/>
          </ac:spMkLst>
        </pc:spChg>
        <pc:spChg chg="mod">
          <ac:chgData name="Josh Reiss" userId="a90d6cd88c30b6c6" providerId="LiveId" clId="{E931739A-21FE-47EC-B993-828329D68FB3}" dt="2021-01-26T08:49:30.827" v="34" actId="1076"/>
          <ac:spMkLst>
            <pc:docMk/>
            <pc:sldMk cId="0" sldId="328"/>
            <ac:spMk id="5" creationId="{00000000-0000-0000-0000-000000000000}"/>
          </ac:spMkLst>
        </pc:spChg>
        <pc:picChg chg="add mod ord">
          <ac:chgData name="Josh Reiss" userId="a90d6cd88c30b6c6" providerId="LiveId" clId="{E931739A-21FE-47EC-B993-828329D68FB3}" dt="2021-01-26T08:49:55.417" v="38" actId="1076"/>
          <ac:picMkLst>
            <pc:docMk/>
            <pc:sldMk cId="0" sldId="328"/>
            <ac:picMk id="4" creationId="{1623726B-44E8-4010-8BDA-328A561382B4}"/>
          </ac:picMkLst>
        </pc:picChg>
      </pc:sldChg>
      <pc:sldChg chg="del">
        <pc:chgData name="Josh Reiss" userId="a90d6cd88c30b6c6" providerId="LiveId" clId="{E931739A-21FE-47EC-B993-828329D68FB3}" dt="2021-01-26T08:57:20.987" v="381" actId="47"/>
        <pc:sldMkLst>
          <pc:docMk/>
          <pc:sldMk cId="986948253" sldId="329"/>
        </pc:sldMkLst>
      </pc:sldChg>
      <pc:sldChg chg="delSp modSp del mod">
        <pc:chgData name="Josh Reiss" userId="a90d6cd88c30b6c6" providerId="LiveId" clId="{E931739A-21FE-47EC-B993-828329D68FB3}" dt="2021-01-27T15:01:04.782" v="1328" actId="47"/>
        <pc:sldMkLst>
          <pc:docMk/>
          <pc:sldMk cId="3561293367" sldId="330"/>
        </pc:sldMkLst>
        <pc:spChg chg="mod">
          <ac:chgData name="Josh Reiss" userId="a90d6cd88c30b6c6" providerId="LiveId" clId="{E931739A-21FE-47EC-B993-828329D68FB3}" dt="2021-01-26T08:50:23.759" v="50" actId="20577"/>
          <ac:spMkLst>
            <pc:docMk/>
            <pc:sldMk cId="3561293367" sldId="330"/>
            <ac:spMk id="2" creationId="{7B5D5D3E-1FF8-4BED-B4B7-2120A8C91A28}"/>
          </ac:spMkLst>
        </pc:spChg>
        <pc:spChg chg="del">
          <ac:chgData name="Josh Reiss" userId="a90d6cd88c30b6c6" providerId="LiveId" clId="{E931739A-21FE-47EC-B993-828329D68FB3}" dt="2021-01-26T08:52:32.554" v="58" actId="478"/>
          <ac:spMkLst>
            <pc:docMk/>
            <pc:sldMk cId="3561293367" sldId="330"/>
            <ac:spMk id="4" creationId="{2DD079A0-C75E-4BE1-9D2E-36D6326151E2}"/>
          </ac:spMkLst>
        </pc:spChg>
        <pc:picChg chg="del">
          <ac:chgData name="Josh Reiss" userId="a90d6cd88c30b6c6" providerId="LiveId" clId="{E931739A-21FE-47EC-B993-828329D68FB3}" dt="2021-01-26T08:50:32.764" v="51" actId="478"/>
          <ac:picMkLst>
            <pc:docMk/>
            <pc:sldMk cId="3561293367" sldId="330"/>
            <ac:picMk id="5" creationId="{348685AD-5B44-4B28-8908-87E7F86B408D}"/>
          </ac:picMkLst>
        </pc:picChg>
        <pc:picChg chg="del">
          <ac:chgData name="Josh Reiss" userId="a90d6cd88c30b6c6" providerId="LiveId" clId="{E931739A-21FE-47EC-B993-828329D68FB3}" dt="2021-01-26T08:50:32.764" v="51" actId="478"/>
          <ac:picMkLst>
            <pc:docMk/>
            <pc:sldMk cId="3561293367" sldId="330"/>
            <ac:picMk id="6" creationId="{44573732-8D35-4866-B7E6-0E472D2BA953}"/>
          </ac:picMkLst>
        </pc:picChg>
        <pc:picChg chg="del">
          <ac:chgData name="Josh Reiss" userId="a90d6cd88c30b6c6" providerId="LiveId" clId="{E931739A-21FE-47EC-B993-828329D68FB3}" dt="2021-01-26T08:50:32.764" v="51" actId="478"/>
          <ac:picMkLst>
            <pc:docMk/>
            <pc:sldMk cId="3561293367" sldId="330"/>
            <ac:picMk id="1026" creationId="{50B95A25-7C21-4D0A-AEEF-ABA2755F2753}"/>
          </ac:picMkLst>
        </pc:picChg>
        <pc:picChg chg="del">
          <ac:chgData name="Josh Reiss" userId="a90d6cd88c30b6c6" providerId="LiveId" clId="{E931739A-21FE-47EC-B993-828329D68FB3}" dt="2021-01-26T08:50:32.764" v="51" actId="478"/>
          <ac:picMkLst>
            <pc:docMk/>
            <pc:sldMk cId="3561293367" sldId="330"/>
            <ac:picMk id="1028" creationId="{1385F942-F7BA-4B89-8D62-923285E12B0E}"/>
          </ac:picMkLst>
        </pc:picChg>
        <pc:picChg chg="del">
          <ac:chgData name="Josh Reiss" userId="a90d6cd88c30b6c6" providerId="LiveId" clId="{E931739A-21FE-47EC-B993-828329D68FB3}" dt="2021-01-26T08:50:32.764" v="51" actId="478"/>
          <ac:picMkLst>
            <pc:docMk/>
            <pc:sldMk cId="3561293367" sldId="330"/>
            <ac:picMk id="1030" creationId="{C8194F37-696A-48FB-83D6-BB3B21BF0350}"/>
          </ac:picMkLst>
        </pc:picChg>
      </pc:sldChg>
      <pc:sldChg chg="modSp new mod">
        <pc:chgData name="Josh Reiss" userId="a90d6cd88c30b6c6" providerId="LiveId" clId="{E931739A-21FE-47EC-B993-828329D68FB3}" dt="2021-01-27T15:03:01.011" v="1439" actId="207"/>
        <pc:sldMkLst>
          <pc:docMk/>
          <pc:sldMk cId="825086682" sldId="331"/>
        </pc:sldMkLst>
        <pc:spChg chg="mod">
          <ac:chgData name="Josh Reiss" userId="a90d6cd88c30b6c6" providerId="LiveId" clId="{E931739A-21FE-47EC-B993-828329D68FB3}" dt="2021-01-26T08:53:06.470" v="70" actId="20577"/>
          <ac:spMkLst>
            <pc:docMk/>
            <pc:sldMk cId="825086682" sldId="331"/>
            <ac:spMk id="2" creationId="{804CC300-B1E9-4920-B7F0-11E4C44C33D6}"/>
          </ac:spMkLst>
        </pc:spChg>
        <pc:spChg chg="mod">
          <ac:chgData name="Josh Reiss" userId="a90d6cd88c30b6c6" providerId="LiveId" clId="{E931739A-21FE-47EC-B993-828329D68FB3}" dt="2021-01-27T15:03:01.011" v="1439" actId="207"/>
          <ac:spMkLst>
            <pc:docMk/>
            <pc:sldMk cId="825086682" sldId="331"/>
            <ac:spMk id="3" creationId="{D2D4A7F2-234A-4292-84D2-445D75836997}"/>
          </ac:spMkLst>
        </pc:spChg>
      </pc:sldChg>
      <pc:sldChg chg="addSp delSp modSp new mod">
        <pc:chgData name="Josh Reiss" userId="a90d6cd88c30b6c6" providerId="LiveId" clId="{E931739A-21FE-47EC-B993-828329D68FB3}" dt="2021-01-27T08:48:26.575" v="486" actId="1076"/>
        <pc:sldMkLst>
          <pc:docMk/>
          <pc:sldMk cId="264300350" sldId="332"/>
        </pc:sldMkLst>
        <pc:spChg chg="mod">
          <ac:chgData name="Josh Reiss" userId="a90d6cd88c30b6c6" providerId="LiveId" clId="{E931739A-21FE-47EC-B993-828329D68FB3}" dt="2021-01-26T08:54:53.233" v="310" actId="20577"/>
          <ac:spMkLst>
            <pc:docMk/>
            <pc:sldMk cId="264300350" sldId="332"/>
            <ac:spMk id="2" creationId="{F8E8092E-7040-4C52-90CD-6F321E78E6FD}"/>
          </ac:spMkLst>
        </pc:spChg>
        <pc:spChg chg="mod">
          <ac:chgData name="Josh Reiss" userId="a90d6cd88c30b6c6" providerId="LiveId" clId="{E931739A-21FE-47EC-B993-828329D68FB3}" dt="2021-01-26T08:56:17.497" v="346" actId="20577"/>
          <ac:spMkLst>
            <pc:docMk/>
            <pc:sldMk cId="264300350" sldId="332"/>
            <ac:spMk id="3" creationId="{4C2C8911-94C0-40C6-9509-C499A7F9A56B}"/>
          </ac:spMkLst>
        </pc:spChg>
        <pc:spChg chg="add del">
          <ac:chgData name="Josh Reiss" userId="a90d6cd88c30b6c6" providerId="LiveId" clId="{E931739A-21FE-47EC-B993-828329D68FB3}" dt="2021-01-26T08:58:39.272" v="389" actId="22"/>
          <ac:spMkLst>
            <pc:docMk/>
            <pc:sldMk cId="264300350" sldId="332"/>
            <ac:spMk id="6" creationId="{81378345-67ED-466C-A890-B695EF8EF979}"/>
          </ac:spMkLst>
        </pc:spChg>
        <pc:spChg chg="add del">
          <ac:chgData name="Josh Reiss" userId="a90d6cd88c30b6c6" providerId="LiveId" clId="{E931739A-21FE-47EC-B993-828329D68FB3}" dt="2021-01-26T08:58:45.634" v="391" actId="22"/>
          <ac:spMkLst>
            <pc:docMk/>
            <pc:sldMk cId="264300350" sldId="332"/>
            <ac:spMk id="8" creationId="{3FB2AF4E-AED8-4444-B185-57D6DBF58127}"/>
          </ac:spMkLst>
        </pc:spChg>
        <pc:spChg chg="add mod">
          <ac:chgData name="Josh Reiss" userId="a90d6cd88c30b6c6" providerId="LiveId" clId="{E931739A-21FE-47EC-B993-828329D68FB3}" dt="2021-01-27T08:48:26.575" v="486" actId="1076"/>
          <ac:spMkLst>
            <pc:docMk/>
            <pc:sldMk cId="264300350" sldId="332"/>
            <ac:spMk id="10" creationId="{78091791-0604-4D9E-9ADD-FC09B77F520B}"/>
          </ac:spMkLst>
        </pc:spChg>
        <pc:graphicFrameChg chg="add mod">
          <ac:chgData name="Josh Reiss" userId="a90d6cd88c30b6c6" providerId="LiveId" clId="{E931739A-21FE-47EC-B993-828329D68FB3}" dt="2021-01-27T08:48:20.987" v="485" actId="14100"/>
          <ac:graphicFrameMkLst>
            <pc:docMk/>
            <pc:sldMk cId="264300350" sldId="332"/>
            <ac:graphicFrameMk id="4" creationId="{E2522E1F-CC6C-4BB9-8DDC-7D5D460D17EF}"/>
          </ac:graphicFrameMkLst>
        </pc:graphicFrameChg>
      </pc:sldChg>
      <pc:sldChg chg="addSp delSp modSp add mod">
        <pc:chgData name="Josh Reiss" userId="a90d6cd88c30b6c6" providerId="LiveId" clId="{E931739A-21FE-47EC-B993-828329D68FB3}" dt="2021-01-31T15:09:40.754" v="3412" actId="1076"/>
        <pc:sldMkLst>
          <pc:docMk/>
          <pc:sldMk cId="3938940341" sldId="333"/>
        </pc:sldMkLst>
        <pc:spChg chg="mod">
          <ac:chgData name="Josh Reiss" userId="a90d6cd88c30b6c6" providerId="LiveId" clId="{E931739A-21FE-47EC-B993-828329D68FB3}" dt="2021-01-26T08:56:44.240" v="362" actId="27636"/>
          <ac:spMkLst>
            <pc:docMk/>
            <pc:sldMk cId="3938940341" sldId="333"/>
            <ac:spMk id="2" creationId="{F8E8092E-7040-4C52-90CD-6F321E78E6FD}"/>
          </ac:spMkLst>
        </pc:spChg>
        <pc:spChg chg="add mod">
          <ac:chgData name="Josh Reiss" userId="a90d6cd88c30b6c6" providerId="LiveId" clId="{E931739A-21FE-47EC-B993-828329D68FB3}" dt="2021-01-31T15:09:40.754" v="3412" actId="1076"/>
          <ac:spMkLst>
            <pc:docMk/>
            <pc:sldMk cId="3938940341" sldId="333"/>
            <ac:spMk id="6" creationId="{7906E792-B6F2-4BCE-B00F-33993C20B2AA}"/>
          </ac:spMkLst>
        </pc:spChg>
        <pc:graphicFrameChg chg="del mod">
          <ac:chgData name="Josh Reiss" userId="a90d6cd88c30b6c6" providerId="LiveId" clId="{E931739A-21FE-47EC-B993-828329D68FB3}" dt="2021-01-26T08:59:49.760" v="401" actId="478"/>
          <ac:graphicFrameMkLst>
            <pc:docMk/>
            <pc:sldMk cId="3938940341" sldId="333"/>
            <ac:graphicFrameMk id="4" creationId="{E2522E1F-CC6C-4BB9-8DDC-7D5D460D17EF}"/>
          </ac:graphicFrameMkLst>
        </pc:graphicFrameChg>
        <pc:picChg chg="add mod">
          <ac:chgData name="Josh Reiss" userId="a90d6cd88c30b6c6" providerId="LiveId" clId="{E931739A-21FE-47EC-B993-828329D68FB3}" dt="2021-01-27T08:45:07.315" v="441" actId="14100"/>
          <ac:picMkLst>
            <pc:docMk/>
            <pc:sldMk cId="3938940341" sldId="333"/>
            <ac:picMk id="7" creationId="{E679AA18-5D78-41D4-88E2-7296A130C9F5}"/>
          </ac:picMkLst>
        </pc:picChg>
      </pc:sldChg>
      <pc:sldChg chg="addSp delSp modSp add mod">
        <pc:chgData name="Josh Reiss" userId="a90d6cd88c30b6c6" providerId="LiveId" clId="{E931739A-21FE-47EC-B993-828329D68FB3}" dt="2021-01-27T08:46:24.263" v="468" actId="1076"/>
        <pc:sldMkLst>
          <pc:docMk/>
          <pc:sldMk cId="1411299602" sldId="334"/>
        </pc:sldMkLst>
        <pc:spChg chg="mod">
          <ac:chgData name="Josh Reiss" userId="a90d6cd88c30b6c6" providerId="LiveId" clId="{E931739A-21FE-47EC-B993-828329D68FB3}" dt="2021-01-26T08:57:05.488" v="380" actId="20577"/>
          <ac:spMkLst>
            <pc:docMk/>
            <pc:sldMk cId="1411299602" sldId="334"/>
            <ac:spMk id="2" creationId="{F8E8092E-7040-4C52-90CD-6F321E78E6FD}"/>
          </ac:spMkLst>
        </pc:spChg>
        <pc:spChg chg="add mod">
          <ac:chgData name="Josh Reiss" userId="a90d6cd88c30b6c6" providerId="LiveId" clId="{E931739A-21FE-47EC-B993-828329D68FB3}" dt="2021-01-27T08:45:44.170" v="453" actId="1076"/>
          <ac:spMkLst>
            <pc:docMk/>
            <pc:sldMk cId="1411299602" sldId="334"/>
            <ac:spMk id="7" creationId="{2AC8F012-97F3-48B9-ADFC-CC01D441ADBF}"/>
          </ac:spMkLst>
        </pc:spChg>
        <pc:graphicFrameChg chg="del">
          <ac:chgData name="Josh Reiss" userId="a90d6cd88c30b6c6" providerId="LiveId" clId="{E931739A-21FE-47EC-B993-828329D68FB3}" dt="2021-01-26T09:00:19.224" v="403" actId="478"/>
          <ac:graphicFrameMkLst>
            <pc:docMk/>
            <pc:sldMk cId="1411299602" sldId="334"/>
            <ac:graphicFrameMk id="4" creationId="{E2522E1F-CC6C-4BB9-8DDC-7D5D460D17EF}"/>
          </ac:graphicFrameMkLst>
        </pc:graphicFrameChg>
        <pc:picChg chg="add mod">
          <ac:chgData name="Josh Reiss" userId="a90d6cd88c30b6c6" providerId="LiveId" clId="{E931739A-21FE-47EC-B993-828329D68FB3}" dt="2021-01-27T08:46:24.263" v="468" actId="1076"/>
          <ac:picMkLst>
            <pc:docMk/>
            <pc:sldMk cId="1411299602" sldId="334"/>
            <ac:picMk id="5" creationId="{8E7FA94E-D094-42A1-B536-35C3E5301A8E}"/>
          </ac:picMkLst>
        </pc:picChg>
      </pc:sldChg>
      <pc:sldChg chg="addSp delSp modSp add mod">
        <pc:chgData name="Josh Reiss" userId="a90d6cd88c30b6c6" providerId="LiveId" clId="{E931739A-21FE-47EC-B993-828329D68FB3}" dt="2021-01-27T08:47:18.749" v="474" actId="1076"/>
        <pc:sldMkLst>
          <pc:docMk/>
          <pc:sldMk cId="528979424" sldId="335"/>
        </pc:sldMkLst>
        <pc:spChg chg="mod">
          <ac:chgData name="Josh Reiss" userId="a90d6cd88c30b6c6" providerId="LiveId" clId="{E931739A-21FE-47EC-B993-828329D68FB3}" dt="2021-01-26T08:56:58.483" v="372" actId="20577"/>
          <ac:spMkLst>
            <pc:docMk/>
            <pc:sldMk cId="528979424" sldId="335"/>
            <ac:spMk id="2" creationId="{F8E8092E-7040-4C52-90CD-6F321E78E6FD}"/>
          </ac:spMkLst>
        </pc:spChg>
        <pc:spChg chg="add mod">
          <ac:chgData name="Josh Reiss" userId="a90d6cd88c30b6c6" providerId="LiveId" clId="{E931739A-21FE-47EC-B993-828329D68FB3}" dt="2021-01-27T08:47:07.487" v="471" actId="1076"/>
          <ac:spMkLst>
            <pc:docMk/>
            <pc:sldMk cId="528979424" sldId="335"/>
            <ac:spMk id="7" creationId="{1DD43CAB-B61B-4591-A960-56FD7EBA2C53}"/>
          </ac:spMkLst>
        </pc:spChg>
        <pc:graphicFrameChg chg="del">
          <ac:chgData name="Josh Reiss" userId="a90d6cd88c30b6c6" providerId="LiveId" clId="{E931739A-21FE-47EC-B993-828329D68FB3}" dt="2021-01-26T09:00:47.139" v="407" actId="478"/>
          <ac:graphicFrameMkLst>
            <pc:docMk/>
            <pc:sldMk cId="528979424" sldId="335"/>
            <ac:graphicFrameMk id="4" creationId="{E2522E1F-CC6C-4BB9-8DDC-7D5D460D17EF}"/>
          </ac:graphicFrameMkLst>
        </pc:graphicFrameChg>
        <pc:picChg chg="add mod">
          <ac:chgData name="Josh Reiss" userId="a90d6cd88c30b6c6" providerId="LiveId" clId="{E931739A-21FE-47EC-B993-828329D68FB3}" dt="2021-01-27T08:47:18.749" v="474" actId="1076"/>
          <ac:picMkLst>
            <pc:docMk/>
            <pc:sldMk cId="528979424" sldId="335"/>
            <ac:picMk id="5" creationId="{6CA05E91-401A-49D2-B11E-7A593204AAD8}"/>
          </ac:picMkLst>
        </pc:picChg>
      </pc:sldChg>
      <pc:sldChg chg="addSp delSp modSp new mod">
        <pc:chgData name="Josh Reiss" userId="a90d6cd88c30b6c6" providerId="LiveId" clId="{E931739A-21FE-47EC-B993-828329D68FB3}" dt="2021-01-29T12:02:16.509" v="2758" actId="20577"/>
        <pc:sldMkLst>
          <pc:docMk/>
          <pc:sldMk cId="2498936484" sldId="336"/>
        </pc:sldMkLst>
        <pc:spChg chg="mod">
          <ac:chgData name="Josh Reiss" userId="a90d6cd88c30b6c6" providerId="LiveId" clId="{E931739A-21FE-47EC-B993-828329D68FB3}" dt="2021-01-27T08:49:36.067" v="506" actId="20577"/>
          <ac:spMkLst>
            <pc:docMk/>
            <pc:sldMk cId="2498936484" sldId="336"/>
            <ac:spMk id="2" creationId="{18B9196C-03E8-4F5A-A259-A9ED055D7ECA}"/>
          </ac:spMkLst>
        </pc:spChg>
        <pc:spChg chg="mod">
          <ac:chgData name="Josh Reiss" userId="a90d6cd88c30b6c6" providerId="LiveId" clId="{E931739A-21FE-47EC-B993-828329D68FB3}" dt="2021-01-29T12:02:16.509" v="2758" actId="20577"/>
          <ac:spMkLst>
            <pc:docMk/>
            <pc:sldMk cId="2498936484" sldId="336"/>
            <ac:spMk id="3" creationId="{60278A85-2829-4A13-8B18-9A3033F07F2B}"/>
          </ac:spMkLst>
        </pc:spChg>
        <pc:spChg chg="add">
          <ac:chgData name="Josh Reiss" userId="a90d6cd88c30b6c6" providerId="LiveId" clId="{E931739A-21FE-47EC-B993-828329D68FB3}" dt="2021-01-27T08:57:53.109" v="582"/>
          <ac:spMkLst>
            <pc:docMk/>
            <pc:sldMk cId="2498936484" sldId="336"/>
            <ac:spMk id="4" creationId="{D093400A-C23C-4DBA-8CDC-9D933BEE6B65}"/>
          </ac:spMkLst>
        </pc:spChg>
        <pc:spChg chg="add del mod">
          <ac:chgData name="Josh Reiss" userId="a90d6cd88c30b6c6" providerId="LiveId" clId="{E931739A-21FE-47EC-B993-828329D68FB3}" dt="2021-01-27T09:10:38.580" v="704" actId="478"/>
          <ac:spMkLst>
            <pc:docMk/>
            <pc:sldMk cId="2498936484" sldId="336"/>
            <ac:spMk id="5" creationId="{199565A7-AFA5-40D2-8052-B1B88A3C2D12}"/>
          </ac:spMkLst>
        </pc:spChg>
        <pc:spChg chg="add del mod">
          <ac:chgData name="Josh Reiss" userId="a90d6cd88c30b6c6" providerId="LiveId" clId="{E931739A-21FE-47EC-B993-828329D68FB3}" dt="2021-01-27T09:10:32.672" v="703" actId="478"/>
          <ac:spMkLst>
            <pc:docMk/>
            <pc:sldMk cId="2498936484" sldId="336"/>
            <ac:spMk id="6" creationId="{C92B169A-D4EB-44B9-8AF0-6AA8EEA80574}"/>
          </ac:spMkLst>
        </pc:spChg>
        <pc:spChg chg="add del mod">
          <ac:chgData name="Josh Reiss" userId="a90d6cd88c30b6c6" providerId="LiveId" clId="{E931739A-21FE-47EC-B993-828329D68FB3}" dt="2021-01-27T08:59:18.428" v="592"/>
          <ac:spMkLst>
            <pc:docMk/>
            <pc:sldMk cId="2498936484" sldId="336"/>
            <ac:spMk id="7" creationId="{A5F64CA5-9741-4032-BE22-9F4843162D11}"/>
          </ac:spMkLst>
        </pc:spChg>
        <pc:spChg chg="add mod">
          <ac:chgData name="Josh Reiss" userId="a90d6cd88c30b6c6" providerId="LiveId" clId="{E931739A-21FE-47EC-B993-828329D68FB3}" dt="2021-01-27T09:10:45.941" v="706" actId="1035"/>
          <ac:spMkLst>
            <pc:docMk/>
            <pc:sldMk cId="2498936484" sldId="336"/>
            <ac:spMk id="8" creationId="{3AB73EEE-ACA2-4FB1-8E8B-948AA1D39560}"/>
          </ac:spMkLst>
        </pc:spChg>
        <pc:spChg chg="add mod">
          <ac:chgData name="Josh Reiss" userId="a90d6cd88c30b6c6" providerId="LiveId" clId="{E931739A-21FE-47EC-B993-828329D68FB3}" dt="2021-01-27T09:10:45.941" v="706" actId="1035"/>
          <ac:spMkLst>
            <pc:docMk/>
            <pc:sldMk cId="2498936484" sldId="336"/>
            <ac:spMk id="9" creationId="{76443ADB-11B2-487C-983A-C834E46BC137}"/>
          </ac:spMkLst>
        </pc:spChg>
      </pc:sldChg>
      <pc:sldChg chg="addSp delSp modSp new mod modClrScheme chgLayout">
        <pc:chgData name="Josh Reiss" userId="a90d6cd88c30b6c6" providerId="LiveId" clId="{E931739A-21FE-47EC-B993-828329D68FB3}" dt="2021-01-27T09:11:40.169" v="758" actId="20577"/>
        <pc:sldMkLst>
          <pc:docMk/>
          <pc:sldMk cId="2012708393" sldId="337"/>
        </pc:sldMkLst>
        <pc:spChg chg="del mod ord">
          <ac:chgData name="Josh Reiss" userId="a90d6cd88c30b6c6" providerId="LiveId" clId="{E931739A-21FE-47EC-B993-828329D68FB3}" dt="2021-01-27T09:11:16.043" v="708" actId="700"/>
          <ac:spMkLst>
            <pc:docMk/>
            <pc:sldMk cId="2012708393" sldId="337"/>
            <ac:spMk id="2" creationId="{1935D75F-F3E9-4EAA-B3C7-77FD9F5479AC}"/>
          </ac:spMkLst>
        </pc:spChg>
        <pc:spChg chg="del mod ord">
          <ac:chgData name="Josh Reiss" userId="a90d6cd88c30b6c6" providerId="LiveId" clId="{E931739A-21FE-47EC-B993-828329D68FB3}" dt="2021-01-27T09:11:16.043" v="708" actId="700"/>
          <ac:spMkLst>
            <pc:docMk/>
            <pc:sldMk cId="2012708393" sldId="337"/>
            <ac:spMk id="3" creationId="{291830CC-2330-4F32-B55F-BF1728B882DC}"/>
          </ac:spMkLst>
        </pc:spChg>
        <pc:spChg chg="add mod ord">
          <ac:chgData name="Josh Reiss" userId="a90d6cd88c30b6c6" providerId="LiveId" clId="{E931739A-21FE-47EC-B993-828329D68FB3}" dt="2021-01-27T09:11:40.169" v="758" actId="20577"/>
          <ac:spMkLst>
            <pc:docMk/>
            <pc:sldMk cId="2012708393" sldId="337"/>
            <ac:spMk id="4" creationId="{316A45D5-5D90-4497-8CF1-7EA9EE9051D2}"/>
          </ac:spMkLst>
        </pc:spChg>
        <pc:spChg chg="add mod ord">
          <ac:chgData name="Josh Reiss" userId="a90d6cd88c30b6c6" providerId="LiveId" clId="{E931739A-21FE-47EC-B993-828329D68FB3}" dt="2021-01-27T09:11:16.043" v="708" actId="700"/>
          <ac:spMkLst>
            <pc:docMk/>
            <pc:sldMk cId="2012708393" sldId="337"/>
            <ac:spMk id="5" creationId="{2BD51943-96C4-44FE-AC28-5487930685D4}"/>
          </ac:spMkLst>
        </pc:spChg>
      </pc:sldChg>
      <pc:sldChg chg="modSp new mod">
        <pc:chgData name="Josh Reiss" userId="a90d6cd88c30b6c6" providerId="LiveId" clId="{E931739A-21FE-47EC-B993-828329D68FB3}" dt="2021-01-27T14:27:23.511" v="1104" actId="6549"/>
        <pc:sldMkLst>
          <pc:docMk/>
          <pc:sldMk cId="1325987111" sldId="338"/>
        </pc:sldMkLst>
        <pc:spChg chg="mod">
          <ac:chgData name="Josh Reiss" userId="a90d6cd88c30b6c6" providerId="LiveId" clId="{E931739A-21FE-47EC-B993-828329D68FB3}" dt="2021-01-27T13:56:20.175" v="774" actId="20577"/>
          <ac:spMkLst>
            <pc:docMk/>
            <pc:sldMk cId="1325987111" sldId="338"/>
            <ac:spMk id="2" creationId="{19ED3862-AE74-406C-AC49-812D0707F9D2}"/>
          </ac:spMkLst>
        </pc:spChg>
        <pc:spChg chg="mod">
          <ac:chgData name="Josh Reiss" userId="a90d6cd88c30b6c6" providerId="LiveId" clId="{E931739A-21FE-47EC-B993-828329D68FB3}" dt="2021-01-27T14:27:23.511" v="1104" actId="6549"/>
          <ac:spMkLst>
            <pc:docMk/>
            <pc:sldMk cId="1325987111" sldId="338"/>
            <ac:spMk id="3" creationId="{34A1EFCB-F3FA-4AC7-B815-D795BABFDC88}"/>
          </ac:spMkLst>
        </pc:spChg>
      </pc:sldChg>
      <pc:sldChg chg="addSp delSp modSp add mod">
        <pc:chgData name="Josh Reiss" userId="a90d6cd88c30b6c6" providerId="LiveId" clId="{E931739A-21FE-47EC-B993-828329D68FB3}" dt="2021-01-29T11:48:03.216" v="2653" actId="1076"/>
        <pc:sldMkLst>
          <pc:docMk/>
          <pc:sldMk cId="1572775880" sldId="339"/>
        </pc:sldMkLst>
        <pc:spChg chg="mod">
          <ac:chgData name="Josh Reiss" userId="a90d6cd88c30b6c6" providerId="LiveId" clId="{E931739A-21FE-47EC-B993-828329D68FB3}" dt="2021-01-27T14:58:20.909" v="1293" actId="20577"/>
          <ac:spMkLst>
            <pc:docMk/>
            <pc:sldMk cId="1572775880" sldId="339"/>
            <ac:spMk id="2" creationId="{19ED3862-AE74-406C-AC49-812D0707F9D2}"/>
          </ac:spMkLst>
        </pc:spChg>
        <pc:spChg chg="mod">
          <ac:chgData name="Josh Reiss" userId="a90d6cd88c30b6c6" providerId="LiveId" clId="{E931739A-21FE-47EC-B993-828329D68FB3}" dt="2021-01-27T14:57:48.450" v="1280" actId="20577"/>
          <ac:spMkLst>
            <pc:docMk/>
            <pc:sldMk cId="1572775880" sldId="339"/>
            <ac:spMk id="3" creationId="{34A1EFCB-F3FA-4AC7-B815-D795BABFDC88}"/>
          </ac:spMkLst>
        </pc:spChg>
        <pc:spChg chg="add mod">
          <ac:chgData name="Josh Reiss" userId="a90d6cd88c30b6c6" providerId="LiveId" clId="{E931739A-21FE-47EC-B993-828329D68FB3}" dt="2021-01-27T14:22:23.066" v="1080" actId="1076"/>
          <ac:spMkLst>
            <pc:docMk/>
            <pc:sldMk cId="1572775880" sldId="339"/>
            <ac:spMk id="5" creationId="{6F15C813-D70F-48A2-BB1C-25768137A14B}"/>
          </ac:spMkLst>
        </pc:spChg>
        <pc:spChg chg="add del mod">
          <ac:chgData name="Josh Reiss" userId="a90d6cd88c30b6c6" providerId="LiveId" clId="{E931739A-21FE-47EC-B993-828329D68FB3}" dt="2021-01-27T14:56:06.776" v="1174" actId="478"/>
          <ac:spMkLst>
            <pc:docMk/>
            <pc:sldMk cId="1572775880" sldId="339"/>
            <ac:spMk id="7" creationId="{520BAAA2-F609-4283-9AA4-11944B5CEBEE}"/>
          </ac:spMkLst>
        </pc:spChg>
        <pc:spChg chg="add mod">
          <ac:chgData name="Josh Reiss" userId="a90d6cd88c30b6c6" providerId="LiveId" clId="{E931739A-21FE-47EC-B993-828329D68FB3}" dt="2021-01-27T14:57:09.322" v="1277" actId="1038"/>
          <ac:spMkLst>
            <pc:docMk/>
            <pc:sldMk cId="1572775880" sldId="339"/>
            <ac:spMk id="11" creationId="{DD8A9E11-78C8-4F65-B07B-19FB89D31957}"/>
          </ac:spMkLst>
        </pc:spChg>
        <pc:graphicFrameChg chg="add del mod">
          <ac:chgData name="Josh Reiss" userId="a90d6cd88c30b6c6" providerId="LiveId" clId="{E931739A-21FE-47EC-B993-828329D68FB3}" dt="2021-01-27T14:55:45.010" v="1170" actId="478"/>
          <ac:graphicFrameMkLst>
            <pc:docMk/>
            <pc:sldMk cId="1572775880" sldId="339"/>
            <ac:graphicFrameMk id="6" creationId="{B5009FC7-AC23-4F66-8C87-8B988DBE19EF}"/>
          </ac:graphicFrameMkLst>
        </pc:graphicFrameChg>
        <pc:graphicFrameChg chg="add mod">
          <ac:chgData name="Josh Reiss" userId="a90d6cd88c30b6c6" providerId="LiveId" clId="{E931739A-21FE-47EC-B993-828329D68FB3}" dt="2021-01-29T11:48:03.216" v="2653" actId="1076"/>
          <ac:graphicFrameMkLst>
            <pc:docMk/>
            <pc:sldMk cId="1572775880" sldId="339"/>
            <ac:graphicFrameMk id="8" creationId="{C24DE14C-B426-44CF-BE0C-D1B2D5137CBD}"/>
          </ac:graphicFrameMkLst>
        </pc:graphicFrameChg>
        <pc:picChg chg="add mod">
          <ac:chgData name="Josh Reiss" userId="a90d6cd88c30b6c6" providerId="LiveId" clId="{E931739A-21FE-47EC-B993-828329D68FB3}" dt="2021-01-29T11:47:46.053" v="2649" actId="14100"/>
          <ac:picMkLst>
            <pc:docMk/>
            <pc:sldMk cId="1572775880" sldId="339"/>
            <ac:picMk id="9" creationId="{F2382708-71B8-46D8-AF6A-1EF298DD64DB}"/>
          </ac:picMkLst>
        </pc:picChg>
      </pc:sldChg>
      <pc:sldChg chg="modSp add mod ord">
        <pc:chgData name="Josh Reiss" userId="a90d6cd88c30b6c6" providerId="LiveId" clId="{E931739A-21FE-47EC-B993-828329D68FB3}" dt="2021-01-31T15:20:57.729" v="3413" actId="20577"/>
        <pc:sldMkLst>
          <pc:docMk/>
          <pc:sldMk cId="3813782894" sldId="340"/>
        </pc:sldMkLst>
        <pc:spChg chg="mod">
          <ac:chgData name="Josh Reiss" userId="a90d6cd88c30b6c6" providerId="LiveId" clId="{E931739A-21FE-47EC-B993-828329D68FB3}" dt="2021-01-27T14:58:27.345" v="1301" actId="20577"/>
          <ac:spMkLst>
            <pc:docMk/>
            <pc:sldMk cId="3813782894" sldId="340"/>
            <ac:spMk id="2" creationId="{19ED3862-AE74-406C-AC49-812D0707F9D2}"/>
          </ac:spMkLst>
        </pc:spChg>
        <pc:spChg chg="mod">
          <ac:chgData name="Josh Reiss" userId="a90d6cd88c30b6c6" providerId="LiveId" clId="{E931739A-21FE-47EC-B993-828329D68FB3}" dt="2021-01-31T15:20:57.729" v="3413" actId="20577"/>
          <ac:spMkLst>
            <pc:docMk/>
            <pc:sldMk cId="3813782894" sldId="340"/>
            <ac:spMk id="3" creationId="{34A1EFCB-F3FA-4AC7-B815-D795BABFDC88}"/>
          </ac:spMkLst>
        </pc:spChg>
      </pc:sldChg>
      <pc:sldChg chg="addSp delSp modSp add mod">
        <pc:chgData name="Josh Reiss" userId="a90d6cd88c30b6c6" providerId="LiveId" clId="{E931739A-21FE-47EC-B993-828329D68FB3}" dt="2021-01-29T11:49:42.534" v="2678" actId="1076"/>
        <pc:sldMkLst>
          <pc:docMk/>
          <pc:sldMk cId="385536561" sldId="341"/>
        </pc:sldMkLst>
        <pc:spChg chg="mod">
          <ac:chgData name="Josh Reiss" userId="a90d6cd88c30b6c6" providerId="LiveId" clId="{E931739A-21FE-47EC-B993-828329D68FB3}" dt="2021-01-27T14:59:23.769" v="1310" actId="20577"/>
          <ac:spMkLst>
            <pc:docMk/>
            <pc:sldMk cId="385536561" sldId="341"/>
            <ac:spMk id="2" creationId="{19ED3862-AE74-406C-AC49-812D0707F9D2}"/>
          </ac:spMkLst>
        </pc:spChg>
        <pc:spChg chg="mod">
          <ac:chgData name="Josh Reiss" userId="a90d6cd88c30b6c6" providerId="LiveId" clId="{E931739A-21FE-47EC-B993-828329D68FB3}" dt="2021-01-27T15:00:30.058" v="1318" actId="20577"/>
          <ac:spMkLst>
            <pc:docMk/>
            <pc:sldMk cId="385536561" sldId="341"/>
            <ac:spMk id="3" creationId="{34A1EFCB-F3FA-4AC7-B815-D795BABFDC88}"/>
          </ac:spMkLst>
        </pc:spChg>
        <pc:graphicFrameChg chg="del">
          <ac:chgData name="Josh Reiss" userId="a90d6cd88c30b6c6" providerId="LiveId" clId="{E931739A-21FE-47EC-B993-828329D68FB3}" dt="2021-01-27T15:00:03.731" v="1314" actId="478"/>
          <ac:graphicFrameMkLst>
            <pc:docMk/>
            <pc:sldMk cId="385536561" sldId="341"/>
            <ac:graphicFrameMk id="8" creationId="{C24DE14C-B426-44CF-BE0C-D1B2D5137CBD}"/>
          </ac:graphicFrameMkLst>
        </pc:graphicFrameChg>
        <pc:graphicFrameChg chg="add mod">
          <ac:chgData name="Josh Reiss" userId="a90d6cd88c30b6c6" providerId="LiveId" clId="{E931739A-21FE-47EC-B993-828329D68FB3}" dt="2021-01-29T11:49:42.534" v="2678" actId="1076"/>
          <ac:graphicFrameMkLst>
            <pc:docMk/>
            <pc:sldMk cId="385536561" sldId="341"/>
            <ac:graphicFrameMk id="12" creationId="{D4BFDF36-8F81-4F91-B1FE-48A18019980E}"/>
          </ac:graphicFrameMkLst>
        </pc:graphicFrameChg>
        <pc:picChg chg="del">
          <ac:chgData name="Josh Reiss" userId="a90d6cd88c30b6c6" providerId="LiveId" clId="{E931739A-21FE-47EC-B993-828329D68FB3}" dt="2021-01-27T14:59:36.727" v="1311" actId="478"/>
          <ac:picMkLst>
            <pc:docMk/>
            <pc:sldMk cId="385536561" sldId="341"/>
            <ac:picMk id="9" creationId="{F2382708-71B8-46D8-AF6A-1EF298DD64DB}"/>
          </ac:picMkLst>
        </pc:picChg>
        <pc:picChg chg="add mod">
          <ac:chgData name="Josh Reiss" userId="a90d6cd88c30b6c6" providerId="LiveId" clId="{E931739A-21FE-47EC-B993-828329D68FB3}" dt="2021-01-29T11:48:27.848" v="2654" actId="14100"/>
          <ac:picMkLst>
            <pc:docMk/>
            <pc:sldMk cId="385536561" sldId="341"/>
            <ac:picMk id="10" creationId="{5BFDDC74-5928-40D5-B385-A329545DE256}"/>
          </ac:picMkLst>
        </pc:picChg>
      </pc:sldChg>
      <pc:sldChg chg="addSp delSp modSp add mod">
        <pc:chgData name="Josh Reiss" userId="a90d6cd88c30b6c6" providerId="LiveId" clId="{E931739A-21FE-47EC-B993-828329D68FB3}" dt="2021-01-29T11:50:38.613" v="2696" actId="167"/>
        <pc:sldMkLst>
          <pc:docMk/>
          <pc:sldMk cId="2379946445" sldId="342"/>
        </pc:sldMkLst>
        <pc:spChg chg="mod">
          <ac:chgData name="Josh Reiss" userId="a90d6cd88c30b6c6" providerId="LiveId" clId="{E931739A-21FE-47EC-B993-828329D68FB3}" dt="2021-01-27T15:00:50.458" v="1327" actId="20577"/>
          <ac:spMkLst>
            <pc:docMk/>
            <pc:sldMk cId="2379946445" sldId="342"/>
            <ac:spMk id="2" creationId="{19ED3862-AE74-406C-AC49-812D0707F9D2}"/>
          </ac:spMkLst>
        </pc:spChg>
        <pc:spChg chg="mod">
          <ac:chgData name="Josh Reiss" userId="a90d6cd88c30b6c6" providerId="LiveId" clId="{E931739A-21FE-47EC-B993-828329D68FB3}" dt="2021-01-27T15:03:40.308" v="1441" actId="20577"/>
          <ac:spMkLst>
            <pc:docMk/>
            <pc:sldMk cId="2379946445" sldId="342"/>
            <ac:spMk id="3" creationId="{34A1EFCB-F3FA-4AC7-B815-D795BABFDC88}"/>
          </ac:spMkLst>
        </pc:spChg>
        <pc:graphicFrameChg chg="add mod ord">
          <ac:chgData name="Josh Reiss" userId="a90d6cd88c30b6c6" providerId="LiveId" clId="{E931739A-21FE-47EC-B993-828329D68FB3}" dt="2021-01-29T11:50:38.613" v="2696" actId="167"/>
          <ac:graphicFrameMkLst>
            <pc:docMk/>
            <pc:sldMk cId="2379946445" sldId="342"/>
            <ac:graphicFrameMk id="9" creationId="{CECD9175-4BAC-4609-8075-6D5541403D95}"/>
          </ac:graphicFrameMkLst>
        </pc:graphicFrameChg>
        <pc:graphicFrameChg chg="del">
          <ac:chgData name="Josh Reiss" userId="a90d6cd88c30b6c6" providerId="LiveId" clId="{E931739A-21FE-47EC-B993-828329D68FB3}" dt="2021-01-27T15:04:17.334" v="1445" actId="478"/>
          <ac:graphicFrameMkLst>
            <pc:docMk/>
            <pc:sldMk cId="2379946445" sldId="342"/>
            <ac:graphicFrameMk id="12" creationId="{D4BFDF36-8F81-4F91-B1FE-48A18019980E}"/>
          </ac:graphicFrameMkLst>
        </pc:graphicFrameChg>
        <pc:picChg chg="add mod">
          <ac:chgData name="Josh Reiss" userId="a90d6cd88c30b6c6" providerId="LiveId" clId="{E931739A-21FE-47EC-B993-828329D68FB3}" dt="2021-01-29T11:50:31.560" v="2695" actId="1036"/>
          <ac:picMkLst>
            <pc:docMk/>
            <pc:sldMk cId="2379946445" sldId="342"/>
            <ac:picMk id="8" creationId="{9E88CD18-3340-48FE-8719-36AE8D9199AC}"/>
          </ac:picMkLst>
        </pc:picChg>
        <pc:picChg chg="del">
          <ac:chgData name="Josh Reiss" userId="a90d6cd88c30b6c6" providerId="LiveId" clId="{E931739A-21FE-47EC-B993-828329D68FB3}" dt="2021-01-27T15:03:58.206" v="1443" actId="478"/>
          <ac:picMkLst>
            <pc:docMk/>
            <pc:sldMk cId="2379946445" sldId="342"/>
            <ac:picMk id="10" creationId="{5BFDDC74-5928-40D5-B385-A329545DE256}"/>
          </ac:picMkLst>
        </pc:picChg>
      </pc:sldChg>
      <pc:sldChg chg="addSp delSp modSp new mod ord">
        <pc:chgData name="Josh Reiss" userId="a90d6cd88c30b6c6" providerId="LiveId" clId="{E931739A-21FE-47EC-B993-828329D68FB3}" dt="2021-01-27T15:25:44.163" v="2059" actId="207"/>
        <pc:sldMkLst>
          <pc:docMk/>
          <pc:sldMk cId="1311582383" sldId="343"/>
        </pc:sldMkLst>
        <pc:spChg chg="mod">
          <ac:chgData name="Josh Reiss" userId="a90d6cd88c30b6c6" providerId="LiveId" clId="{E931739A-21FE-47EC-B993-828329D68FB3}" dt="2021-01-27T15:09:21.350" v="1505" actId="20577"/>
          <ac:spMkLst>
            <pc:docMk/>
            <pc:sldMk cId="1311582383" sldId="343"/>
            <ac:spMk id="2" creationId="{C259984E-D629-4610-BFF7-928559C9918F}"/>
          </ac:spMkLst>
        </pc:spChg>
        <pc:spChg chg="mod">
          <ac:chgData name="Josh Reiss" userId="a90d6cd88c30b6c6" providerId="LiveId" clId="{E931739A-21FE-47EC-B993-828329D68FB3}" dt="2021-01-27T15:21:43.595" v="1945" actId="14100"/>
          <ac:spMkLst>
            <pc:docMk/>
            <pc:sldMk cId="1311582383" sldId="343"/>
            <ac:spMk id="3" creationId="{5A840D7B-E0BE-4CA1-A0E5-5FA067E5C146}"/>
          </ac:spMkLst>
        </pc:spChg>
        <pc:spChg chg="add del">
          <ac:chgData name="Josh Reiss" userId="a90d6cd88c30b6c6" providerId="LiveId" clId="{E931739A-21FE-47EC-B993-828329D68FB3}" dt="2021-01-27T15:18:22.173" v="1794" actId="22"/>
          <ac:spMkLst>
            <pc:docMk/>
            <pc:sldMk cId="1311582383" sldId="343"/>
            <ac:spMk id="6" creationId="{D1EDAA01-6D57-43F3-A263-BFA533AE98B2}"/>
          </ac:spMkLst>
        </pc:spChg>
        <pc:spChg chg="add mod">
          <ac:chgData name="Josh Reiss" userId="a90d6cd88c30b6c6" providerId="LiveId" clId="{E931739A-21FE-47EC-B993-828329D68FB3}" dt="2021-01-27T15:25:44.163" v="2059" actId="207"/>
          <ac:spMkLst>
            <pc:docMk/>
            <pc:sldMk cId="1311582383" sldId="343"/>
            <ac:spMk id="8" creationId="{38076993-90C1-4BE2-95D5-C4956D0E80D7}"/>
          </ac:spMkLst>
        </pc:spChg>
        <pc:spChg chg="add del">
          <ac:chgData name="Josh Reiss" userId="a90d6cd88c30b6c6" providerId="LiveId" clId="{E931739A-21FE-47EC-B993-828329D68FB3}" dt="2021-01-27T15:18:57.656" v="1811" actId="22"/>
          <ac:spMkLst>
            <pc:docMk/>
            <pc:sldMk cId="1311582383" sldId="343"/>
            <ac:spMk id="10" creationId="{40F24270-1765-4449-9032-57F2BF1FAB82}"/>
          </ac:spMkLst>
        </pc:spChg>
        <pc:spChg chg="add del mod">
          <ac:chgData name="Josh Reiss" userId="a90d6cd88c30b6c6" providerId="LiveId" clId="{E931739A-21FE-47EC-B993-828329D68FB3}" dt="2021-01-27T15:24:12.198" v="1986"/>
          <ac:spMkLst>
            <pc:docMk/>
            <pc:sldMk cId="1311582383" sldId="343"/>
            <ac:spMk id="12" creationId="{AAEADAE3-6815-4199-9503-76D11701F5E4}"/>
          </ac:spMkLst>
        </pc:spChg>
        <pc:graphicFrameChg chg="add mod">
          <ac:chgData name="Josh Reiss" userId="a90d6cd88c30b6c6" providerId="LiveId" clId="{E931739A-21FE-47EC-B993-828329D68FB3}" dt="2021-01-27T15:21:25.397" v="1941" actId="1076"/>
          <ac:graphicFrameMkLst>
            <pc:docMk/>
            <pc:sldMk cId="1311582383" sldId="343"/>
            <ac:graphicFrameMk id="4" creationId="{2AC1CBA3-A40D-4988-91CF-21C4F81BB950}"/>
          </ac:graphicFrameMkLst>
        </pc:graphicFrameChg>
      </pc:sldChg>
      <pc:sldChg chg="modSp add mod">
        <pc:chgData name="Josh Reiss" userId="a90d6cd88c30b6c6" providerId="LiveId" clId="{E931739A-21FE-47EC-B993-828329D68FB3}" dt="2021-01-27T15:08:44.931" v="1495" actId="1076"/>
        <pc:sldMkLst>
          <pc:docMk/>
          <pc:sldMk cId="3021280111" sldId="344"/>
        </pc:sldMkLst>
        <pc:spChg chg="mod">
          <ac:chgData name="Josh Reiss" userId="a90d6cd88c30b6c6" providerId="LiveId" clId="{E931739A-21FE-47EC-B993-828329D68FB3}" dt="2021-01-27T15:08:44.931" v="1495" actId="1076"/>
          <ac:spMkLst>
            <pc:docMk/>
            <pc:sldMk cId="3021280111" sldId="344"/>
            <ac:spMk id="4" creationId="{316A45D5-5D90-4497-8CF1-7EA9EE9051D2}"/>
          </ac:spMkLst>
        </pc:spChg>
      </pc:sldChg>
      <pc:sldChg chg="modSp new mod">
        <pc:chgData name="Josh Reiss" userId="a90d6cd88c30b6c6" providerId="LiveId" clId="{E931739A-21FE-47EC-B993-828329D68FB3}" dt="2021-01-27T15:44:12.676" v="2300" actId="14100"/>
        <pc:sldMkLst>
          <pc:docMk/>
          <pc:sldMk cId="3672279525" sldId="345"/>
        </pc:sldMkLst>
        <pc:spChg chg="mod">
          <ac:chgData name="Josh Reiss" userId="a90d6cd88c30b6c6" providerId="LiveId" clId="{E931739A-21FE-47EC-B993-828329D68FB3}" dt="2021-01-27T15:19:44.956" v="1816"/>
          <ac:spMkLst>
            <pc:docMk/>
            <pc:sldMk cId="3672279525" sldId="345"/>
            <ac:spMk id="2" creationId="{E5A6588C-B949-4FB2-80FE-DADC45B84D4F}"/>
          </ac:spMkLst>
        </pc:spChg>
        <pc:spChg chg="mod">
          <ac:chgData name="Josh Reiss" userId="a90d6cd88c30b6c6" providerId="LiveId" clId="{E931739A-21FE-47EC-B993-828329D68FB3}" dt="2021-01-27T15:44:12.676" v="2300" actId="14100"/>
          <ac:spMkLst>
            <pc:docMk/>
            <pc:sldMk cId="3672279525" sldId="345"/>
            <ac:spMk id="3" creationId="{6CFD6FB8-0564-4CDB-A6F3-9BF72463F6FB}"/>
          </ac:spMkLst>
        </pc:spChg>
      </pc:sldChg>
      <pc:sldChg chg="modSp add mod">
        <pc:chgData name="Josh Reiss" userId="a90d6cd88c30b6c6" providerId="LiveId" clId="{E931739A-21FE-47EC-B993-828329D68FB3}" dt="2021-01-27T15:52:47.099" v="2638" actId="255"/>
        <pc:sldMkLst>
          <pc:docMk/>
          <pc:sldMk cId="1597852189" sldId="346"/>
        </pc:sldMkLst>
        <pc:spChg chg="mod">
          <ac:chgData name="Josh Reiss" userId="a90d6cd88c30b6c6" providerId="LiveId" clId="{E931739A-21FE-47EC-B993-828329D68FB3}" dt="2021-01-27T15:44:36.837" v="2313" actId="20577"/>
          <ac:spMkLst>
            <pc:docMk/>
            <pc:sldMk cId="1597852189" sldId="346"/>
            <ac:spMk id="2" creationId="{E5A6588C-B949-4FB2-80FE-DADC45B84D4F}"/>
          </ac:spMkLst>
        </pc:spChg>
        <pc:spChg chg="mod">
          <ac:chgData name="Josh Reiss" userId="a90d6cd88c30b6c6" providerId="LiveId" clId="{E931739A-21FE-47EC-B993-828329D68FB3}" dt="2021-01-27T15:52:47.099" v="2638" actId="255"/>
          <ac:spMkLst>
            <pc:docMk/>
            <pc:sldMk cId="1597852189" sldId="346"/>
            <ac:spMk id="3" creationId="{6CFD6FB8-0564-4CDB-A6F3-9BF72463F6FB}"/>
          </ac:spMkLst>
        </pc:spChg>
      </pc:sldChg>
      <pc:sldChg chg="addSp modSp new mod">
        <pc:chgData name="Josh Reiss" userId="a90d6cd88c30b6c6" providerId="LiveId" clId="{E931739A-21FE-47EC-B993-828329D68FB3}" dt="2021-01-29T13:48:31.734" v="2925"/>
        <pc:sldMkLst>
          <pc:docMk/>
          <pc:sldMk cId="2619561829" sldId="347"/>
        </pc:sldMkLst>
        <pc:spChg chg="mod">
          <ac:chgData name="Josh Reiss" userId="a90d6cd88c30b6c6" providerId="LiveId" clId="{E931739A-21FE-47EC-B993-828329D68FB3}" dt="2021-01-29T11:56:42.139" v="2715" actId="20577"/>
          <ac:spMkLst>
            <pc:docMk/>
            <pc:sldMk cId="2619561829" sldId="347"/>
            <ac:spMk id="2" creationId="{E59549C2-B318-432D-AD46-B38F7CF56BB3}"/>
          </ac:spMkLst>
        </pc:spChg>
        <pc:spChg chg="mod">
          <ac:chgData name="Josh Reiss" userId="a90d6cd88c30b6c6" providerId="LiveId" clId="{E931739A-21FE-47EC-B993-828329D68FB3}" dt="2021-01-29T13:45:09.933" v="2868" actId="14100"/>
          <ac:spMkLst>
            <pc:docMk/>
            <pc:sldMk cId="2619561829" sldId="347"/>
            <ac:spMk id="3" creationId="{CBF8D5D7-3746-443F-A7E8-FB8C443E57A4}"/>
          </ac:spMkLst>
        </pc:spChg>
        <pc:spChg chg="add mod">
          <ac:chgData name="Josh Reiss" userId="a90d6cd88c30b6c6" providerId="LiveId" clId="{E931739A-21FE-47EC-B993-828329D68FB3}" dt="2021-01-29T13:46:08.754" v="2874" actId="1076"/>
          <ac:spMkLst>
            <pc:docMk/>
            <pc:sldMk cId="2619561829" sldId="347"/>
            <ac:spMk id="5" creationId="{851A03FE-389C-45C6-9B6F-1199AB8530D9}"/>
          </ac:spMkLst>
        </pc:spChg>
        <pc:spChg chg="add mod">
          <ac:chgData name="Josh Reiss" userId="a90d6cd88c30b6c6" providerId="LiveId" clId="{E931739A-21FE-47EC-B993-828329D68FB3}" dt="2021-01-29T13:47:47.863" v="2921" actId="14100"/>
          <ac:spMkLst>
            <pc:docMk/>
            <pc:sldMk cId="2619561829" sldId="347"/>
            <ac:spMk id="8" creationId="{DA76FF6A-C73D-4032-8A55-AACDD5EAF99A}"/>
          </ac:spMkLst>
        </pc:spChg>
        <pc:graphicFrameChg chg="add mod">
          <ac:chgData name="Josh Reiss" userId="a90d6cd88c30b6c6" providerId="LiveId" clId="{E931739A-21FE-47EC-B993-828329D68FB3}" dt="2021-01-29T13:48:31.734" v="2925"/>
          <ac:graphicFrameMkLst>
            <pc:docMk/>
            <pc:sldMk cId="2619561829" sldId="347"/>
            <ac:graphicFrameMk id="6" creationId="{79E7027B-E8F3-4545-848A-6E5C64002BD2}"/>
          </ac:graphicFrameMkLst>
        </pc:graphicFrameChg>
      </pc:sldChg>
      <pc:sldChg chg="addSp delSp modSp add mod modAnim">
        <pc:chgData name="Josh Reiss" userId="a90d6cd88c30b6c6" providerId="LiveId" clId="{E931739A-21FE-47EC-B993-828329D68FB3}" dt="2021-01-31T14:58:01.706" v="3411" actId="14100"/>
        <pc:sldMkLst>
          <pc:docMk/>
          <pc:sldMk cId="594607842" sldId="348"/>
        </pc:sldMkLst>
        <pc:spChg chg="mod">
          <ac:chgData name="Josh Reiss" userId="a90d6cd88c30b6c6" providerId="LiveId" clId="{E931739A-21FE-47EC-B993-828329D68FB3}" dt="2021-01-29T14:26:46.006" v="3167" actId="27636"/>
          <ac:spMkLst>
            <pc:docMk/>
            <pc:sldMk cId="594607842" sldId="348"/>
            <ac:spMk id="2" creationId="{E59549C2-B318-432D-AD46-B38F7CF56BB3}"/>
          </ac:spMkLst>
        </pc:spChg>
        <pc:spChg chg="mod">
          <ac:chgData name="Josh Reiss" userId="a90d6cd88c30b6c6" providerId="LiveId" clId="{E931739A-21FE-47EC-B993-828329D68FB3}" dt="2021-01-29T14:29:16.285" v="3184" actId="14100"/>
          <ac:spMkLst>
            <pc:docMk/>
            <pc:sldMk cId="594607842" sldId="348"/>
            <ac:spMk id="3" creationId="{CBF8D5D7-3746-443F-A7E8-FB8C443E57A4}"/>
          </ac:spMkLst>
        </pc:spChg>
        <pc:spChg chg="del mod">
          <ac:chgData name="Josh Reiss" userId="a90d6cd88c30b6c6" providerId="LiveId" clId="{E931739A-21FE-47EC-B993-828329D68FB3}" dt="2021-01-29T14:28:36.025" v="3178" actId="478"/>
          <ac:spMkLst>
            <pc:docMk/>
            <pc:sldMk cId="594607842" sldId="348"/>
            <ac:spMk id="5" creationId="{851A03FE-389C-45C6-9B6F-1199AB8530D9}"/>
          </ac:spMkLst>
        </pc:spChg>
        <pc:spChg chg="add mod">
          <ac:chgData name="Josh Reiss" userId="a90d6cd88c30b6c6" providerId="LiveId" clId="{E931739A-21FE-47EC-B993-828329D68FB3}" dt="2021-01-29T15:27:32.973" v="3259" actId="1036"/>
          <ac:spMkLst>
            <pc:docMk/>
            <pc:sldMk cId="594607842" sldId="348"/>
            <ac:spMk id="7" creationId="{E126CE7F-78C6-42E8-BA24-0F69EA8716A1}"/>
          </ac:spMkLst>
        </pc:spChg>
        <pc:spChg chg="del mod">
          <ac:chgData name="Josh Reiss" userId="a90d6cd88c30b6c6" providerId="LiveId" clId="{E931739A-21FE-47EC-B993-828329D68FB3}" dt="2021-01-29T14:25:41.042" v="3096" actId="478"/>
          <ac:spMkLst>
            <pc:docMk/>
            <pc:sldMk cId="594607842" sldId="348"/>
            <ac:spMk id="8" creationId="{DA76FF6A-C73D-4032-8A55-AACDD5EAF99A}"/>
          </ac:spMkLst>
        </pc:spChg>
        <pc:spChg chg="add mod">
          <ac:chgData name="Josh Reiss" userId="a90d6cd88c30b6c6" providerId="LiveId" clId="{E931739A-21FE-47EC-B993-828329D68FB3}" dt="2021-01-29T14:29:22.388" v="3185" actId="1076"/>
          <ac:spMkLst>
            <pc:docMk/>
            <pc:sldMk cId="594607842" sldId="348"/>
            <ac:spMk id="9" creationId="{70B7B21F-1EF9-4369-AC99-042F3EA9D046}"/>
          </ac:spMkLst>
        </pc:spChg>
        <pc:spChg chg="add mod">
          <ac:chgData name="Josh Reiss" userId="a90d6cd88c30b6c6" providerId="LiveId" clId="{E931739A-21FE-47EC-B993-828329D68FB3}" dt="2021-01-29T15:24:19.904" v="3228" actId="1076"/>
          <ac:spMkLst>
            <pc:docMk/>
            <pc:sldMk cId="594607842" sldId="348"/>
            <ac:spMk id="10" creationId="{38FF203E-D234-4587-81F5-5E581023B2AD}"/>
          </ac:spMkLst>
        </pc:spChg>
        <pc:spChg chg="add mod">
          <ac:chgData name="Josh Reiss" userId="a90d6cd88c30b6c6" providerId="LiveId" clId="{E931739A-21FE-47EC-B993-828329D68FB3}" dt="2021-01-29T14:30:04.408" v="3224" actId="20577"/>
          <ac:spMkLst>
            <pc:docMk/>
            <pc:sldMk cId="594607842" sldId="348"/>
            <ac:spMk id="13" creationId="{E983C0D6-64D3-447B-9425-91849542331E}"/>
          </ac:spMkLst>
        </pc:spChg>
        <pc:spChg chg="mod">
          <ac:chgData name="Josh Reiss" userId="a90d6cd88c30b6c6" providerId="LiveId" clId="{E931739A-21FE-47EC-B993-828329D68FB3}" dt="2021-01-29T15:28:04.794" v="3302" actId="20577"/>
          <ac:spMkLst>
            <pc:docMk/>
            <pc:sldMk cId="594607842" sldId="348"/>
            <ac:spMk id="15" creationId="{36222B97-F848-4726-B5CD-C35DAC1B5603}"/>
          </ac:spMkLst>
        </pc:spChg>
        <pc:spChg chg="mod">
          <ac:chgData name="Josh Reiss" userId="a90d6cd88c30b6c6" providerId="LiveId" clId="{E931739A-21FE-47EC-B993-828329D68FB3}" dt="2021-01-29T15:28:46.163" v="3352" actId="20577"/>
          <ac:spMkLst>
            <pc:docMk/>
            <pc:sldMk cId="594607842" sldId="348"/>
            <ac:spMk id="18" creationId="{65F1293D-921E-4B06-A20F-C05C0DE62A49}"/>
          </ac:spMkLst>
        </pc:spChg>
        <pc:spChg chg="mod">
          <ac:chgData name="Josh Reiss" userId="a90d6cd88c30b6c6" providerId="LiveId" clId="{E931739A-21FE-47EC-B993-828329D68FB3}" dt="2021-01-29T15:29:25.093" v="3401" actId="20577"/>
          <ac:spMkLst>
            <pc:docMk/>
            <pc:sldMk cId="594607842" sldId="348"/>
            <ac:spMk id="21" creationId="{45E0E088-5D1A-4754-B52E-90378A4ED190}"/>
          </ac:spMkLst>
        </pc:spChg>
        <pc:grpChg chg="add mod">
          <ac:chgData name="Josh Reiss" userId="a90d6cd88c30b6c6" providerId="LiveId" clId="{E931739A-21FE-47EC-B993-828329D68FB3}" dt="2021-01-29T15:27:03.115" v="3246" actId="164"/>
          <ac:grpSpMkLst>
            <pc:docMk/>
            <pc:sldMk cId="594607842" sldId="348"/>
            <ac:grpSpMk id="8" creationId="{B182383A-45DA-40DD-84E5-7902C2028F08}"/>
          </ac:grpSpMkLst>
        </pc:grpChg>
        <pc:grpChg chg="add mod">
          <ac:chgData name="Josh Reiss" userId="a90d6cd88c30b6c6" providerId="LiveId" clId="{E931739A-21FE-47EC-B993-828329D68FB3}" dt="2021-01-29T15:27:24.712" v="3248" actId="1076"/>
          <ac:grpSpMkLst>
            <pc:docMk/>
            <pc:sldMk cId="594607842" sldId="348"/>
            <ac:grpSpMk id="14" creationId="{7C5A4365-2B0A-4728-96C8-358A9EDA44C5}"/>
          </ac:grpSpMkLst>
        </pc:grpChg>
        <pc:grpChg chg="add mod">
          <ac:chgData name="Josh Reiss" userId="a90d6cd88c30b6c6" providerId="LiveId" clId="{E931739A-21FE-47EC-B993-828329D68FB3}" dt="2021-01-31T14:58:01.706" v="3411" actId="14100"/>
          <ac:grpSpMkLst>
            <pc:docMk/>
            <pc:sldMk cId="594607842" sldId="348"/>
            <ac:grpSpMk id="17" creationId="{C0D5574F-8824-4DB2-B40F-0FAC49E35345}"/>
          </ac:grpSpMkLst>
        </pc:grpChg>
        <pc:grpChg chg="add mod">
          <ac:chgData name="Josh Reiss" userId="a90d6cd88c30b6c6" providerId="LiveId" clId="{E931739A-21FE-47EC-B993-828329D68FB3}" dt="2021-01-29T15:29:06.882" v="3354" actId="1076"/>
          <ac:grpSpMkLst>
            <pc:docMk/>
            <pc:sldMk cId="594607842" sldId="348"/>
            <ac:grpSpMk id="20" creationId="{D5881F3B-A9A9-4DB9-82D9-810BBDB34D7F}"/>
          </ac:grpSpMkLst>
        </pc:grpChg>
        <pc:graphicFrameChg chg="del">
          <ac:chgData name="Josh Reiss" userId="a90d6cd88c30b6c6" providerId="LiveId" clId="{E931739A-21FE-47EC-B993-828329D68FB3}" dt="2021-01-29T14:24:46.889" v="3089" actId="478"/>
          <ac:graphicFrameMkLst>
            <pc:docMk/>
            <pc:sldMk cId="594607842" sldId="348"/>
            <ac:graphicFrameMk id="6" creationId="{79E7027B-E8F3-4545-848A-6E5C64002BD2}"/>
          </ac:graphicFrameMkLst>
        </pc:graphicFrameChg>
        <pc:graphicFrameChg chg="add mod ord">
          <ac:chgData name="Josh Reiss" userId="a90d6cd88c30b6c6" providerId="LiveId" clId="{E931739A-21FE-47EC-B993-828329D68FB3}" dt="2021-01-29T15:23:41.378" v="3226" actId="167"/>
          <ac:graphicFrameMkLst>
            <pc:docMk/>
            <pc:sldMk cId="594607842" sldId="348"/>
            <ac:graphicFrameMk id="11" creationId="{F42BC931-83BA-45C2-AB58-6B7D4BCF6AFC}"/>
          </ac:graphicFrameMkLst>
        </pc:graphicFrameChg>
        <pc:cxnChg chg="add mod">
          <ac:chgData name="Josh Reiss" userId="a90d6cd88c30b6c6" providerId="LiveId" clId="{E931739A-21FE-47EC-B993-828329D68FB3}" dt="2021-01-29T15:27:38.955" v="3260" actId="14100"/>
          <ac:cxnSpMkLst>
            <pc:docMk/>
            <pc:sldMk cId="594607842" sldId="348"/>
            <ac:cxnSpMk id="5" creationId="{B24B8F36-DB2C-4298-BFB5-C4CF0161FF94}"/>
          </ac:cxnSpMkLst>
        </pc:cxnChg>
        <pc:cxnChg chg="mod">
          <ac:chgData name="Josh Reiss" userId="a90d6cd88c30b6c6" providerId="LiveId" clId="{E931739A-21FE-47EC-B993-828329D68FB3}" dt="2021-01-29T15:28:04.794" v="3302" actId="20577"/>
          <ac:cxnSpMkLst>
            <pc:docMk/>
            <pc:sldMk cId="594607842" sldId="348"/>
            <ac:cxnSpMk id="16" creationId="{E7326035-16DD-4493-A2C2-4B484A94C977}"/>
          </ac:cxnSpMkLst>
        </pc:cxnChg>
        <pc:cxnChg chg="mod">
          <ac:chgData name="Josh Reiss" userId="a90d6cd88c30b6c6" providerId="LiveId" clId="{E931739A-21FE-47EC-B993-828329D68FB3}" dt="2021-01-31T14:57:48.776" v="3410" actId="14100"/>
          <ac:cxnSpMkLst>
            <pc:docMk/>
            <pc:sldMk cId="594607842" sldId="348"/>
            <ac:cxnSpMk id="19" creationId="{5AA1A7FC-95AC-4892-8599-642DADE71A95}"/>
          </ac:cxnSpMkLst>
        </pc:cxnChg>
        <pc:cxnChg chg="mod">
          <ac:chgData name="Josh Reiss" userId="a90d6cd88c30b6c6" providerId="LiveId" clId="{E931739A-21FE-47EC-B993-828329D68FB3}" dt="2021-01-29T15:35:03.491" v="3408" actId="14100"/>
          <ac:cxnSpMkLst>
            <pc:docMk/>
            <pc:sldMk cId="594607842" sldId="348"/>
            <ac:cxnSpMk id="22" creationId="{EA62E18B-A160-433C-8EC1-7D2CB72FFBA4}"/>
          </ac:cxnSpMkLst>
        </pc:cxnChg>
      </pc:sldChg>
      <pc:sldMasterChg chg="modSldLayout">
        <pc:chgData name="Josh Reiss" userId="a90d6cd88c30b6c6" providerId="LiveId" clId="{E931739A-21FE-47EC-B993-828329D68FB3}" dt="2021-01-26T08:52:22.953" v="57" actId="478"/>
        <pc:sldMasterMkLst>
          <pc:docMk/>
          <pc:sldMasterMk cId="0" sldId="2147483648"/>
        </pc:sldMasterMkLst>
        <pc:sldLayoutChg chg="delSp mod">
          <pc:chgData name="Josh Reiss" userId="a90d6cd88c30b6c6" providerId="LiveId" clId="{E931739A-21FE-47EC-B993-828329D68FB3}" dt="2021-01-26T08:51:13.845" v="53" actId="478"/>
          <pc:sldLayoutMkLst>
            <pc:docMk/>
            <pc:sldMasterMk cId="0" sldId="2147483648"/>
            <pc:sldLayoutMk cId="0" sldId="2147483649"/>
          </pc:sldLayoutMkLst>
          <pc:spChg chg="del">
            <ac:chgData name="Josh Reiss" userId="a90d6cd88c30b6c6" providerId="LiveId" clId="{E931739A-21FE-47EC-B993-828329D68FB3}" dt="2021-01-26T08:51:13.845" v="53" actId="478"/>
            <ac:spMkLst>
              <pc:docMk/>
              <pc:sldMasterMk cId="0" sldId="2147483648"/>
              <pc:sldLayoutMk cId="0" sldId="2147483649"/>
              <ac:spMk id="4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1:13.845" v="53" actId="478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1:13.845" v="53" actId="478"/>
            <ac:spMkLst>
              <pc:docMk/>
              <pc:sldMasterMk cId="0" sldId="2147483648"/>
              <pc:sldLayoutMk cId="0" sldId="2147483649"/>
              <ac:spMk id="6" creationId="{00000000-0000-0000-0000-000000000000}"/>
            </ac:spMkLst>
          </pc:spChg>
        </pc:sldLayoutChg>
        <pc:sldLayoutChg chg="delSp mod">
          <pc:chgData name="Josh Reiss" userId="a90d6cd88c30b6c6" providerId="LiveId" clId="{E931739A-21FE-47EC-B993-828329D68FB3}" dt="2021-01-26T08:50:49.657" v="52" actId="478"/>
          <pc:sldLayoutMkLst>
            <pc:docMk/>
            <pc:sldMasterMk cId="0" sldId="2147483648"/>
            <pc:sldLayoutMk cId="0" sldId="2147483650"/>
          </pc:sldLayoutMkLst>
          <pc:spChg chg="del">
            <ac:chgData name="Josh Reiss" userId="a90d6cd88c30b6c6" providerId="LiveId" clId="{E931739A-21FE-47EC-B993-828329D68FB3}" dt="2021-01-26T08:50:49.657" v="52" actId="478"/>
            <ac:spMkLst>
              <pc:docMk/>
              <pc:sldMasterMk cId="0" sldId="2147483648"/>
              <pc:sldLayoutMk cId="0" sldId="2147483650"/>
              <ac:spMk id="4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0:49.657" v="52" actId="478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0:49.657" v="52" actId="478"/>
            <ac:spMkLst>
              <pc:docMk/>
              <pc:sldMasterMk cId="0" sldId="2147483648"/>
              <pc:sldLayoutMk cId="0" sldId="2147483650"/>
              <ac:spMk id="6" creationId="{00000000-0000-0000-0000-000000000000}"/>
            </ac:spMkLst>
          </pc:spChg>
        </pc:sldLayoutChg>
        <pc:sldLayoutChg chg="delSp mod">
          <pc:chgData name="Josh Reiss" userId="a90d6cd88c30b6c6" providerId="LiveId" clId="{E931739A-21FE-47EC-B993-828329D68FB3}" dt="2021-01-26T08:51:23.450" v="54" actId="478"/>
          <pc:sldLayoutMkLst>
            <pc:docMk/>
            <pc:sldMasterMk cId="0" sldId="2147483648"/>
            <pc:sldLayoutMk cId="0" sldId="2147483651"/>
          </pc:sldLayoutMkLst>
          <pc:spChg chg="del">
            <ac:chgData name="Josh Reiss" userId="a90d6cd88c30b6c6" providerId="LiveId" clId="{E931739A-21FE-47EC-B993-828329D68FB3}" dt="2021-01-26T08:51:23.450" v="54" actId="478"/>
            <ac:spMkLst>
              <pc:docMk/>
              <pc:sldMasterMk cId="0" sldId="2147483648"/>
              <pc:sldLayoutMk cId="0" sldId="2147483651"/>
              <ac:spMk id="4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1:23.450" v="54" actId="478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1:23.450" v="54" actId="478"/>
            <ac:spMkLst>
              <pc:docMk/>
              <pc:sldMasterMk cId="0" sldId="2147483648"/>
              <pc:sldLayoutMk cId="0" sldId="2147483651"/>
              <ac:spMk id="6" creationId="{00000000-0000-0000-0000-000000000000}"/>
            </ac:spMkLst>
          </pc:spChg>
        </pc:sldLayoutChg>
        <pc:sldLayoutChg chg="delSp mod">
          <pc:chgData name="Josh Reiss" userId="a90d6cd88c30b6c6" providerId="LiveId" clId="{E931739A-21FE-47EC-B993-828329D68FB3}" dt="2021-01-26T08:51:30.704" v="55" actId="478"/>
          <pc:sldLayoutMkLst>
            <pc:docMk/>
            <pc:sldMasterMk cId="0" sldId="2147483648"/>
            <pc:sldLayoutMk cId="0" sldId="2147483652"/>
          </pc:sldLayoutMkLst>
          <pc:spChg chg="del">
            <ac:chgData name="Josh Reiss" userId="a90d6cd88c30b6c6" providerId="LiveId" clId="{E931739A-21FE-47EC-B993-828329D68FB3}" dt="2021-01-26T08:51:30.704" v="55" actId="478"/>
            <ac:spMkLst>
              <pc:docMk/>
              <pc:sldMasterMk cId="0" sldId="2147483648"/>
              <pc:sldLayoutMk cId="0" sldId="2147483652"/>
              <ac:spMk id="5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1:30.704" v="55" actId="478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1:30.704" v="55" actId="478"/>
            <ac:spMkLst>
              <pc:docMk/>
              <pc:sldMasterMk cId="0" sldId="2147483648"/>
              <pc:sldLayoutMk cId="0" sldId="2147483652"/>
              <ac:spMk id="7" creationId="{00000000-0000-0000-0000-000000000000}"/>
            </ac:spMkLst>
          </pc:spChg>
        </pc:sldLayoutChg>
        <pc:sldLayoutChg chg="delSp mod">
          <pc:chgData name="Josh Reiss" userId="a90d6cd88c30b6c6" providerId="LiveId" clId="{E931739A-21FE-47EC-B993-828329D68FB3}" dt="2021-01-26T08:51:36.925" v="56" actId="478"/>
          <pc:sldLayoutMkLst>
            <pc:docMk/>
            <pc:sldMasterMk cId="0" sldId="2147483648"/>
            <pc:sldLayoutMk cId="0" sldId="2147483653"/>
          </pc:sldLayoutMkLst>
          <pc:spChg chg="del">
            <ac:chgData name="Josh Reiss" userId="a90d6cd88c30b6c6" providerId="LiveId" clId="{E931739A-21FE-47EC-B993-828329D68FB3}" dt="2021-01-26T08:51:36.925" v="56" actId="478"/>
            <ac:spMkLst>
              <pc:docMk/>
              <pc:sldMasterMk cId="0" sldId="2147483648"/>
              <pc:sldLayoutMk cId="0" sldId="2147483653"/>
              <ac:spMk id="7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1:36.925" v="56" actId="478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1:36.925" v="56" actId="478"/>
            <ac:spMkLst>
              <pc:docMk/>
              <pc:sldMasterMk cId="0" sldId="2147483648"/>
              <pc:sldLayoutMk cId="0" sldId="2147483653"/>
              <ac:spMk id="9" creationId="{00000000-0000-0000-0000-000000000000}"/>
            </ac:spMkLst>
          </pc:spChg>
        </pc:sldLayoutChg>
        <pc:sldLayoutChg chg="delSp mod">
          <pc:chgData name="Josh Reiss" userId="a90d6cd88c30b6c6" providerId="LiveId" clId="{E931739A-21FE-47EC-B993-828329D68FB3}" dt="2021-01-26T08:52:22.953" v="57" actId="478"/>
          <pc:sldLayoutMkLst>
            <pc:docMk/>
            <pc:sldMasterMk cId="0" sldId="2147483648"/>
            <pc:sldLayoutMk cId="0" sldId="2147483654"/>
          </pc:sldLayoutMkLst>
          <pc:spChg chg="del">
            <ac:chgData name="Josh Reiss" userId="a90d6cd88c30b6c6" providerId="LiveId" clId="{E931739A-21FE-47EC-B993-828329D68FB3}" dt="2021-01-26T08:52:22.953" v="57" actId="478"/>
            <ac:spMkLst>
              <pc:docMk/>
              <pc:sldMasterMk cId="0" sldId="2147483648"/>
              <pc:sldLayoutMk cId="0" sldId="2147483654"/>
              <ac:spMk id="3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2:22.953" v="57" actId="478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2:22.953" v="57" actId="478"/>
            <ac:spMkLst>
              <pc:docMk/>
              <pc:sldMasterMk cId="0" sldId="2147483648"/>
              <pc:sldLayoutMk cId="0" sldId="2147483654"/>
              <ac:spMk id="5" creationId="{00000000-0000-0000-0000-000000000000}"/>
            </ac:spMkLst>
          </pc:spChg>
        </pc:sldLayoutChg>
      </pc:sldMasterChg>
    </pc:docChg>
  </pc:docChgLst>
  <pc:docChgLst>
    <pc:chgData name="Josh Reiss" userId="a90d6cd88c30b6c6" providerId="LiveId" clId="{3D4DE834-4952-4FD9-8F9D-0548B15C95B2}"/>
    <pc:docChg chg="undo custSel modSld">
      <pc:chgData name="Josh Reiss" userId="a90d6cd88c30b6c6" providerId="LiveId" clId="{3D4DE834-4952-4FD9-8F9D-0548B15C95B2}" dt="2022-01-26T08:10:22.006" v="115" actId="20577"/>
      <pc:docMkLst>
        <pc:docMk/>
      </pc:docMkLst>
      <pc:sldChg chg="modSp">
        <pc:chgData name="Josh Reiss" userId="a90d6cd88c30b6c6" providerId="LiveId" clId="{3D4DE834-4952-4FD9-8F9D-0548B15C95B2}" dt="2021-10-11T05:52:12.886" v="3" actId="208"/>
        <pc:sldMkLst>
          <pc:docMk/>
          <pc:sldMk cId="264300350" sldId="332"/>
        </pc:sldMkLst>
        <pc:graphicFrameChg chg="mod">
          <ac:chgData name="Josh Reiss" userId="a90d6cd88c30b6c6" providerId="LiveId" clId="{3D4DE834-4952-4FD9-8F9D-0548B15C95B2}" dt="2021-10-11T05:52:12.886" v="3" actId="208"/>
          <ac:graphicFrameMkLst>
            <pc:docMk/>
            <pc:sldMk cId="264300350" sldId="332"/>
            <ac:graphicFrameMk id="4" creationId="{E2522E1F-CC6C-4BB9-8DDC-7D5D460D17EF}"/>
          </ac:graphicFrameMkLst>
        </pc:graphicFrameChg>
      </pc:sldChg>
      <pc:sldChg chg="modSp mod">
        <pc:chgData name="Josh Reiss" userId="a90d6cd88c30b6c6" providerId="LiveId" clId="{3D4DE834-4952-4FD9-8F9D-0548B15C95B2}" dt="2022-01-26T08:10:22.006" v="115" actId="20577"/>
        <pc:sldMkLst>
          <pc:docMk/>
          <pc:sldMk cId="2498936484" sldId="336"/>
        </pc:sldMkLst>
        <pc:spChg chg="mod">
          <ac:chgData name="Josh Reiss" userId="a90d6cd88c30b6c6" providerId="LiveId" clId="{3D4DE834-4952-4FD9-8F9D-0548B15C95B2}" dt="2022-01-26T08:10:10.885" v="111" actId="6549"/>
          <ac:spMkLst>
            <pc:docMk/>
            <pc:sldMk cId="2498936484" sldId="336"/>
            <ac:spMk id="8" creationId="{3AB73EEE-ACA2-4FB1-8E8B-948AA1D39560}"/>
          </ac:spMkLst>
        </pc:spChg>
        <pc:spChg chg="mod">
          <ac:chgData name="Josh Reiss" userId="a90d6cd88c30b6c6" providerId="LiveId" clId="{3D4DE834-4952-4FD9-8F9D-0548B15C95B2}" dt="2022-01-26T08:10:22.006" v="115" actId="20577"/>
          <ac:spMkLst>
            <pc:docMk/>
            <pc:sldMk cId="2498936484" sldId="336"/>
            <ac:spMk id="9" creationId="{76443ADB-11B2-487C-983A-C834E46BC137}"/>
          </ac:spMkLst>
        </pc:spChg>
      </pc:sldChg>
      <pc:sldChg chg="modSp">
        <pc:chgData name="Josh Reiss" userId="a90d6cd88c30b6c6" providerId="LiveId" clId="{3D4DE834-4952-4FD9-8F9D-0548B15C95B2}" dt="2021-10-11T06:38:15.158" v="18" actId="208"/>
        <pc:sldMkLst>
          <pc:docMk/>
          <pc:sldMk cId="1572775880" sldId="339"/>
        </pc:sldMkLst>
        <pc:graphicFrameChg chg="mod">
          <ac:chgData name="Josh Reiss" userId="a90d6cd88c30b6c6" providerId="LiveId" clId="{3D4DE834-4952-4FD9-8F9D-0548B15C95B2}" dt="2021-10-11T06:38:15.158" v="18" actId="208"/>
          <ac:graphicFrameMkLst>
            <pc:docMk/>
            <pc:sldMk cId="1572775880" sldId="339"/>
            <ac:graphicFrameMk id="8" creationId="{C24DE14C-B426-44CF-BE0C-D1B2D5137CBD}"/>
          </ac:graphicFrameMkLst>
        </pc:graphicFrameChg>
      </pc:sldChg>
      <pc:sldChg chg="modSp">
        <pc:chgData name="Josh Reiss" userId="a90d6cd88c30b6c6" providerId="LiveId" clId="{3D4DE834-4952-4FD9-8F9D-0548B15C95B2}" dt="2021-10-11T05:52:49.409" v="4" actId="208"/>
        <pc:sldMkLst>
          <pc:docMk/>
          <pc:sldMk cId="3813782894" sldId="340"/>
        </pc:sldMkLst>
        <pc:graphicFrameChg chg="mod">
          <ac:chgData name="Josh Reiss" userId="a90d6cd88c30b6c6" providerId="LiveId" clId="{3D4DE834-4952-4FD9-8F9D-0548B15C95B2}" dt="2021-10-11T05:52:49.409" v="4" actId="208"/>
          <ac:graphicFrameMkLst>
            <pc:docMk/>
            <pc:sldMk cId="3813782894" sldId="340"/>
            <ac:graphicFrameMk id="6" creationId="{B5009FC7-AC23-4F66-8C87-8B988DBE19EF}"/>
          </ac:graphicFrameMkLst>
        </pc:graphicFrameChg>
      </pc:sldChg>
      <pc:sldChg chg="modSp">
        <pc:chgData name="Josh Reiss" userId="a90d6cd88c30b6c6" providerId="LiveId" clId="{3D4DE834-4952-4FD9-8F9D-0548B15C95B2}" dt="2021-10-11T06:38:55.070" v="20" actId="207"/>
        <pc:sldMkLst>
          <pc:docMk/>
          <pc:sldMk cId="385536561" sldId="341"/>
        </pc:sldMkLst>
        <pc:graphicFrameChg chg="mod">
          <ac:chgData name="Josh Reiss" userId="a90d6cd88c30b6c6" providerId="LiveId" clId="{3D4DE834-4952-4FD9-8F9D-0548B15C95B2}" dt="2021-10-11T06:38:55.070" v="20" actId="207"/>
          <ac:graphicFrameMkLst>
            <pc:docMk/>
            <pc:sldMk cId="385536561" sldId="341"/>
            <ac:graphicFrameMk id="12" creationId="{D4BFDF36-8F81-4F91-B1FE-48A18019980E}"/>
          </ac:graphicFrameMkLst>
        </pc:graphicFrameChg>
      </pc:sldChg>
      <pc:sldChg chg="modSp">
        <pc:chgData name="Josh Reiss" userId="a90d6cd88c30b6c6" providerId="LiveId" clId="{3D4DE834-4952-4FD9-8F9D-0548B15C95B2}" dt="2021-10-11T06:39:15.056" v="22" actId="208"/>
        <pc:sldMkLst>
          <pc:docMk/>
          <pc:sldMk cId="2379946445" sldId="342"/>
        </pc:sldMkLst>
        <pc:graphicFrameChg chg="mod">
          <ac:chgData name="Josh Reiss" userId="a90d6cd88c30b6c6" providerId="LiveId" clId="{3D4DE834-4952-4FD9-8F9D-0548B15C95B2}" dt="2021-10-11T06:39:15.056" v="22" actId="208"/>
          <ac:graphicFrameMkLst>
            <pc:docMk/>
            <pc:sldMk cId="2379946445" sldId="342"/>
            <ac:graphicFrameMk id="9" creationId="{CECD9175-4BAC-4609-8075-6D5541403D95}"/>
          </ac:graphicFrameMkLst>
        </pc:graphicFrameChg>
      </pc:sldChg>
      <pc:sldChg chg="modSp">
        <pc:chgData name="Josh Reiss" userId="a90d6cd88c30b6c6" providerId="LiveId" clId="{3D4DE834-4952-4FD9-8F9D-0548B15C95B2}" dt="2021-10-11T05:57:02.962" v="12" actId="208"/>
        <pc:sldMkLst>
          <pc:docMk/>
          <pc:sldMk cId="1311582383" sldId="343"/>
        </pc:sldMkLst>
        <pc:graphicFrameChg chg="mod">
          <ac:chgData name="Josh Reiss" userId="a90d6cd88c30b6c6" providerId="LiveId" clId="{3D4DE834-4952-4FD9-8F9D-0548B15C95B2}" dt="2021-10-11T05:57:02.962" v="12" actId="208"/>
          <ac:graphicFrameMkLst>
            <pc:docMk/>
            <pc:sldMk cId="1311582383" sldId="343"/>
            <ac:graphicFrameMk id="4" creationId="{2AC1CBA3-A40D-4988-91CF-21C4F81BB950}"/>
          </ac:graphicFrameMkLst>
        </pc:graphicFrameChg>
      </pc:sldChg>
      <pc:sldChg chg="addSp modSp mod">
        <pc:chgData name="Josh Reiss" userId="a90d6cd88c30b6c6" providerId="LiveId" clId="{3D4DE834-4952-4FD9-8F9D-0548B15C95B2}" dt="2022-01-23T07:32:50.227" v="104" actId="6549"/>
        <pc:sldMkLst>
          <pc:docMk/>
          <pc:sldMk cId="1597852189" sldId="346"/>
        </pc:sldMkLst>
        <pc:spChg chg="mod">
          <ac:chgData name="Josh Reiss" userId="a90d6cd88c30b6c6" providerId="LiveId" clId="{3D4DE834-4952-4FD9-8F9D-0548B15C95B2}" dt="2022-01-23T07:23:27.764" v="35" actId="20577"/>
          <ac:spMkLst>
            <pc:docMk/>
            <pc:sldMk cId="1597852189" sldId="346"/>
            <ac:spMk id="3" creationId="{6CFD6FB8-0564-4CDB-A6F3-9BF72463F6FB}"/>
          </ac:spMkLst>
        </pc:spChg>
        <pc:spChg chg="add mod">
          <ac:chgData name="Josh Reiss" userId="a90d6cd88c30b6c6" providerId="LiveId" clId="{3D4DE834-4952-4FD9-8F9D-0548B15C95B2}" dt="2022-01-23T07:32:50.227" v="104" actId="6549"/>
          <ac:spMkLst>
            <pc:docMk/>
            <pc:sldMk cId="1597852189" sldId="346"/>
            <ac:spMk id="4" creationId="{58FC35C3-6BEB-4397-8BC6-B3A39B1254B4}"/>
          </ac:spMkLst>
        </pc:spChg>
      </pc:sldChg>
      <pc:sldChg chg="modSp mod">
        <pc:chgData name="Josh Reiss" userId="a90d6cd88c30b6c6" providerId="LiveId" clId="{3D4DE834-4952-4FD9-8F9D-0548B15C95B2}" dt="2022-01-23T07:39:43.813" v="109" actId="20577"/>
        <pc:sldMkLst>
          <pc:docMk/>
          <pc:sldMk cId="594607842" sldId="348"/>
        </pc:sldMkLst>
        <pc:spChg chg="mod">
          <ac:chgData name="Josh Reiss" userId="a90d6cd88c30b6c6" providerId="LiveId" clId="{3D4DE834-4952-4FD9-8F9D-0548B15C95B2}" dt="2022-01-23T07:39:43.813" v="109" actId="20577"/>
          <ac:spMkLst>
            <pc:docMk/>
            <pc:sldMk cId="594607842" sldId="348"/>
            <ac:spMk id="10" creationId="{38FF203E-D234-4587-81F5-5E581023B2AD}"/>
          </ac:spMkLst>
        </pc:spChg>
      </pc:sldChg>
    </pc:docChg>
  </pc:docChgLst>
  <pc:docChgLst>
    <pc:chgData name="Josh Reiss" userId="a90d6cd88c30b6c6" providerId="LiveId" clId="{0110CBF2-257D-447D-8377-E4C753B9F247}"/>
    <pc:docChg chg="custSel addSld modSld">
      <pc:chgData name="Josh Reiss" userId="a90d6cd88c30b6c6" providerId="LiveId" clId="{0110CBF2-257D-447D-8377-E4C753B9F247}" dt="2021-01-23T19:41:40.719" v="195" actId="114"/>
      <pc:docMkLst>
        <pc:docMk/>
      </pc:docMkLst>
      <pc:sldChg chg="add">
        <pc:chgData name="Josh Reiss" userId="a90d6cd88c30b6c6" providerId="LiveId" clId="{0110CBF2-257D-447D-8377-E4C753B9F247}" dt="2021-01-19T07:51:36.962" v="0"/>
        <pc:sldMkLst>
          <pc:docMk/>
          <pc:sldMk cId="3930257889" sldId="257"/>
        </pc:sldMkLst>
      </pc:sldChg>
      <pc:sldChg chg="add">
        <pc:chgData name="Josh Reiss" userId="a90d6cd88c30b6c6" providerId="LiveId" clId="{0110CBF2-257D-447D-8377-E4C753B9F247}" dt="2021-01-19T07:51:36.962" v="0"/>
        <pc:sldMkLst>
          <pc:docMk/>
          <pc:sldMk cId="2682239145" sldId="259"/>
        </pc:sldMkLst>
      </pc:sldChg>
      <pc:sldChg chg="add">
        <pc:chgData name="Josh Reiss" userId="a90d6cd88c30b6c6" providerId="LiveId" clId="{0110CBF2-257D-447D-8377-E4C753B9F247}" dt="2021-01-23T19:29:44.653" v="34"/>
        <pc:sldMkLst>
          <pc:docMk/>
          <pc:sldMk cId="0" sldId="268"/>
        </pc:sldMkLst>
      </pc:sldChg>
      <pc:sldChg chg="modSp add mod">
        <pc:chgData name="Josh Reiss" userId="a90d6cd88c30b6c6" providerId="LiveId" clId="{0110CBF2-257D-447D-8377-E4C753B9F247}" dt="2021-01-23T19:41:40.719" v="195" actId="114"/>
        <pc:sldMkLst>
          <pc:docMk/>
          <pc:sldMk cId="0" sldId="271"/>
        </pc:sldMkLst>
        <pc:spChg chg="mod">
          <ac:chgData name="Josh Reiss" userId="a90d6cd88c30b6c6" providerId="LiveId" clId="{0110CBF2-257D-447D-8377-E4C753B9F247}" dt="2021-01-23T19:41:40.719" v="195" actId="114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Josh Reiss" userId="a90d6cd88c30b6c6" providerId="LiveId" clId="{0110CBF2-257D-447D-8377-E4C753B9F247}" dt="2021-01-23T19:26:21.327" v="33" actId="1076"/>
        <pc:sldMkLst>
          <pc:docMk/>
          <pc:sldMk cId="0" sldId="328"/>
        </pc:sldMkLst>
        <pc:spChg chg="mod">
          <ac:chgData name="Josh Reiss" userId="a90d6cd88c30b6c6" providerId="LiveId" clId="{0110CBF2-257D-447D-8377-E4C753B9F247}" dt="2021-01-23T19:26:21.327" v="33" actId="1076"/>
          <ac:spMkLst>
            <pc:docMk/>
            <pc:sldMk cId="0" sldId="328"/>
            <ac:spMk id="2" creationId="{00000000-0000-0000-0000-000000000000}"/>
          </ac:spMkLst>
        </pc:spChg>
      </pc:sldChg>
      <pc:sldChg chg="add">
        <pc:chgData name="Josh Reiss" userId="a90d6cd88c30b6c6" providerId="LiveId" clId="{0110CBF2-257D-447D-8377-E4C753B9F247}" dt="2021-01-23T19:31:04.113" v="35"/>
        <pc:sldMkLst>
          <pc:docMk/>
          <pc:sldMk cId="986948253" sldId="329"/>
        </pc:sldMkLst>
      </pc:sldChg>
      <pc:sldChg chg="addSp delSp modSp new mod">
        <pc:chgData name="Josh Reiss" userId="a90d6cd88c30b6c6" providerId="LiveId" clId="{0110CBF2-257D-447D-8377-E4C753B9F247}" dt="2021-01-23T19:38:55.506" v="146" actId="1076"/>
        <pc:sldMkLst>
          <pc:docMk/>
          <pc:sldMk cId="3561293367" sldId="330"/>
        </pc:sldMkLst>
        <pc:spChg chg="mod">
          <ac:chgData name="Josh Reiss" userId="a90d6cd88c30b6c6" providerId="LiveId" clId="{0110CBF2-257D-447D-8377-E4C753B9F247}" dt="2021-01-23T19:31:31.600" v="69" actId="20577"/>
          <ac:spMkLst>
            <pc:docMk/>
            <pc:sldMk cId="3561293367" sldId="330"/>
            <ac:spMk id="2" creationId="{7B5D5D3E-1FF8-4BED-B4B7-2120A8C91A28}"/>
          </ac:spMkLst>
        </pc:spChg>
        <pc:spChg chg="del">
          <ac:chgData name="Josh Reiss" userId="a90d6cd88c30b6c6" providerId="LiveId" clId="{0110CBF2-257D-447D-8377-E4C753B9F247}" dt="2021-01-23T19:31:39.347" v="70" actId="478"/>
          <ac:spMkLst>
            <pc:docMk/>
            <pc:sldMk cId="3561293367" sldId="330"/>
            <ac:spMk id="3" creationId="{3C819108-C427-4541-AA53-423C4CC32BDE}"/>
          </ac:spMkLst>
        </pc:spChg>
        <pc:picChg chg="add mod">
          <ac:chgData name="Josh Reiss" userId="a90d6cd88c30b6c6" providerId="LiveId" clId="{0110CBF2-257D-447D-8377-E4C753B9F247}" dt="2021-01-23T19:38:24.409" v="142" actId="1076"/>
          <ac:picMkLst>
            <pc:docMk/>
            <pc:sldMk cId="3561293367" sldId="330"/>
            <ac:picMk id="5" creationId="{348685AD-5B44-4B28-8908-87E7F86B408D}"/>
          </ac:picMkLst>
        </pc:picChg>
        <pc:picChg chg="add mod">
          <ac:chgData name="Josh Reiss" userId="a90d6cd88c30b6c6" providerId="LiveId" clId="{0110CBF2-257D-447D-8377-E4C753B9F247}" dt="2021-01-23T19:38:55.506" v="146" actId="1076"/>
          <ac:picMkLst>
            <pc:docMk/>
            <pc:sldMk cId="3561293367" sldId="330"/>
            <ac:picMk id="6" creationId="{44573732-8D35-4866-B7E6-0E472D2BA953}"/>
          </ac:picMkLst>
        </pc:picChg>
        <pc:picChg chg="add mod">
          <ac:chgData name="Josh Reiss" userId="a90d6cd88c30b6c6" providerId="LiveId" clId="{0110CBF2-257D-447D-8377-E4C753B9F247}" dt="2021-01-23T19:38:32.051" v="144" actId="1076"/>
          <ac:picMkLst>
            <pc:docMk/>
            <pc:sldMk cId="3561293367" sldId="330"/>
            <ac:picMk id="1026" creationId="{50B95A25-7C21-4D0A-AEEF-ABA2755F2753}"/>
          </ac:picMkLst>
        </pc:picChg>
        <pc:picChg chg="add">
          <ac:chgData name="Josh Reiss" userId="a90d6cd88c30b6c6" providerId="LiveId" clId="{0110CBF2-257D-447D-8377-E4C753B9F247}" dt="2021-01-23T19:32:46.702" v="73"/>
          <ac:picMkLst>
            <pc:docMk/>
            <pc:sldMk cId="3561293367" sldId="330"/>
            <ac:picMk id="1028" creationId="{1385F942-F7BA-4B89-8D62-923285E12B0E}"/>
          </ac:picMkLst>
        </pc:picChg>
        <pc:picChg chg="add mod">
          <ac:chgData name="Josh Reiss" userId="a90d6cd88c30b6c6" providerId="LiveId" clId="{0110CBF2-257D-447D-8377-E4C753B9F247}" dt="2021-01-23T19:33:11.139" v="75" actId="1076"/>
          <ac:picMkLst>
            <pc:docMk/>
            <pc:sldMk cId="3561293367" sldId="330"/>
            <ac:picMk id="1030" creationId="{C8194F37-696A-48FB-83D6-BB3B21BF035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90d6cd88c30b6c6/Sound%20design/WAA%20Tutorial/WAA%20documents/Other/oscillator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90d6cd88c30b6c6/Sound%20design/WAA%20Tutorial/WAA%20documents/Other/oscillator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90d6cd88c30b6c6/Sound%20design/WAA%20Tutorial/WAA%20documents/Other/oscillator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90d6cd88c30b6c6/Sound%20design/WAA%20Tutorial/WAA%20documents/Other/oscillator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90d6cd88c30b6c6/Sound%20design/WAA%20Tutorial/WAA%20documents/Other/oscillator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90d6cd88c30b6c6/Sound%20design/WAA%20Tutorial/WAA%20documents/Other/oscillator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90d6cd88c30b6c6/Sound%20design/WAA%20Tutorial/WAA%20documents/Other/oscillators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90d6cd88c30b6c6/Sound%20design/WAA%20Tutorial/WAA%20documents/Other/oscillator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[oscillators.xlsx]Sheet1!$C$1</c:f>
              <c:strCache>
                <c:ptCount val="1"/>
                <c:pt idx="0">
                  <c:v>Sine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cat>
            <c:numRef>
              <c:f>[oscillators.xlsx]Sheet1!$A$2:$A$111</c:f>
              <c:numCache>
                <c:formatCode>General</c:formatCode>
                <c:ptCount val="110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0.55000000000000004</c:v>
                </c:pt>
                <c:pt idx="56">
                  <c:v>0.56000000000000005</c:v>
                </c:pt>
                <c:pt idx="57">
                  <c:v>0.56999999999999995</c:v>
                </c:pt>
                <c:pt idx="58">
                  <c:v>0.57999999999999996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cat>
          <c:val>
            <c:numRef>
              <c:f>[oscillators.xlsx]Sheet1!$C$2:$C$111</c:f>
              <c:numCache>
                <c:formatCode>General</c:formatCode>
                <c:ptCount val="110"/>
                <c:pt idx="0">
                  <c:v>0</c:v>
                </c:pt>
                <c:pt idx="1">
                  <c:v>0.12533323356430426</c:v>
                </c:pt>
                <c:pt idx="2">
                  <c:v>0.24868988716485479</c:v>
                </c:pt>
                <c:pt idx="3">
                  <c:v>0.36812455268467792</c:v>
                </c:pt>
                <c:pt idx="4">
                  <c:v>0.48175367410171532</c:v>
                </c:pt>
                <c:pt idx="5">
                  <c:v>0.58778525229247314</c:v>
                </c:pt>
                <c:pt idx="6">
                  <c:v>0.68454710592868862</c:v>
                </c:pt>
                <c:pt idx="7">
                  <c:v>0.77051324277578925</c:v>
                </c:pt>
                <c:pt idx="8">
                  <c:v>0.84432792550201508</c:v>
                </c:pt>
                <c:pt idx="9">
                  <c:v>0.90482705246601958</c:v>
                </c:pt>
                <c:pt idx="10">
                  <c:v>0.95105651629515353</c:v>
                </c:pt>
                <c:pt idx="11">
                  <c:v>0.98228725072868861</c:v>
                </c:pt>
                <c:pt idx="12">
                  <c:v>0.99802672842827156</c:v>
                </c:pt>
                <c:pt idx="13">
                  <c:v>0.99802672842827156</c:v>
                </c:pt>
                <c:pt idx="14">
                  <c:v>0.98228725072868861</c:v>
                </c:pt>
                <c:pt idx="15">
                  <c:v>0.95105651629515364</c:v>
                </c:pt>
                <c:pt idx="16">
                  <c:v>0.90482705246601947</c:v>
                </c:pt>
                <c:pt idx="17">
                  <c:v>0.84432792550201496</c:v>
                </c:pt>
                <c:pt idx="18">
                  <c:v>0.77051324277578925</c:v>
                </c:pt>
                <c:pt idx="19">
                  <c:v>0.68454710592868884</c:v>
                </c:pt>
                <c:pt idx="20">
                  <c:v>0.58778525229247325</c:v>
                </c:pt>
                <c:pt idx="21">
                  <c:v>0.4817536741017156</c:v>
                </c:pt>
                <c:pt idx="22">
                  <c:v>0.36812455268467814</c:v>
                </c:pt>
                <c:pt idx="23">
                  <c:v>0.24868988716485482</c:v>
                </c:pt>
                <c:pt idx="24">
                  <c:v>0.12533323356430454</c:v>
                </c:pt>
                <c:pt idx="25">
                  <c:v>1.22514845490862E-16</c:v>
                </c:pt>
                <c:pt idx="26">
                  <c:v>-0.12533323356430429</c:v>
                </c:pt>
                <c:pt idx="27">
                  <c:v>-0.24868988716485502</c:v>
                </c:pt>
                <c:pt idx="28">
                  <c:v>-0.36812455268467831</c:v>
                </c:pt>
                <c:pt idx="29">
                  <c:v>-0.48175367410171499</c:v>
                </c:pt>
                <c:pt idx="30">
                  <c:v>-0.58778525229247303</c:v>
                </c:pt>
                <c:pt idx="31">
                  <c:v>-0.68454710592868873</c:v>
                </c:pt>
                <c:pt idx="32">
                  <c:v>-0.77051324277578936</c:v>
                </c:pt>
                <c:pt idx="33">
                  <c:v>-0.8443279255020153</c:v>
                </c:pt>
                <c:pt idx="34">
                  <c:v>-0.9048270524660198</c:v>
                </c:pt>
                <c:pt idx="35">
                  <c:v>-0.95105651629515353</c:v>
                </c:pt>
                <c:pt idx="36">
                  <c:v>-0.98228725072868872</c:v>
                </c:pt>
                <c:pt idx="37">
                  <c:v>-0.99802672842827156</c:v>
                </c:pt>
                <c:pt idx="38">
                  <c:v>-0.99802672842827156</c:v>
                </c:pt>
                <c:pt idx="39">
                  <c:v>-0.98228725072868872</c:v>
                </c:pt>
                <c:pt idx="40">
                  <c:v>-0.95105651629515364</c:v>
                </c:pt>
                <c:pt idx="41">
                  <c:v>-0.90482705246601991</c:v>
                </c:pt>
                <c:pt idx="42">
                  <c:v>-0.84432792550201552</c:v>
                </c:pt>
                <c:pt idx="43">
                  <c:v>-0.77051324277578959</c:v>
                </c:pt>
                <c:pt idx="44">
                  <c:v>-0.68454710592868895</c:v>
                </c:pt>
                <c:pt idx="45">
                  <c:v>-0.58778525229247336</c:v>
                </c:pt>
                <c:pt idx="46">
                  <c:v>-0.48175367410171532</c:v>
                </c:pt>
                <c:pt idx="47">
                  <c:v>-0.3681245526846787</c:v>
                </c:pt>
                <c:pt idx="48">
                  <c:v>-0.24868988716485535</c:v>
                </c:pt>
                <c:pt idx="49">
                  <c:v>-0.12533323356430465</c:v>
                </c:pt>
                <c:pt idx="50">
                  <c:v>-2.45029690981724E-16</c:v>
                </c:pt>
                <c:pt idx="51">
                  <c:v>0.12533323356430418</c:v>
                </c:pt>
                <c:pt idx="52">
                  <c:v>0.24868988716485488</c:v>
                </c:pt>
                <c:pt idx="53">
                  <c:v>0.3681245526846782</c:v>
                </c:pt>
                <c:pt idx="54">
                  <c:v>0.48175367410171566</c:v>
                </c:pt>
                <c:pt idx="55">
                  <c:v>0.58778525229247358</c:v>
                </c:pt>
                <c:pt idx="56">
                  <c:v>0.68454710592868928</c:v>
                </c:pt>
                <c:pt idx="57">
                  <c:v>0.7705132427757887</c:v>
                </c:pt>
                <c:pt idx="58">
                  <c:v>0.84432792550201474</c:v>
                </c:pt>
                <c:pt idx="59">
                  <c:v>0.90482705246601935</c:v>
                </c:pt>
                <c:pt idx="60">
                  <c:v>0.95105651629515353</c:v>
                </c:pt>
                <c:pt idx="61">
                  <c:v>0.98228725072868861</c:v>
                </c:pt>
                <c:pt idx="62">
                  <c:v>0.99802672842827156</c:v>
                </c:pt>
                <c:pt idx="63">
                  <c:v>0.99802672842827156</c:v>
                </c:pt>
                <c:pt idx="64">
                  <c:v>0.98228725072868861</c:v>
                </c:pt>
                <c:pt idx="65">
                  <c:v>0.95105651629515364</c:v>
                </c:pt>
                <c:pt idx="66">
                  <c:v>0.90482705246601924</c:v>
                </c:pt>
                <c:pt idx="67">
                  <c:v>0.84432792550201508</c:v>
                </c:pt>
                <c:pt idx="68">
                  <c:v>0.77051324277578859</c:v>
                </c:pt>
                <c:pt idx="69">
                  <c:v>0.68454710592868973</c:v>
                </c:pt>
                <c:pt idx="70">
                  <c:v>0.58778525229247336</c:v>
                </c:pt>
                <c:pt idx="71">
                  <c:v>0.48175367410171621</c:v>
                </c:pt>
                <c:pt idx="72">
                  <c:v>0.36812455268467797</c:v>
                </c:pt>
                <c:pt idx="73">
                  <c:v>0.24868988716485549</c:v>
                </c:pt>
                <c:pt idx="74">
                  <c:v>0.1253332335643039</c:v>
                </c:pt>
                <c:pt idx="75">
                  <c:v>3.67544536472586E-16</c:v>
                </c:pt>
                <c:pt idx="76">
                  <c:v>-0.12533323356430318</c:v>
                </c:pt>
                <c:pt idx="77">
                  <c:v>-0.24868988716485477</c:v>
                </c:pt>
                <c:pt idx="78">
                  <c:v>-0.36812455268467725</c:v>
                </c:pt>
                <c:pt idx="79">
                  <c:v>-0.48175367410171555</c:v>
                </c:pt>
                <c:pt idx="80">
                  <c:v>-0.5877852522924728</c:v>
                </c:pt>
                <c:pt idx="81">
                  <c:v>-0.68454710592868917</c:v>
                </c:pt>
                <c:pt idx="82">
                  <c:v>-0.77051324277578803</c:v>
                </c:pt>
                <c:pt idx="83">
                  <c:v>-0.84432792550201463</c:v>
                </c:pt>
                <c:pt idx="84">
                  <c:v>-0.90482705246601891</c:v>
                </c:pt>
                <c:pt idx="85">
                  <c:v>-0.95105651629515342</c:v>
                </c:pt>
                <c:pt idx="86">
                  <c:v>-0.9822872507286885</c:v>
                </c:pt>
                <c:pt idx="87">
                  <c:v>-0.99802672842827156</c:v>
                </c:pt>
                <c:pt idx="88">
                  <c:v>-0.99802672842827156</c:v>
                </c:pt>
                <c:pt idx="89">
                  <c:v>-0.98228725072868861</c:v>
                </c:pt>
                <c:pt idx="90">
                  <c:v>-0.95105651629515375</c:v>
                </c:pt>
                <c:pt idx="91">
                  <c:v>-0.90482705246601924</c:v>
                </c:pt>
                <c:pt idx="92">
                  <c:v>-0.84432792550201508</c:v>
                </c:pt>
                <c:pt idx="93">
                  <c:v>-0.77051324277578859</c:v>
                </c:pt>
                <c:pt idx="94">
                  <c:v>-0.68454710592868984</c:v>
                </c:pt>
                <c:pt idx="95">
                  <c:v>-0.58778525229247347</c:v>
                </c:pt>
                <c:pt idx="96">
                  <c:v>-0.48175367410171632</c:v>
                </c:pt>
                <c:pt idx="97">
                  <c:v>-0.36812455268467809</c:v>
                </c:pt>
                <c:pt idx="98">
                  <c:v>-0.2486898871648556</c:v>
                </c:pt>
                <c:pt idx="99">
                  <c:v>-0.12533323356430401</c:v>
                </c:pt>
                <c:pt idx="100">
                  <c:v>-4.90059381963448E-16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19-43CB-92E3-46673D2E67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0173808"/>
        <c:axId val="420175088"/>
      </c:lineChart>
      <c:catAx>
        <c:axId val="42017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6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0175088"/>
        <c:crosses val="autoZero"/>
        <c:auto val="1"/>
        <c:lblAlgn val="ctr"/>
        <c:lblOffset val="100"/>
        <c:tickLblSkip val="10"/>
        <c:noMultiLvlLbl val="0"/>
      </c:catAx>
      <c:valAx>
        <c:axId val="420175088"/>
        <c:scaling>
          <c:orientation val="minMax"/>
          <c:min val="-1.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bg1">
                <a:lumMod val="6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017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[oscillators.xlsx]Sheet1!$C$1</c:f>
              <c:strCache>
                <c:ptCount val="1"/>
                <c:pt idx="0">
                  <c:v>Sine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cat>
            <c:numRef>
              <c:f>[oscillators.xlsx]Sheet1!$A$2:$A$111</c:f>
              <c:numCache>
                <c:formatCode>General</c:formatCode>
                <c:ptCount val="110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0.55000000000000004</c:v>
                </c:pt>
                <c:pt idx="56">
                  <c:v>0.56000000000000005</c:v>
                </c:pt>
                <c:pt idx="57">
                  <c:v>0.56999999999999995</c:v>
                </c:pt>
                <c:pt idx="58">
                  <c:v>0.57999999999999996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cat>
          <c:val>
            <c:numRef>
              <c:f>[oscillators.xlsx]Sheet1!$C$2:$C$111</c:f>
              <c:numCache>
                <c:formatCode>General</c:formatCode>
                <c:ptCount val="110"/>
                <c:pt idx="0">
                  <c:v>0</c:v>
                </c:pt>
                <c:pt idx="1">
                  <c:v>0.12533323356430426</c:v>
                </c:pt>
                <c:pt idx="2">
                  <c:v>0.24868988716485479</c:v>
                </c:pt>
                <c:pt idx="3">
                  <c:v>0.36812455268467792</c:v>
                </c:pt>
                <c:pt idx="4">
                  <c:v>0.48175367410171532</c:v>
                </c:pt>
                <c:pt idx="5">
                  <c:v>0.58778525229247314</c:v>
                </c:pt>
                <c:pt idx="6">
                  <c:v>0.68454710592868862</c:v>
                </c:pt>
                <c:pt idx="7">
                  <c:v>0.77051324277578925</c:v>
                </c:pt>
                <c:pt idx="8">
                  <c:v>0.84432792550201508</c:v>
                </c:pt>
                <c:pt idx="9">
                  <c:v>0.90482705246601958</c:v>
                </c:pt>
                <c:pt idx="10">
                  <c:v>0.95105651629515353</c:v>
                </c:pt>
                <c:pt idx="11">
                  <c:v>0.98228725072868861</c:v>
                </c:pt>
                <c:pt idx="12">
                  <c:v>0.99802672842827156</c:v>
                </c:pt>
                <c:pt idx="13">
                  <c:v>0.99802672842827156</c:v>
                </c:pt>
                <c:pt idx="14">
                  <c:v>0.98228725072868861</c:v>
                </c:pt>
                <c:pt idx="15">
                  <c:v>0.95105651629515364</c:v>
                </c:pt>
                <c:pt idx="16">
                  <c:v>0.90482705246601947</c:v>
                </c:pt>
                <c:pt idx="17">
                  <c:v>0.84432792550201496</c:v>
                </c:pt>
                <c:pt idx="18">
                  <c:v>0.77051324277578925</c:v>
                </c:pt>
                <c:pt idx="19">
                  <c:v>0.68454710592868884</c:v>
                </c:pt>
                <c:pt idx="20">
                  <c:v>0.58778525229247325</c:v>
                </c:pt>
                <c:pt idx="21">
                  <c:v>0.4817536741017156</c:v>
                </c:pt>
                <c:pt idx="22">
                  <c:v>0.36812455268467814</c:v>
                </c:pt>
                <c:pt idx="23">
                  <c:v>0.24868988716485482</c:v>
                </c:pt>
                <c:pt idx="24">
                  <c:v>0.12533323356430454</c:v>
                </c:pt>
                <c:pt idx="25">
                  <c:v>1.22514845490862E-16</c:v>
                </c:pt>
                <c:pt idx="26">
                  <c:v>-0.12533323356430429</c:v>
                </c:pt>
                <c:pt idx="27">
                  <c:v>-0.24868988716485502</c:v>
                </c:pt>
                <c:pt idx="28">
                  <c:v>-0.36812455268467831</c:v>
                </c:pt>
                <c:pt idx="29">
                  <c:v>-0.48175367410171499</c:v>
                </c:pt>
                <c:pt idx="30">
                  <c:v>-0.58778525229247303</c:v>
                </c:pt>
                <c:pt idx="31">
                  <c:v>-0.68454710592868873</c:v>
                </c:pt>
                <c:pt idx="32">
                  <c:v>-0.77051324277578936</c:v>
                </c:pt>
                <c:pt idx="33">
                  <c:v>-0.8443279255020153</c:v>
                </c:pt>
                <c:pt idx="34">
                  <c:v>-0.9048270524660198</c:v>
                </c:pt>
                <c:pt idx="35">
                  <c:v>-0.95105651629515353</c:v>
                </c:pt>
                <c:pt idx="36">
                  <c:v>-0.98228725072868872</c:v>
                </c:pt>
                <c:pt idx="37">
                  <c:v>-0.99802672842827156</c:v>
                </c:pt>
                <c:pt idx="38">
                  <c:v>-0.99802672842827156</c:v>
                </c:pt>
                <c:pt idx="39">
                  <c:v>-0.98228725072868872</c:v>
                </c:pt>
                <c:pt idx="40">
                  <c:v>-0.95105651629515364</c:v>
                </c:pt>
                <c:pt idx="41">
                  <c:v>-0.90482705246601991</c:v>
                </c:pt>
                <c:pt idx="42">
                  <c:v>-0.84432792550201552</c:v>
                </c:pt>
                <c:pt idx="43">
                  <c:v>-0.77051324277578959</c:v>
                </c:pt>
                <c:pt idx="44">
                  <c:v>-0.68454710592868895</c:v>
                </c:pt>
                <c:pt idx="45">
                  <c:v>-0.58778525229247336</c:v>
                </c:pt>
                <c:pt idx="46">
                  <c:v>-0.48175367410171532</c:v>
                </c:pt>
                <c:pt idx="47">
                  <c:v>-0.3681245526846787</c:v>
                </c:pt>
                <c:pt idx="48">
                  <c:v>-0.24868988716485535</c:v>
                </c:pt>
                <c:pt idx="49">
                  <c:v>-0.12533323356430465</c:v>
                </c:pt>
                <c:pt idx="50">
                  <c:v>-2.45029690981724E-16</c:v>
                </c:pt>
                <c:pt idx="51">
                  <c:v>0.12533323356430418</c:v>
                </c:pt>
                <c:pt idx="52">
                  <c:v>0.24868988716485488</c:v>
                </c:pt>
                <c:pt idx="53">
                  <c:v>0.3681245526846782</c:v>
                </c:pt>
                <c:pt idx="54">
                  <c:v>0.48175367410171566</c:v>
                </c:pt>
                <c:pt idx="55">
                  <c:v>0.58778525229247358</c:v>
                </c:pt>
                <c:pt idx="56">
                  <c:v>0.68454710592868928</c:v>
                </c:pt>
                <c:pt idx="57">
                  <c:v>0.7705132427757887</c:v>
                </c:pt>
                <c:pt idx="58">
                  <c:v>0.84432792550201474</c:v>
                </c:pt>
                <c:pt idx="59">
                  <c:v>0.90482705246601935</c:v>
                </c:pt>
                <c:pt idx="60">
                  <c:v>0.95105651629515353</c:v>
                </c:pt>
                <c:pt idx="61">
                  <c:v>0.98228725072868861</c:v>
                </c:pt>
                <c:pt idx="62">
                  <c:v>0.99802672842827156</c:v>
                </c:pt>
                <c:pt idx="63">
                  <c:v>0.99802672842827156</c:v>
                </c:pt>
                <c:pt idx="64">
                  <c:v>0.98228725072868861</c:v>
                </c:pt>
                <c:pt idx="65">
                  <c:v>0.95105651629515364</c:v>
                </c:pt>
                <c:pt idx="66">
                  <c:v>0.90482705246601924</c:v>
                </c:pt>
                <c:pt idx="67">
                  <c:v>0.84432792550201508</c:v>
                </c:pt>
                <c:pt idx="68">
                  <c:v>0.77051324277578859</c:v>
                </c:pt>
                <c:pt idx="69">
                  <c:v>0.68454710592868973</c:v>
                </c:pt>
                <c:pt idx="70">
                  <c:v>0.58778525229247336</c:v>
                </c:pt>
                <c:pt idx="71">
                  <c:v>0.48175367410171621</c:v>
                </c:pt>
                <c:pt idx="72">
                  <c:v>0.36812455268467797</c:v>
                </c:pt>
                <c:pt idx="73">
                  <c:v>0.24868988716485549</c:v>
                </c:pt>
                <c:pt idx="74">
                  <c:v>0.1253332335643039</c:v>
                </c:pt>
                <c:pt idx="75">
                  <c:v>3.67544536472586E-16</c:v>
                </c:pt>
                <c:pt idx="76">
                  <c:v>-0.12533323356430318</c:v>
                </c:pt>
                <c:pt idx="77">
                  <c:v>-0.24868988716485477</c:v>
                </c:pt>
                <c:pt idx="78">
                  <c:v>-0.36812455268467725</c:v>
                </c:pt>
                <c:pt idx="79">
                  <c:v>-0.48175367410171555</c:v>
                </c:pt>
                <c:pt idx="80">
                  <c:v>-0.5877852522924728</c:v>
                </c:pt>
                <c:pt idx="81">
                  <c:v>-0.68454710592868917</c:v>
                </c:pt>
                <c:pt idx="82">
                  <c:v>-0.77051324277578803</c:v>
                </c:pt>
                <c:pt idx="83">
                  <c:v>-0.84432792550201463</c:v>
                </c:pt>
                <c:pt idx="84">
                  <c:v>-0.90482705246601891</c:v>
                </c:pt>
                <c:pt idx="85">
                  <c:v>-0.95105651629515342</c:v>
                </c:pt>
                <c:pt idx="86">
                  <c:v>-0.9822872507286885</c:v>
                </c:pt>
                <c:pt idx="87">
                  <c:v>-0.99802672842827156</c:v>
                </c:pt>
                <c:pt idx="88">
                  <c:v>-0.99802672842827156</c:v>
                </c:pt>
                <c:pt idx="89">
                  <c:v>-0.98228725072868861</c:v>
                </c:pt>
                <c:pt idx="90">
                  <c:v>-0.95105651629515375</c:v>
                </c:pt>
                <c:pt idx="91">
                  <c:v>-0.90482705246601924</c:v>
                </c:pt>
                <c:pt idx="92">
                  <c:v>-0.84432792550201508</c:v>
                </c:pt>
                <c:pt idx="93">
                  <c:v>-0.77051324277578859</c:v>
                </c:pt>
                <c:pt idx="94">
                  <c:v>-0.68454710592868984</c:v>
                </c:pt>
                <c:pt idx="95">
                  <c:v>-0.58778525229247347</c:v>
                </c:pt>
                <c:pt idx="96">
                  <c:v>-0.48175367410171632</c:v>
                </c:pt>
                <c:pt idx="97">
                  <c:v>-0.36812455268467809</c:v>
                </c:pt>
                <c:pt idx="98">
                  <c:v>-0.2486898871648556</c:v>
                </c:pt>
                <c:pt idx="99">
                  <c:v>-0.12533323356430401</c:v>
                </c:pt>
                <c:pt idx="100">
                  <c:v>-4.90059381963448E-16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67D-475E-813B-7C50594C7D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0173808"/>
        <c:axId val="420175088"/>
      </c:lineChart>
      <c:catAx>
        <c:axId val="42017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6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0175088"/>
        <c:crosses val="autoZero"/>
        <c:auto val="1"/>
        <c:lblAlgn val="ctr"/>
        <c:lblOffset val="100"/>
        <c:tickLblSkip val="10"/>
        <c:noMultiLvlLbl val="0"/>
      </c:catAx>
      <c:valAx>
        <c:axId val="420175088"/>
        <c:scaling>
          <c:orientation val="minMax"/>
          <c:min val="-1.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bg1">
                <a:lumMod val="6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017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[oscillators.xlsx]Sheet1!$J$1</c:f>
              <c:strCache>
                <c:ptCount val="1"/>
                <c:pt idx="0">
                  <c:v>SquareSeries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dPt>
            <c:idx val="7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0-779A-421B-AB52-CA4094162685}"/>
              </c:ext>
            </c:extLst>
          </c:dPt>
          <c:dPt>
            <c:idx val="7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779A-421B-AB52-CA4094162685}"/>
              </c:ext>
            </c:extLst>
          </c:dPt>
          <c:cat>
            <c:numRef>
              <c:f>[oscillators.xlsx]Sheet1!$A$2:$A$102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0.55000000000000004</c:v>
                </c:pt>
                <c:pt idx="56">
                  <c:v>0.56000000000000005</c:v>
                </c:pt>
                <c:pt idx="57">
                  <c:v>0.56999999999999995</c:v>
                </c:pt>
                <c:pt idx="58">
                  <c:v>0.57999999999999996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cat>
          <c:val>
            <c:numRef>
              <c:f>[oscillators.xlsx]Sheet1!$J$2:$J$102</c:f>
              <c:numCache>
                <c:formatCode>General</c:formatCode>
                <c:ptCount val="101"/>
                <c:pt idx="0">
                  <c:v>0</c:v>
                </c:pt>
                <c:pt idx="1">
                  <c:v>0.46549442727180779</c:v>
                </c:pt>
                <c:pt idx="2">
                  <c:v>0.84935716704650122</c:v>
                </c:pt>
                <c:pt idx="3">
                  <c:v>1.094915819146383</c:v>
                </c:pt>
                <c:pt idx="4">
                  <c:v>1.1866418132064542</c:v>
                </c:pt>
                <c:pt idx="5">
                  <c:v>1.152032348972595</c:v>
                </c:pt>
                <c:pt idx="6">
                  <c:v>1.0489301369109876</c:v>
                </c:pt>
                <c:pt idx="7">
                  <c:v>0.94332598684183622</c:v>
                </c:pt>
                <c:pt idx="8">
                  <c:v>0.88604022672289329</c:v>
                </c:pt>
                <c:pt idx="9">
                  <c:v>0.89683603270170542</c:v>
                </c:pt>
                <c:pt idx="10">
                  <c:v>0.96145895681474736</c:v>
                </c:pt>
                <c:pt idx="11">
                  <c:v>1.0420213561653424</c:v>
                </c:pt>
                <c:pt idx="12">
                  <c:v>1.0960159931968965</c:v>
                </c:pt>
                <c:pt idx="13">
                  <c:v>1.0960159931968965</c:v>
                </c:pt>
                <c:pt idx="14">
                  <c:v>1.0420213561653424</c:v>
                </c:pt>
                <c:pt idx="15">
                  <c:v>0.96145895681474747</c:v>
                </c:pt>
                <c:pt idx="16">
                  <c:v>0.89683603270170553</c:v>
                </c:pt>
                <c:pt idx="17">
                  <c:v>0.88604022672289307</c:v>
                </c:pt>
                <c:pt idx="18">
                  <c:v>0.94332598684183611</c:v>
                </c:pt>
                <c:pt idx="19">
                  <c:v>1.0489301369109878</c:v>
                </c:pt>
                <c:pt idx="20">
                  <c:v>1.152032348972595</c:v>
                </c:pt>
                <c:pt idx="21">
                  <c:v>1.1866418132064547</c:v>
                </c:pt>
                <c:pt idx="22">
                  <c:v>1.0949158191463835</c:v>
                </c:pt>
                <c:pt idx="23">
                  <c:v>0.84935716704650122</c:v>
                </c:pt>
                <c:pt idx="24">
                  <c:v>0.46549442727180823</c:v>
                </c:pt>
                <c:pt idx="25">
                  <c:v>4.6797223828825179E-16</c:v>
                </c:pt>
                <c:pt idx="26">
                  <c:v>-0.46549442727180734</c:v>
                </c:pt>
                <c:pt idx="27">
                  <c:v>-0.84935716704650166</c:v>
                </c:pt>
                <c:pt idx="28">
                  <c:v>-1.0949158191463835</c:v>
                </c:pt>
                <c:pt idx="29">
                  <c:v>-1.186641813206454</c:v>
                </c:pt>
                <c:pt idx="30">
                  <c:v>-1.1520323489725952</c:v>
                </c:pt>
                <c:pt idx="31">
                  <c:v>-1.0489301369109882</c:v>
                </c:pt>
                <c:pt idx="32">
                  <c:v>-0.94332598684183622</c:v>
                </c:pt>
                <c:pt idx="33">
                  <c:v>-0.8860402267228934</c:v>
                </c:pt>
                <c:pt idx="34">
                  <c:v>-0.89683603270170575</c:v>
                </c:pt>
                <c:pt idx="35">
                  <c:v>-0.96145895681474736</c:v>
                </c:pt>
                <c:pt idx="36">
                  <c:v>-1.0420213561653424</c:v>
                </c:pt>
                <c:pt idx="37">
                  <c:v>-1.0960159931968967</c:v>
                </c:pt>
                <c:pt idx="38">
                  <c:v>-1.0960159931968967</c:v>
                </c:pt>
                <c:pt idx="39">
                  <c:v>-1.0420213561653426</c:v>
                </c:pt>
                <c:pt idx="40">
                  <c:v>-0.96145895681474747</c:v>
                </c:pt>
                <c:pt idx="41">
                  <c:v>-0.89683603270170575</c:v>
                </c:pt>
                <c:pt idx="42">
                  <c:v>-0.88604022672289351</c:v>
                </c:pt>
                <c:pt idx="43">
                  <c:v>-0.94332598684183655</c:v>
                </c:pt>
                <c:pt idx="44">
                  <c:v>-1.0489301369109874</c:v>
                </c:pt>
                <c:pt idx="45">
                  <c:v>-1.152032348972595</c:v>
                </c:pt>
                <c:pt idx="46">
                  <c:v>-1.186641813206454</c:v>
                </c:pt>
                <c:pt idx="47">
                  <c:v>-1.0949158191463841</c:v>
                </c:pt>
                <c:pt idx="48">
                  <c:v>-0.84935716704650199</c:v>
                </c:pt>
                <c:pt idx="49">
                  <c:v>-0.4654944272718094</c:v>
                </c:pt>
                <c:pt idx="50">
                  <c:v>-9.3594447657650357E-16</c:v>
                </c:pt>
                <c:pt idx="51">
                  <c:v>0.4654944272718084</c:v>
                </c:pt>
                <c:pt idx="52">
                  <c:v>0.84935716704650077</c:v>
                </c:pt>
                <c:pt idx="53">
                  <c:v>1.094915819146383</c:v>
                </c:pt>
                <c:pt idx="54">
                  <c:v>1.1866418132064551</c:v>
                </c:pt>
                <c:pt idx="55">
                  <c:v>1.1520323489725952</c:v>
                </c:pt>
                <c:pt idx="56">
                  <c:v>1.0489301369109887</c:v>
                </c:pt>
                <c:pt idx="57">
                  <c:v>0.94332598684183633</c:v>
                </c:pt>
                <c:pt idx="58">
                  <c:v>0.88604022672289451</c:v>
                </c:pt>
                <c:pt idx="59">
                  <c:v>0.89683603270170509</c:v>
                </c:pt>
                <c:pt idx="60">
                  <c:v>0.96145895681474747</c:v>
                </c:pt>
                <c:pt idx="61">
                  <c:v>1.042021356165342</c:v>
                </c:pt>
                <c:pt idx="62">
                  <c:v>1.0960159931968967</c:v>
                </c:pt>
                <c:pt idx="63">
                  <c:v>1.0960159931968962</c:v>
                </c:pt>
                <c:pt idx="64">
                  <c:v>1.0420213561653431</c:v>
                </c:pt>
                <c:pt idx="65">
                  <c:v>0.96145895681474669</c:v>
                </c:pt>
                <c:pt idx="66">
                  <c:v>0.89683603270170542</c:v>
                </c:pt>
                <c:pt idx="67">
                  <c:v>0.88604022672289395</c:v>
                </c:pt>
                <c:pt idx="68">
                  <c:v>0.94332598684183511</c:v>
                </c:pt>
                <c:pt idx="69">
                  <c:v>1.0489301369109874</c:v>
                </c:pt>
                <c:pt idx="70">
                  <c:v>1.1520323489725948</c:v>
                </c:pt>
                <c:pt idx="71">
                  <c:v>1.1866418132064545</c:v>
                </c:pt>
                <c:pt idx="72">
                  <c:v>1.094915819146383</c:v>
                </c:pt>
                <c:pt idx="73">
                  <c:v>0.84935716704650255</c:v>
                </c:pt>
                <c:pt idx="74">
                  <c:v>0.46549442727180862</c:v>
                </c:pt>
                <c:pt idx="75">
                  <c:v>2.3086078242588224E-15</c:v>
                </c:pt>
                <c:pt idx="76">
                  <c:v>-0.46549442727180612</c:v>
                </c:pt>
                <c:pt idx="77">
                  <c:v>-0.84935716704650077</c:v>
                </c:pt>
                <c:pt idx="78">
                  <c:v>-1.0949158191463821</c:v>
                </c:pt>
                <c:pt idx="79">
                  <c:v>-1.1866418132064545</c:v>
                </c:pt>
                <c:pt idx="80">
                  <c:v>-1.1520323489725952</c:v>
                </c:pt>
                <c:pt idx="81">
                  <c:v>-1.0489301369109882</c:v>
                </c:pt>
                <c:pt idx="82">
                  <c:v>-0.94332598684183566</c:v>
                </c:pt>
                <c:pt idx="83">
                  <c:v>-0.88604022672289395</c:v>
                </c:pt>
                <c:pt idx="84">
                  <c:v>-0.89683603270170553</c:v>
                </c:pt>
                <c:pt idx="85">
                  <c:v>-0.96145895681474747</c:v>
                </c:pt>
                <c:pt idx="86">
                  <c:v>-1.0420213561653417</c:v>
                </c:pt>
                <c:pt idx="87">
                  <c:v>-1.0960159931968962</c:v>
                </c:pt>
                <c:pt idx="88">
                  <c:v>-1.0960159931968965</c:v>
                </c:pt>
                <c:pt idx="89">
                  <c:v>-1.0420213561653424</c:v>
                </c:pt>
                <c:pt idx="90">
                  <c:v>-0.96145895681474769</c:v>
                </c:pt>
                <c:pt idx="91">
                  <c:v>-0.8968360327017032</c:v>
                </c:pt>
                <c:pt idx="92">
                  <c:v>-0.88604022672289406</c:v>
                </c:pt>
                <c:pt idx="93">
                  <c:v>-0.94332598684183511</c:v>
                </c:pt>
                <c:pt idx="94">
                  <c:v>-1.048930136910988</c:v>
                </c:pt>
                <c:pt idx="95">
                  <c:v>-1.1520323489725932</c:v>
                </c:pt>
                <c:pt idx="96">
                  <c:v>-1.1866418132064551</c:v>
                </c:pt>
                <c:pt idx="97">
                  <c:v>-1.094915819146383</c:v>
                </c:pt>
                <c:pt idx="98">
                  <c:v>-0.84935716704650377</c:v>
                </c:pt>
                <c:pt idx="99">
                  <c:v>-0.46549442727180834</c:v>
                </c:pt>
                <c:pt idx="100">
                  <c:v>-1.8718889531530071E-15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48A-4DD0-B381-EC465FD9CB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13670384"/>
        <c:axId val="513668784"/>
      </c:lineChart>
      <c:catAx>
        <c:axId val="513670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3668784"/>
        <c:crosses val="autoZero"/>
        <c:auto val="1"/>
        <c:lblAlgn val="ctr"/>
        <c:lblOffset val="100"/>
        <c:tickLblSkip val="10"/>
        <c:noMultiLvlLbl val="0"/>
      </c:catAx>
      <c:valAx>
        <c:axId val="513668784"/>
        <c:scaling>
          <c:orientation val="minMax"/>
          <c:max val="1.25"/>
          <c:min val="-1.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3670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Triangle Series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[oscillators.xlsx]Sheet1!$R$1</c:f>
              <c:strCache>
                <c:ptCount val="1"/>
                <c:pt idx="0">
                  <c:v>TriangleSeries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cat>
            <c:numRef>
              <c:f>[oscillators.xlsx]Sheet1!$A$2:$A$109</c:f>
              <c:numCache>
                <c:formatCode>General</c:formatCode>
                <c:ptCount val="108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0.55000000000000004</c:v>
                </c:pt>
                <c:pt idx="56">
                  <c:v>0.56000000000000005</c:v>
                </c:pt>
                <c:pt idx="57">
                  <c:v>0.56999999999999995</c:v>
                </c:pt>
                <c:pt idx="58">
                  <c:v>0.57999999999999996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cat>
          <c:val>
            <c:numRef>
              <c:f>[oscillators.xlsx]Sheet1!$R$2:$R$109</c:f>
              <c:numCache>
                <c:formatCode>General</c:formatCode>
                <c:ptCount val="108"/>
                <c:pt idx="0">
                  <c:v>0</c:v>
                </c:pt>
                <c:pt idx="1">
                  <c:v>0.10085246218294316</c:v>
                </c:pt>
                <c:pt idx="2">
                  <c:v>0.14259380283733378</c:v>
                </c:pt>
                <c:pt idx="3">
                  <c:v>0.18745469249063501</c:v>
                </c:pt>
                <c:pt idx="4">
                  <c:v>0.27106211891555859</c:v>
                </c:pt>
                <c:pt idx="5">
                  <c:v>0.36827371714609392</c:v>
                </c:pt>
                <c:pt idx="6">
                  <c:v>0.45871584501437462</c:v>
                </c:pt>
                <c:pt idx="7">
                  <c:v>0.55002329128901817</c:v>
                </c:pt>
                <c:pt idx="8">
                  <c:v>0.68441051647045903</c:v>
                </c:pt>
                <c:pt idx="9">
                  <c:v>0.7655065320395974</c:v>
                </c:pt>
                <c:pt idx="10">
                  <c:v>0.821684503063281</c:v>
                </c:pt>
                <c:pt idx="11">
                  <c:v>0.84317190873725645</c:v>
                </c:pt>
                <c:pt idx="12">
                  <c:v>0.89342837694814048</c:v>
                </c:pt>
                <c:pt idx="13">
                  <c:v>0.89342837694814048</c:v>
                </c:pt>
                <c:pt idx="14">
                  <c:v>0.84317190873725645</c:v>
                </c:pt>
                <c:pt idx="15">
                  <c:v>0.821684503063281</c:v>
                </c:pt>
                <c:pt idx="16">
                  <c:v>0.76550653203959707</c:v>
                </c:pt>
                <c:pt idx="17">
                  <c:v>0.68441051647045914</c:v>
                </c:pt>
                <c:pt idx="18">
                  <c:v>0.55002329128901817</c:v>
                </c:pt>
                <c:pt idx="19">
                  <c:v>0.45871584501437512</c:v>
                </c:pt>
                <c:pt idx="20">
                  <c:v>0.36827371714609419</c:v>
                </c:pt>
                <c:pt idx="21">
                  <c:v>0.27106211891555904</c:v>
                </c:pt>
                <c:pt idx="22">
                  <c:v>0.18745469249063498</c:v>
                </c:pt>
                <c:pt idx="23">
                  <c:v>0.14259380283733378</c:v>
                </c:pt>
                <c:pt idx="24">
                  <c:v>0.10085246218294339</c:v>
                </c:pt>
                <c:pt idx="25">
                  <c:v>3.1578972260115978E-16</c:v>
                </c:pt>
                <c:pt idx="26">
                  <c:v>-0.10085246218294325</c:v>
                </c:pt>
                <c:pt idx="27">
                  <c:v>-0.14259380283733344</c:v>
                </c:pt>
                <c:pt idx="28">
                  <c:v>-0.18745469249063501</c:v>
                </c:pt>
                <c:pt idx="29">
                  <c:v>-0.27106211891555809</c:v>
                </c:pt>
                <c:pt idx="30">
                  <c:v>-0.36827371714609364</c:v>
                </c:pt>
                <c:pt idx="31">
                  <c:v>-0.45871584501437485</c:v>
                </c:pt>
                <c:pt idx="32">
                  <c:v>-0.55002329128901806</c:v>
                </c:pt>
                <c:pt idx="33">
                  <c:v>-0.68441051647045881</c:v>
                </c:pt>
                <c:pt idx="34">
                  <c:v>-0.76550653203959795</c:v>
                </c:pt>
                <c:pt idx="35">
                  <c:v>-0.821684503063281</c:v>
                </c:pt>
                <c:pt idx="36">
                  <c:v>-0.84317190873725656</c:v>
                </c:pt>
                <c:pt idx="37">
                  <c:v>-0.89342837694814048</c:v>
                </c:pt>
                <c:pt idx="38">
                  <c:v>-0.89342837694814048</c:v>
                </c:pt>
                <c:pt idx="39">
                  <c:v>-0.84317190873725656</c:v>
                </c:pt>
                <c:pt idx="40">
                  <c:v>-0.821684503063281</c:v>
                </c:pt>
                <c:pt idx="41">
                  <c:v>-0.7655065320395984</c:v>
                </c:pt>
                <c:pt idx="42">
                  <c:v>-0.68441051647045859</c:v>
                </c:pt>
                <c:pt idx="43">
                  <c:v>-0.55002329128901817</c:v>
                </c:pt>
                <c:pt idx="44">
                  <c:v>-0.45871584501437535</c:v>
                </c:pt>
                <c:pt idx="45">
                  <c:v>-0.36827371714609441</c:v>
                </c:pt>
                <c:pt idx="46">
                  <c:v>-0.27106211891555859</c:v>
                </c:pt>
                <c:pt idx="47">
                  <c:v>-0.18745469249063496</c:v>
                </c:pt>
                <c:pt idx="48">
                  <c:v>-0.14259380283733311</c:v>
                </c:pt>
                <c:pt idx="49">
                  <c:v>-0.1008524621829433</c:v>
                </c:pt>
                <c:pt idx="50">
                  <c:v>-6.3157944520231955E-16</c:v>
                </c:pt>
                <c:pt idx="51">
                  <c:v>0.10085246218294307</c:v>
                </c:pt>
                <c:pt idx="52">
                  <c:v>0.14259380283733381</c:v>
                </c:pt>
                <c:pt idx="53">
                  <c:v>0.18745469249063501</c:v>
                </c:pt>
                <c:pt idx="54">
                  <c:v>0.27106211891555909</c:v>
                </c:pt>
                <c:pt idx="55">
                  <c:v>0.36827371714609491</c:v>
                </c:pt>
                <c:pt idx="56">
                  <c:v>0.45871584501437601</c:v>
                </c:pt>
                <c:pt idx="57">
                  <c:v>0.55002329128901795</c:v>
                </c:pt>
                <c:pt idx="58">
                  <c:v>0.68441051647045914</c:v>
                </c:pt>
                <c:pt idx="59">
                  <c:v>0.76550653203959673</c:v>
                </c:pt>
                <c:pt idx="60">
                  <c:v>0.821684503063281</c:v>
                </c:pt>
                <c:pt idx="61">
                  <c:v>0.84317190873725623</c:v>
                </c:pt>
                <c:pt idx="62">
                  <c:v>0.89342837694814048</c:v>
                </c:pt>
                <c:pt idx="63">
                  <c:v>0.89342837694814048</c:v>
                </c:pt>
                <c:pt idx="64">
                  <c:v>0.84317190873725645</c:v>
                </c:pt>
                <c:pt idx="65">
                  <c:v>0.821684503063281</c:v>
                </c:pt>
                <c:pt idx="66">
                  <c:v>0.76550653203959651</c:v>
                </c:pt>
                <c:pt idx="67">
                  <c:v>0.68441051647045881</c:v>
                </c:pt>
                <c:pt idx="68">
                  <c:v>0.55002329128901795</c:v>
                </c:pt>
                <c:pt idx="69">
                  <c:v>0.45871584501437679</c:v>
                </c:pt>
                <c:pt idx="70">
                  <c:v>0.36827371714609447</c:v>
                </c:pt>
                <c:pt idx="71">
                  <c:v>0.27106211891556004</c:v>
                </c:pt>
                <c:pt idx="72">
                  <c:v>0.18745469249063498</c:v>
                </c:pt>
                <c:pt idx="73">
                  <c:v>0.14259380283733294</c:v>
                </c:pt>
                <c:pt idx="74">
                  <c:v>0.10085246218294269</c:v>
                </c:pt>
                <c:pt idx="75">
                  <c:v>9.4736916780347913E-16</c:v>
                </c:pt>
                <c:pt idx="76">
                  <c:v>-0.10085246218294233</c:v>
                </c:pt>
                <c:pt idx="77">
                  <c:v>-0.14259380283733397</c:v>
                </c:pt>
                <c:pt idx="78">
                  <c:v>-0.18745469249063507</c:v>
                </c:pt>
                <c:pt idx="79">
                  <c:v>-0.27106211891555893</c:v>
                </c:pt>
                <c:pt idx="80">
                  <c:v>-0.36827371714609308</c:v>
                </c:pt>
                <c:pt idx="81">
                  <c:v>-0.45871584501437573</c:v>
                </c:pt>
                <c:pt idx="82">
                  <c:v>-0.55002329128901772</c:v>
                </c:pt>
                <c:pt idx="83">
                  <c:v>-0.68441051647045914</c:v>
                </c:pt>
                <c:pt idx="84">
                  <c:v>-0.7655065320395954</c:v>
                </c:pt>
                <c:pt idx="85">
                  <c:v>-0.82168450306328078</c:v>
                </c:pt>
                <c:pt idx="86">
                  <c:v>-0.84317190873725623</c:v>
                </c:pt>
                <c:pt idx="87">
                  <c:v>-0.89342837694814048</c:v>
                </c:pt>
                <c:pt idx="88">
                  <c:v>-0.89342837694814048</c:v>
                </c:pt>
                <c:pt idx="89">
                  <c:v>-0.84317190873725645</c:v>
                </c:pt>
                <c:pt idx="90">
                  <c:v>-0.82168450306328078</c:v>
                </c:pt>
                <c:pt idx="91">
                  <c:v>-0.76550653203959684</c:v>
                </c:pt>
                <c:pt idx="92">
                  <c:v>-0.68441051647045881</c:v>
                </c:pt>
                <c:pt idx="93">
                  <c:v>-0.55002329128901795</c:v>
                </c:pt>
                <c:pt idx="94">
                  <c:v>-0.45871584501437712</c:v>
                </c:pt>
                <c:pt idx="95">
                  <c:v>-0.36827371714609486</c:v>
                </c:pt>
                <c:pt idx="96">
                  <c:v>-0.27106211891556015</c:v>
                </c:pt>
                <c:pt idx="97">
                  <c:v>-0.18745469249063496</c:v>
                </c:pt>
                <c:pt idx="98">
                  <c:v>-0.14259380283733256</c:v>
                </c:pt>
                <c:pt idx="99">
                  <c:v>-0.10085246218294305</c:v>
                </c:pt>
                <c:pt idx="100">
                  <c:v>-1.2631588904046391E-15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24-4EC4-BF89-D5800C3A43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41970832"/>
        <c:axId val="541971152"/>
      </c:lineChart>
      <c:catAx>
        <c:axId val="541970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1971152"/>
        <c:crosses val="autoZero"/>
        <c:auto val="1"/>
        <c:lblAlgn val="ctr"/>
        <c:lblOffset val="100"/>
        <c:tickLblSkip val="10"/>
        <c:noMultiLvlLbl val="0"/>
      </c:catAx>
      <c:valAx>
        <c:axId val="541971152"/>
        <c:scaling>
          <c:orientation val="minMax"/>
          <c:min val="-1.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1970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Sawtooth Series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[oscillators.xlsx]Sheet1!$N$1</c:f>
              <c:strCache>
                <c:ptCount val="1"/>
                <c:pt idx="0">
                  <c:v>SawtoothSeries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cat>
            <c:numRef>
              <c:f>[oscillators.xlsx]Sheet1!$A$2:$A$104</c:f>
              <c:numCache>
                <c:formatCode>General</c:formatCode>
                <c:ptCount val="103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0.55000000000000004</c:v>
                </c:pt>
                <c:pt idx="56">
                  <c:v>0.56000000000000005</c:v>
                </c:pt>
                <c:pt idx="57">
                  <c:v>0.56999999999999995</c:v>
                </c:pt>
                <c:pt idx="58">
                  <c:v>0.57999999999999996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cat>
          <c:val>
            <c:numRef>
              <c:f>[oscillators.xlsx]Sheet1!$N$2:$N$104</c:f>
              <c:numCache>
                <c:formatCode>General</c:formatCode>
                <c:ptCount val="103"/>
                <c:pt idx="0">
                  <c:v>0</c:v>
                </c:pt>
                <c:pt idx="1">
                  <c:v>7.8747621254308078E-2</c:v>
                </c:pt>
                <c:pt idx="2">
                  <c:v>0.15023934976880551</c:v>
                </c:pt>
                <c:pt idx="3">
                  <c:v>0.2084675216150822</c:v>
                </c:pt>
                <c:pt idx="4">
                  <c:v>0.24972383803179354</c:v>
                </c:pt>
                <c:pt idx="5">
                  <c:v>0.27328548303003469</c:v>
                </c:pt>
                <c:pt idx="6">
                  <c:v>0.28162243682420085</c:v>
                </c:pt>
                <c:pt idx="7">
                  <c:v>0.28008352702418571</c:v>
                </c:pt>
                <c:pt idx="8">
                  <c:v>0.27609699385747827</c:v>
                </c:pt>
                <c:pt idx="9">
                  <c:v>0.27799517644287891</c:v>
                </c:pt>
                <c:pt idx="10">
                  <c:v>0.2936316216496459</c:v>
                </c:pt>
                <c:pt idx="11">
                  <c:v>0.32899385091306138</c:v>
                </c:pt>
                <c:pt idx="12">
                  <c:v>0.38702091270504291</c:v>
                </c:pt>
                <c:pt idx="13">
                  <c:v>0.46681052732684325</c:v>
                </c:pt>
                <c:pt idx="14">
                  <c:v>0.56334921984609887</c:v>
                </c:pt>
                <c:pt idx="15">
                  <c:v>0.66782733516510151</c:v>
                </c:pt>
                <c:pt idx="16">
                  <c:v>0.7685191416650089</c:v>
                </c:pt>
                <c:pt idx="17">
                  <c:v>0.85212778603042516</c:v>
                </c:pt>
                <c:pt idx="18">
                  <c:v>0.90542701298266071</c:v>
                </c:pt>
                <c:pt idx="19">
                  <c:v>0.91698598549296917</c:v>
                </c:pt>
                <c:pt idx="20">
                  <c:v>0.87874686594256035</c:v>
                </c:pt>
                <c:pt idx="21">
                  <c:v>0.78723968976847891</c:v>
                </c:pt>
                <c:pt idx="22">
                  <c:v>0.64426374436629086</c:v>
                </c:pt>
                <c:pt idx="23">
                  <c:v>0.45693326411268542</c:v>
                </c:pt>
                <c:pt idx="24">
                  <c:v>0.23706852061131781</c:v>
                </c:pt>
                <c:pt idx="25">
                  <c:v>2.3398611914412589E-16</c:v>
                </c:pt>
                <c:pt idx="26">
                  <c:v>-0.23706852061131733</c:v>
                </c:pt>
                <c:pt idx="27">
                  <c:v>-0.45693326411268581</c:v>
                </c:pt>
                <c:pt idx="28">
                  <c:v>-0.64426374436629097</c:v>
                </c:pt>
                <c:pt idx="29">
                  <c:v>-0.78723968976847825</c:v>
                </c:pt>
                <c:pt idx="30">
                  <c:v>-0.87874686594256024</c:v>
                </c:pt>
                <c:pt idx="31">
                  <c:v>-0.91698598549296917</c:v>
                </c:pt>
                <c:pt idx="32">
                  <c:v>-0.90542701298266071</c:v>
                </c:pt>
                <c:pt idx="33">
                  <c:v>-0.85212778603042516</c:v>
                </c:pt>
                <c:pt idx="34">
                  <c:v>-0.7685191416650089</c:v>
                </c:pt>
                <c:pt idx="35">
                  <c:v>-0.66782733516510162</c:v>
                </c:pt>
                <c:pt idx="36">
                  <c:v>-0.56334921984609887</c:v>
                </c:pt>
                <c:pt idx="37">
                  <c:v>-0.46681052732684325</c:v>
                </c:pt>
                <c:pt idx="38">
                  <c:v>-0.38702091270504341</c:v>
                </c:pt>
                <c:pt idx="39">
                  <c:v>-0.32899385091306166</c:v>
                </c:pt>
                <c:pt idx="40">
                  <c:v>-0.2936316216496459</c:v>
                </c:pt>
                <c:pt idx="41">
                  <c:v>-0.2779951764428793</c:v>
                </c:pt>
                <c:pt idx="42">
                  <c:v>-0.27609699385747855</c:v>
                </c:pt>
                <c:pt idx="43">
                  <c:v>-0.28008352702418593</c:v>
                </c:pt>
                <c:pt idx="44">
                  <c:v>-0.28162243682420079</c:v>
                </c:pt>
                <c:pt idx="45">
                  <c:v>-0.27328548303003475</c:v>
                </c:pt>
                <c:pt idx="46">
                  <c:v>-0.24972383803179354</c:v>
                </c:pt>
                <c:pt idx="47">
                  <c:v>-0.20846752161508245</c:v>
                </c:pt>
                <c:pt idx="48">
                  <c:v>-0.15023934976880554</c:v>
                </c:pt>
                <c:pt idx="49">
                  <c:v>-7.8747621254308495E-2</c:v>
                </c:pt>
                <c:pt idx="50">
                  <c:v>-1.5599074609608393E-16</c:v>
                </c:pt>
                <c:pt idx="51">
                  <c:v>7.8747621254308189E-2</c:v>
                </c:pt>
                <c:pt idx="52">
                  <c:v>0.15023934976880529</c:v>
                </c:pt>
                <c:pt idx="53">
                  <c:v>0.2084675216150822</c:v>
                </c:pt>
                <c:pt idx="54">
                  <c:v>0.24972383803179363</c:v>
                </c:pt>
                <c:pt idx="55">
                  <c:v>0.27328548303003497</c:v>
                </c:pt>
                <c:pt idx="56">
                  <c:v>0.28162243682420118</c:v>
                </c:pt>
                <c:pt idx="57">
                  <c:v>0.28008352702418549</c:v>
                </c:pt>
                <c:pt idx="58">
                  <c:v>0.27609699385747871</c:v>
                </c:pt>
                <c:pt idx="59">
                  <c:v>0.27799517644287908</c:v>
                </c:pt>
                <c:pt idx="60">
                  <c:v>0.29363162164964596</c:v>
                </c:pt>
                <c:pt idx="61">
                  <c:v>0.32899385091306166</c:v>
                </c:pt>
                <c:pt idx="62">
                  <c:v>0.38702091270504313</c:v>
                </c:pt>
                <c:pt idx="63">
                  <c:v>0.46681052732684281</c:v>
                </c:pt>
                <c:pt idx="64">
                  <c:v>0.5633492198460992</c:v>
                </c:pt>
                <c:pt idx="65">
                  <c:v>0.66782733516510118</c:v>
                </c:pt>
                <c:pt idx="66">
                  <c:v>0.7685191416650089</c:v>
                </c:pt>
                <c:pt idx="67">
                  <c:v>0.8521277860304256</c:v>
                </c:pt>
                <c:pt idx="68">
                  <c:v>0.90542701298266048</c:v>
                </c:pt>
                <c:pt idx="69">
                  <c:v>0.9169859854929695</c:v>
                </c:pt>
                <c:pt idx="70">
                  <c:v>0.87874686594256046</c:v>
                </c:pt>
                <c:pt idx="71">
                  <c:v>0.78723968976847947</c:v>
                </c:pt>
                <c:pt idx="72">
                  <c:v>0.64426374436629064</c:v>
                </c:pt>
                <c:pt idx="73">
                  <c:v>0.45693326411268637</c:v>
                </c:pt>
                <c:pt idx="74">
                  <c:v>0.23706852061131747</c:v>
                </c:pt>
                <c:pt idx="75">
                  <c:v>7.0195835743237763E-16</c:v>
                </c:pt>
                <c:pt idx="76">
                  <c:v>-0.23706852061131614</c:v>
                </c:pt>
                <c:pt idx="77">
                  <c:v>-0.45693326411268509</c:v>
                </c:pt>
                <c:pt idx="78">
                  <c:v>-0.64426374436628975</c:v>
                </c:pt>
                <c:pt idx="79">
                  <c:v>-0.7872396897684788</c:v>
                </c:pt>
                <c:pt idx="80">
                  <c:v>-0.87874686594256013</c:v>
                </c:pt>
                <c:pt idx="81">
                  <c:v>-0.91698598549296939</c:v>
                </c:pt>
                <c:pt idx="82">
                  <c:v>-0.90542701298266071</c:v>
                </c:pt>
                <c:pt idx="83">
                  <c:v>-0.85212778603042605</c:v>
                </c:pt>
                <c:pt idx="84">
                  <c:v>-0.76851914166500968</c:v>
                </c:pt>
                <c:pt idx="85">
                  <c:v>-0.66782733516510251</c:v>
                </c:pt>
                <c:pt idx="86">
                  <c:v>-0.56334921984609931</c:v>
                </c:pt>
                <c:pt idx="87">
                  <c:v>-0.46681052732684347</c:v>
                </c:pt>
                <c:pt idx="88">
                  <c:v>-0.38702091270504335</c:v>
                </c:pt>
                <c:pt idx="89">
                  <c:v>-0.32899385091306133</c:v>
                </c:pt>
                <c:pt idx="90">
                  <c:v>-0.29363162164964596</c:v>
                </c:pt>
                <c:pt idx="91">
                  <c:v>-0.27799517644287763</c:v>
                </c:pt>
                <c:pt idx="92">
                  <c:v>-0.27609699385747866</c:v>
                </c:pt>
                <c:pt idx="93">
                  <c:v>-0.28008352702418504</c:v>
                </c:pt>
                <c:pt idx="94">
                  <c:v>-0.28162243682420118</c:v>
                </c:pt>
                <c:pt idx="95">
                  <c:v>-0.27328548303003447</c:v>
                </c:pt>
                <c:pt idx="96">
                  <c:v>-0.24972383803179377</c:v>
                </c:pt>
                <c:pt idx="97">
                  <c:v>-0.20846752161508242</c:v>
                </c:pt>
                <c:pt idx="98">
                  <c:v>-0.15023934976880624</c:v>
                </c:pt>
                <c:pt idx="99">
                  <c:v>-7.8747621254307912E-2</c:v>
                </c:pt>
                <c:pt idx="100">
                  <c:v>-3.1198149219216786E-16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A9-477D-BDBC-88DE9F9187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95231888"/>
        <c:axId val="595230288"/>
      </c:lineChart>
      <c:catAx>
        <c:axId val="595231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5230288"/>
        <c:crosses val="autoZero"/>
        <c:auto val="1"/>
        <c:lblAlgn val="ctr"/>
        <c:lblOffset val="100"/>
        <c:tickLblSkip val="10"/>
        <c:noMultiLvlLbl val="0"/>
      </c:catAx>
      <c:valAx>
        <c:axId val="595230288"/>
        <c:scaling>
          <c:orientation val="minMax"/>
          <c:min val="-1.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5231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7 Hz sinusoid</c:v>
          </c:tx>
          <c:spPr>
            <a:ln w="28575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[oscillators.xlsx]Aliasing!$A$1:$A$201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cat>
          <c:val>
            <c:numRef>
              <c:f>[oscillators.xlsx]Aliasing!$B$1:$B$201</c:f>
              <c:numCache>
                <c:formatCode>General</c:formatCode>
                <c:ptCount val="201"/>
                <c:pt idx="0">
                  <c:v>1</c:v>
                </c:pt>
                <c:pt idx="1">
                  <c:v>0.97591676193874743</c:v>
                </c:pt>
                <c:pt idx="2">
                  <c:v>0.90482705246601958</c:v>
                </c:pt>
                <c:pt idx="3">
                  <c:v>0.79015501237569041</c:v>
                </c:pt>
                <c:pt idx="4">
                  <c:v>0.63742398974868975</c:v>
                </c:pt>
                <c:pt idx="5">
                  <c:v>0.4539904997395468</c:v>
                </c:pt>
                <c:pt idx="6">
                  <c:v>0.24868988716485496</c:v>
                </c:pt>
                <c:pt idx="7">
                  <c:v>3.1410759078128174E-2</c:v>
                </c:pt>
                <c:pt idx="8">
                  <c:v>-0.1873813145857246</c:v>
                </c:pt>
                <c:pt idx="9">
                  <c:v>-0.39714789063478045</c:v>
                </c:pt>
                <c:pt idx="10">
                  <c:v>-0.58778525229247303</c:v>
                </c:pt>
                <c:pt idx="11">
                  <c:v>-0.75011106963045959</c:v>
                </c:pt>
                <c:pt idx="12">
                  <c:v>-0.87630668004386336</c:v>
                </c:pt>
                <c:pt idx="13">
                  <c:v>-0.96029368567694307</c:v>
                </c:pt>
                <c:pt idx="14">
                  <c:v>-0.99802672842827156</c:v>
                </c:pt>
                <c:pt idx="15">
                  <c:v>-0.98768834059513777</c:v>
                </c:pt>
                <c:pt idx="16">
                  <c:v>-0.92977648588825146</c:v>
                </c:pt>
                <c:pt idx="17">
                  <c:v>-0.82708057427456183</c:v>
                </c:pt>
                <c:pt idx="18">
                  <c:v>-0.68454710592868895</c:v>
                </c:pt>
                <c:pt idx="19">
                  <c:v>-0.5090414157503711</c:v>
                </c:pt>
                <c:pt idx="20">
                  <c:v>-0.30901699437494756</c:v>
                </c:pt>
                <c:pt idx="21">
                  <c:v>-9.4108313318514852E-2</c:v>
                </c:pt>
                <c:pt idx="22">
                  <c:v>0.12533323356430423</c:v>
                </c:pt>
                <c:pt idx="23">
                  <c:v>0.33873792024529104</c:v>
                </c:pt>
                <c:pt idx="24">
                  <c:v>0.53582679497899599</c:v>
                </c:pt>
                <c:pt idx="25">
                  <c:v>0.70710678118654735</c:v>
                </c:pt>
                <c:pt idx="26">
                  <c:v>0.8443279255020153</c:v>
                </c:pt>
                <c:pt idx="27">
                  <c:v>0.94088076895422545</c:v>
                </c:pt>
                <c:pt idx="28">
                  <c:v>0.99211470131447788</c:v>
                </c:pt>
                <c:pt idx="29">
                  <c:v>0.99556196460308011</c:v>
                </c:pt>
                <c:pt idx="30">
                  <c:v>0.95105651629515364</c:v>
                </c:pt>
                <c:pt idx="31">
                  <c:v>0.86074202700394398</c:v>
                </c:pt>
                <c:pt idx="32">
                  <c:v>0.72896862742141155</c:v>
                </c:pt>
                <c:pt idx="33">
                  <c:v>0.56208337785213025</c:v>
                </c:pt>
                <c:pt idx="34">
                  <c:v>0.36812455268467792</c:v>
                </c:pt>
                <c:pt idx="35">
                  <c:v>0.15643446504023203</c:v>
                </c:pt>
                <c:pt idx="36">
                  <c:v>-6.2790519529312708E-2</c:v>
                </c:pt>
                <c:pt idx="37">
                  <c:v>-0.27899110603922911</c:v>
                </c:pt>
                <c:pt idx="38">
                  <c:v>-0.4817536741017156</c:v>
                </c:pt>
                <c:pt idx="39">
                  <c:v>-0.66131186532365127</c:v>
                </c:pt>
                <c:pt idx="40">
                  <c:v>-0.80901699437494723</c:v>
                </c:pt>
                <c:pt idx="41">
                  <c:v>-0.91775462568398047</c:v>
                </c:pt>
                <c:pt idx="42">
                  <c:v>-0.9822872507286885</c:v>
                </c:pt>
                <c:pt idx="43">
                  <c:v>-0.9995065603657316</c:v>
                </c:pt>
                <c:pt idx="44">
                  <c:v>-0.96858316112863108</c:v>
                </c:pt>
                <c:pt idx="45">
                  <c:v>-0.89100652418836768</c:v>
                </c:pt>
                <c:pt idx="46">
                  <c:v>-0.7705132427757897</c:v>
                </c:pt>
                <c:pt idx="47">
                  <c:v>-0.61290705365297671</c:v>
                </c:pt>
                <c:pt idx="48">
                  <c:v>-0.42577929156507399</c:v>
                </c:pt>
                <c:pt idx="49">
                  <c:v>-0.21814324139654348</c:v>
                </c:pt>
                <c:pt idx="50">
                  <c:v>-4.28801959218017E-16</c:v>
                </c:pt>
                <c:pt idx="51">
                  <c:v>0.21814324139654265</c:v>
                </c:pt>
                <c:pt idx="52">
                  <c:v>0.42577929156507321</c:v>
                </c:pt>
                <c:pt idx="53">
                  <c:v>0.61290705365297604</c:v>
                </c:pt>
                <c:pt idx="54">
                  <c:v>0.77051324277578914</c:v>
                </c:pt>
                <c:pt idx="55">
                  <c:v>0.89100652418836801</c:v>
                </c:pt>
                <c:pt idx="56">
                  <c:v>0.9685831611286313</c:v>
                </c:pt>
                <c:pt idx="57">
                  <c:v>0.99950656036573149</c:v>
                </c:pt>
                <c:pt idx="58">
                  <c:v>0.98228725072868894</c:v>
                </c:pt>
                <c:pt idx="59">
                  <c:v>0.91775462568398158</c:v>
                </c:pt>
                <c:pt idx="60">
                  <c:v>0.80901699437494767</c:v>
                </c:pt>
                <c:pt idx="61">
                  <c:v>0.66131186532365183</c:v>
                </c:pt>
                <c:pt idx="62">
                  <c:v>0.48175367410171638</c:v>
                </c:pt>
                <c:pt idx="63">
                  <c:v>0.27899110603922994</c:v>
                </c:pt>
                <c:pt idx="64">
                  <c:v>6.2790519529313568E-2</c:v>
                </c:pt>
                <c:pt idx="65">
                  <c:v>-0.1564344650402312</c:v>
                </c:pt>
                <c:pt idx="66">
                  <c:v>-0.36812455268467875</c:v>
                </c:pt>
                <c:pt idx="67">
                  <c:v>-0.56208337785213025</c:v>
                </c:pt>
                <c:pt idx="68">
                  <c:v>-0.72896862742141166</c:v>
                </c:pt>
                <c:pt idx="69">
                  <c:v>-0.86074202700394309</c:v>
                </c:pt>
                <c:pt idx="70">
                  <c:v>-0.95105651629515287</c:v>
                </c:pt>
                <c:pt idx="71">
                  <c:v>-0.99556196460307989</c:v>
                </c:pt>
                <c:pt idx="72">
                  <c:v>-0.99211470131447799</c:v>
                </c:pt>
                <c:pt idx="73">
                  <c:v>-0.94088076895422579</c:v>
                </c:pt>
                <c:pt idx="74">
                  <c:v>-0.84432792550201519</c:v>
                </c:pt>
                <c:pt idx="75">
                  <c:v>-0.70710678118654735</c:v>
                </c:pt>
                <c:pt idx="76">
                  <c:v>-0.53582679497899599</c:v>
                </c:pt>
                <c:pt idx="77">
                  <c:v>-0.33873792024529015</c:v>
                </c:pt>
                <c:pt idx="78">
                  <c:v>-0.12533323356430598</c:v>
                </c:pt>
                <c:pt idx="79">
                  <c:v>9.4108313318513118E-2</c:v>
                </c:pt>
                <c:pt idx="80">
                  <c:v>0.30901699437494679</c:v>
                </c:pt>
                <c:pt idx="81">
                  <c:v>0.50904141575037121</c:v>
                </c:pt>
                <c:pt idx="82">
                  <c:v>0.68454710592868639</c:v>
                </c:pt>
                <c:pt idx="83">
                  <c:v>0.82708057427456028</c:v>
                </c:pt>
                <c:pt idx="84">
                  <c:v>0.92977648588825057</c:v>
                </c:pt>
                <c:pt idx="85">
                  <c:v>0.98768834059513744</c:v>
                </c:pt>
                <c:pt idx="86">
                  <c:v>0.99802672842827167</c:v>
                </c:pt>
                <c:pt idx="87">
                  <c:v>0.96029368567694318</c:v>
                </c:pt>
                <c:pt idx="88">
                  <c:v>0.87630668004386358</c:v>
                </c:pt>
                <c:pt idx="89">
                  <c:v>0.75011106963045926</c:v>
                </c:pt>
                <c:pt idx="90">
                  <c:v>0.58778525229247236</c:v>
                </c:pt>
                <c:pt idx="91">
                  <c:v>0.39714789063477923</c:v>
                </c:pt>
                <c:pt idx="92">
                  <c:v>0.1873813145857261</c:v>
                </c:pt>
                <c:pt idx="93">
                  <c:v>-3.141075907812732E-2</c:v>
                </c:pt>
                <c:pt idx="94">
                  <c:v>-0.24868988716485435</c:v>
                </c:pt>
                <c:pt idx="95">
                  <c:v>-0.4539904997395437</c:v>
                </c:pt>
                <c:pt idx="96">
                  <c:v>-0.63742398974868741</c:v>
                </c:pt>
                <c:pt idx="97">
                  <c:v>-0.79015501237568886</c:v>
                </c:pt>
                <c:pt idx="98">
                  <c:v>-0.90482705246601869</c:v>
                </c:pt>
                <c:pt idx="99">
                  <c:v>-0.9759167619387471</c:v>
                </c:pt>
                <c:pt idx="101">
                  <c:v>-0.97591676193874743</c:v>
                </c:pt>
                <c:pt idx="102">
                  <c:v>-0.90482705246601947</c:v>
                </c:pt>
                <c:pt idx="103">
                  <c:v>-0.79015501237568997</c:v>
                </c:pt>
                <c:pt idx="104">
                  <c:v>-0.63742398974868875</c:v>
                </c:pt>
                <c:pt idx="105">
                  <c:v>-0.45399049973954519</c:v>
                </c:pt>
                <c:pt idx="106">
                  <c:v>-0.24868988716485602</c:v>
                </c:pt>
                <c:pt idx="107">
                  <c:v>-3.1410759078129034E-2</c:v>
                </c:pt>
                <c:pt idx="108">
                  <c:v>0.18738131458572441</c:v>
                </c:pt>
                <c:pt idx="109">
                  <c:v>0.3971478906347809</c:v>
                </c:pt>
                <c:pt idx="110">
                  <c:v>0.5877852522924738</c:v>
                </c:pt>
                <c:pt idx="111">
                  <c:v>0.75011106963046048</c:v>
                </c:pt>
                <c:pt idx="112">
                  <c:v>0.87630668004386447</c:v>
                </c:pt>
                <c:pt idx="113">
                  <c:v>0.96029368567694173</c:v>
                </c:pt>
                <c:pt idx="114">
                  <c:v>0.99802672842827134</c:v>
                </c:pt>
                <c:pt idx="115">
                  <c:v>0.98768834059513833</c:v>
                </c:pt>
                <c:pt idx="116">
                  <c:v>0.92977648588825257</c:v>
                </c:pt>
                <c:pt idx="117">
                  <c:v>0.82708057427456327</c:v>
                </c:pt>
                <c:pt idx="118">
                  <c:v>0.68454710592869017</c:v>
                </c:pt>
                <c:pt idx="119">
                  <c:v>0.50904141575037265</c:v>
                </c:pt>
                <c:pt idx="120">
                  <c:v>0.30901699437494839</c:v>
                </c:pt>
                <c:pt idx="121">
                  <c:v>9.4108313318514825E-2</c:v>
                </c:pt>
                <c:pt idx="122">
                  <c:v>-0.12533323356430426</c:v>
                </c:pt>
                <c:pt idx="123">
                  <c:v>-0.33873792024528854</c:v>
                </c:pt>
                <c:pt idx="124">
                  <c:v>-0.53582679497899455</c:v>
                </c:pt>
                <c:pt idx="125">
                  <c:v>-0.70710678118654613</c:v>
                </c:pt>
                <c:pt idx="126">
                  <c:v>-0.8443279255020143</c:v>
                </c:pt>
                <c:pt idx="127">
                  <c:v>-0.94088076895422512</c:v>
                </c:pt>
                <c:pt idx="128">
                  <c:v>-0.99211470131447776</c:v>
                </c:pt>
                <c:pt idx="129">
                  <c:v>-0.99556196460308</c:v>
                </c:pt>
                <c:pt idx="130">
                  <c:v>-0.95105651629515342</c:v>
                </c:pt>
                <c:pt idx="131">
                  <c:v>-0.86074202700394309</c:v>
                </c:pt>
                <c:pt idx="132">
                  <c:v>-0.72896862742141033</c:v>
                </c:pt>
                <c:pt idx="133">
                  <c:v>-0.56208337785213169</c:v>
                </c:pt>
                <c:pt idx="134">
                  <c:v>-0.3681245526846787</c:v>
                </c:pt>
                <c:pt idx="135">
                  <c:v>-0.15643446504023115</c:v>
                </c:pt>
                <c:pt idx="136">
                  <c:v>6.2790519529313624E-2</c:v>
                </c:pt>
                <c:pt idx="137">
                  <c:v>0.27899110603923</c:v>
                </c:pt>
                <c:pt idx="138">
                  <c:v>0.48175367410171333</c:v>
                </c:pt>
                <c:pt idx="139">
                  <c:v>0.66131186532365061</c:v>
                </c:pt>
                <c:pt idx="140">
                  <c:v>0.80901699437494468</c:v>
                </c:pt>
                <c:pt idx="141">
                  <c:v>0.91775462568397947</c:v>
                </c:pt>
                <c:pt idx="142">
                  <c:v>0.98228725072868794</c:v>
                </c:pt>
                <c:pt idx="143">
                  <c:v>0.99950656036573171</c:v>
                </c:pt>
                <c:pt idx="144">
                  <c:v>0.96858316112863174</c:v>
                </c:pt>
                <c:pt idx="145">
                  <c:v>0.89100652418836879</c:v>
                </c:pt>
                <c:pt idx="146">
                  <c:v>0.77051324277579025</c:v>
                </c:pt>
                <c:pt idx="147">
                  <c:v>0.61290705365298015</c:v>
                </c:pt>
                <c:pt idx="148">
                  <c:v>0.42577929156507316</c:v>
                </c:pt>
                <c:pt idx="149">
                  <c:v>0.21814324139654606</c:v>
                </c:pt>
                <c:pt idx="150">
                  <c:v>-4.8995096174619945E-16</c:v>
                </c:pt>
                <c:pt idx="151">
                  <c:v>-0.21814324139654007</c:v>
                </c:pt>
                <c:pt idx="152">
                  <c:v>-0.42577929156507405</c:v>
                </c:pt>
                <c:pt idx="153">
                  <c:v>-0.61290705365297526</c:v>
                </c:pt>
                <c:pt idx="154">
                  <c:v>-0.77051324277579092</c:v>
                </c:pt>
                <c:pt idx="155">
                  <c:v>-0.89100652418836768</c:v>
                </c:pt>
                <c:pt idx="156">
                  <c:v>-0.9685831611286303</c:v>
                </c:pt>
                <c:pt idx="157">
                  <c:v>-0.9995065603657316</c:v>
                </c:pt>
                <c:pt idx="158">
                  <c:v>-0.98228725072868917</c:v>
                </c:pt>
                <c:pt idx="159">
                  <c:v>-0.91775462568398047</c:v>
                </c:pt>
                <c:pt idx="160">
                  <c:v>-0.80901699437494823</c:v>
                </c:pt>
                <c:pt idx="161">
                  <c:v>-0.66131186532364983</c:v>
                </c:pt>
                <c:pt idx="162">
                  <c:v>-0.48175367410171555</c:v>
                </c:pt>
                <c:pt idx="163">
                  <c:v>-0.27899110603923249</c:v>
                </c:pt>
                <c:pt idx="164">
                  <c:v>-6.2790519529319744E-2</c:v>
                </c:pt>
                <c:pt idx="165">
                  <c:v>0.15643446504022859</c:v>
                </c:pt>
                <c:pt idx="166">
                  <c:v>0.36812455268467298</c:v>
                </c:pt>
                <c:pt idx="167">
                  <c:v>0.56208337785212958</c:v>
                </c:pt>
                <c:pt idx="168">
                  <c:v>0.72896862742140855</c:v>
                </c:pt>
                <c:pt idx="169">
                  <c:v>0.86074202700394353</c:v>
                </c:pt>
                <c:pt idx="170">
                  <c:v>0.95105651629515253</c:v>
                </c:pt>
                <c:pt idx="171">
                  <c:v>0.99556196460308011</c:v>
                </c:pt>
                <c:pt idx="172">
                  <c:v>0.9921147013144781</c:v>
                </c:pt>
                <c:pt idx="173">
                  <c:v>0.94088076895422723</c:v>
                </c:pt>
                <c:pt idx="174">
                  <c:v>0.84432792550201574</c:v>
                </c:pt>
                <c:pt idx="175">
                  <c:v>0.70710678118655046</c:v>
                </c:pt>
                <c:pt idx="176">
                  <c:v>0.53582679497899666</c:v>
                </c:pt>
                <c:pt idx="177">
                  <c:v>0.33873792024529431</c:v>
                </c:pt>
                <c:pt idx="178">
                  <c:v>0.12533323356430329</c:v>
                </c:pt>
                <c:pt idx="179">
                  <c:v>-9.4108313318512257E-2</c:v>
                </c:pt>
                <c:pt idx="180">
                  <c:v>-0.30901699437494934</c:v>
                </c:pt>
                <c:pt idx="181">
                  <c:v>-0.50904141575037043</c:v>
                </c:pt>
                <c:pt idx="182">
                  <c:v>-0.68454710592869095</c:v>
                </c:pt>
                <c:pt idx="183">
                  <c:v>-0.82708057427456183</c:v>
                </c:pt>
                <c:pt idx="184">
                  <c:v>-0.92977648588825035</c:v>
                </c:pt>
                <c:pt idx="185">
                  <c:v>-0.98768834059513788</c:v>
                </c:pt>
                <c:pt idx="186">
                  <c:v>-0.99802672842827167</c:v>
                </c:pt>
                <c:pt idx="187">
                  <c:v>-0.96029368567694251</c:v>
                </c:pt>
                <c:pt idx="188">
                  <c:v>-0.87630668004386403</c:v>
                </c:pt>
                <c:pt idx="189">
                  <c:v>-0.75011106963046215</c:v>
                </c:pt>
                <c:pt idx="190">
                  <c:v>-0.5877852522924788</c:v>
                </c:pt>
                <c:pt idx="191">
                  <c:v>-0.39714789063478328</c:v>
                </c:pt>
                <c:pt idx="192">
                  <c:v>-0.18738131458573043</c:v>
                </c:pt>
                <c:pt idx="193">
                  <c:v>3.141075907812646E-2</c:v>
                </c:pt>
                <c:pt idx="194">
                  <c:v>0.24868988716485008</c:v>
                </c:pt>
                <c:pt idx="195">
                  <c:v>0.45399049973954608</c:v>
                </c:pt>
                <c:pt idx="196">
                  <c:v>0.63742398974868675</c:v>
                </c:pt>
                <c:pt idx="197">
                  <c:v>0.79015501237569052</c:v>
                </c:pt>
                <c:pt idx="198">
                  <c:v>0.90482705246601836</c:v>
                </c:pt>
                <c:pt idx="199">
                  <c:v>0.97591676193874766</c:v>
                </c:pt>
                <c:pt idx="20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599-4B1E-AA39-862CE622F446}"/>
            </c:ext>
          </c:extLst>
        </c:ser>
        <c:ser>
          <c:idx val="1"/>
          <c:order val="1"/>
          <c:tx>
            <c:v>3 Hz sinusoid</c:v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cat>
            <c:numRef>
              <c:f>[oscillators.xlsx]Aliasing!$A$1:$A$201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cat>
          <c:val>
            <c:numRef>
              <c:f>[oscillators.xlsx]Aliasing!$C$1:$C$201</c:f>
              <c:numCache>
                <c:formatCode>General</c:formatCode>
                <c:ptCount val="201"/>
                <c:pt idx="0">
                  <c:v>1</c:v>
                </c:pt>
                <c:pt idx="1">
                  <c:v>0.99556196460308</c:v>
                </c:pt>
                <c:pt idx="2">
                  <c:v>0.98228725072868872</c:v>
                </c:pt>
                <c:pt idx="3">
                  <c:v>0.96029368567694307</c:v>
                </c:pt>
                <c:pt idx="4">
                  <c:v>0.92977648588825135</c:v>
                </c:pt>
                <c:pt idx="5">
                  <c:v>0.8910065241883679</c:v>
                </c:pt>
                <c:pt idx="6">
                  <c:v>0.84432792550201508</c:v>
                </c:pt>
                <c:pt idx="7">
                  <c:v>0.7901550123756903</c:v>
                </c:pt>
                <c:pt idx="8">
                  <c:v>0.72896862742141155</c:v>
                </c:pt>
                <c:pt idx="9">
                  <c:v>0.66131186532365194</c:v>
                </c:pt>
                <c:pt idx="10">
                  <c:v>0.58778525229247314</c:v>
                </c:pt>
                <c:pt idx="11">
                  <c:v>0.50904141575037143</c:v>
                </c:pt>
                <c:pt idx="12">
                  <c:v>0.42577929156507266</c:v>
                </c:pt>
                <c:pt idx="13">
                  <c:v>0.33873792024529148</c:v>
                </c:pt>
                <c:pt idx="14">
                  <c:v>0.24868988716485474</c:v>
                </c:pt>
                <c:pt idx="15">
                  <c:v>0.15643446504023092</c:v>
                </c:pt>
                <c:pt idx="16">
                  <c:v>6.2790519529313304E-2</c:v>
                </c:pt>
                <c:pt idx="17">
                  <c:v>-3.1410759078128278E-2</c:v>
                </c:pt>
                <c:pt idx="18">
                  <c:v>-0.12533323356430415</c:v>
                </c:pt>
                <c:pt idx="19">
                  <c:v>-0.21814324139654256</c:v>
                </c:pt>
                <c:pt idx="20">
                  <c:v>-0.30901699437494734</c:v>
                </c:pt>
                <c:pt idx="21">
                  <c:v>-0.39714789063478045</c:v>
                </c:pt>
                <c:pt idx="22">
                  <c:v>-0.48175367410171505</c:v>
                </c:pt>
                <c:pt idx="23">
                  <c:v>-0.56208337785213069</c:v>
                </c:pt>
                <c:pt idx="24">
                  <c:v>-0.63742398974868975</c:v>
                </c:pt>
                <c:pt idx="25">
                  <c:v>-0.70710678118654746</c:v>
                </c:pt>
                <c:pt idx="26">
                  <c:v>-0.77051324277578914</c:v>
                </c:pt>
                <c:pt idx="27">
                  <c:v>-0.82708057427456194</c:v>
                </c:pt>
                <c:pt idx="28">
                  <c:v>-0.87630668004386358</c:v>
                </c:pt>
                <c:pt idx="29">
                  <c:v>-0.91775462568398092</c:v>
                </c:pt>
                <c:pt idx="30">
                  <c:v>-0.95105651629515353</c:v>
                </c:pt>
                <c:pt idx="31">
                  <c:v>-0.97591676193874732</c:v>
                </c:pt>
                <c:pt idx="32">
                  <c:v>-0.99211470131447788</c:v>
                </c:pt>
                <c:pt idx="33">
                  <c:v>-0.9995065603657316</c:v>
                </c:pt>
                <c:pt idx="34">
                  <c:v>-0.99802672842827156</c:v>
                </c:pt>
                <c:pt idx="35">
                  <c:v>-0.98768834059513777</c:v>
                </c:pt>
                <c:pt idx="36">
                  <c:v>-0.96858316112863119</c:v>
                </c:pt>
                <c:pt idx="37">
                  <c:v>-0.94088076895422557</c:v>
                </c:pt>
                <c:pt idx="38">
                  <c:v>-0.90482705246601947</c:v>
                </c:pt>
                <c:pt idx="39">
                  <c:v>-0.86074202700394364</c:v>
                </c:pt>
                <c:pt idx="40">
                  <c:v>-0.80901699437494756</c:v>
                </c:pt>
                <c:pt idx="41">
                  <c:v>-0.7501110696304597</c:v>
                </c:pt>
                <c:pt idx="42">
                  <c:v>-0.68454710592868895</c:v>
                </c:pt>
                <c:pt idx="43">
                  <c:v>-0.61290705365297649</c:v>
                </c:pt>
                <c:pt idx="44">
                  <c:v>-0.5358267949789971</c:v>
                </c:pt>
                <c:pt idx="45">
                  <c:v>-0.45399049973954692</c:v>
                </c:pt>
                <c:pt idx="46">
                  <c:v>-0.36812455268467781</c:v>
                </c:pt>
                <c:pt idx="47">
                  <c:v>-0.27899110603922961</c:v>
                </c:pt>
                <c:pt idx="48">
                  <c:v>-0.18738131458572463</c:v>
                </c:pt>
                <c:pt idx="49">
                  <c:v>-9.4108313318514852E-2</c:v>
                </c:pt>
                <c:pt idx="50">
                  <c:v>-1.83772268236293E-16</c:v>
                </c:pt>
                <c:pt idx="51">
                  <c:v>9.4108313318514492E-2</c:v>
                </c:pt>
                <c:pt idx="52">
                  <c:v>0.18738131458572427</c:v>
                </c:pt>
                <c:pt idx="53">
                  <c:v>0.27899110603922922</c:v>
                </c:pt>
                <c:pt idx="54">
                  <c:v>0.36812455268467825</c:v>
                </c:pt>
                <c:pt idx="55">
                  <c:v>0.45399049973954664</c:v>
                </c:pt>
                <c:pt idx="56">
                  <c:v>0.53582679497899677</c:v>
                </c:pt>
                <c:pt idx="57">
                  <c:v>0.61290705365297615</c:v>
                </c:pt>
                <c:pt idx="58">
                  <c:v>0.68454710592868795</c:v>
                </c:pt>
                <c:pt idx="59">
                  <c:v>0.75011106963045915</c:v>
                </c:pt>
                <c:pt idx="60">
                  <c:v>0.80901699437494734</c:v>
                </c:pt>
                <c:pt idx="61">
                  <c:v>0.8607420270039432</c:v>
                </c:pt>
                <c:pt idx="62">
                  <c:v>0.90482705246601935</c:v>
                </c:pt>
                <c:pt idx="63">
                  <c:v>0.94088076895422545</c:v>
                </c:pt>
                <c:pt idx="64">
                  <c:v>0.96858316112863119</c:v>
                </c:pt>
                <c:pt idx="65">
                  <c:v>0.98768834059513766</c:v>
                </c:pt>
                <c:pt idx="66">
                  <c:v>0.99802672842827156</c:v>
                </c:pt>
                <c:pt idx="67">
                  <c:v>0.99950656036573149</c:v>
                </c:pt>
                <c:pt idx="68">
                  <c:v>0.99211470131447788</c:v>
                </c:pt>
                <c:pt idx="69">
                  <c:v>0.97591676193874755</c:v>
                </c:pt>
                <c:pt idx="70">
                  <c:v>0.95105651629515364</c:v>
                </c:pt>
                <c:pt idx="71">
                  <c:v>0.91775462568398147</c:v>
                </c:pt>
                <c:pt idx="72">
                  <c:v>0.87630668004386381</c:v>
                </c:pt>
                <c:pt idx="73">
                  <c:v>0.82708057427456183</c:v>
                </c:pt>
                <c:pt idx="74">
                  <c:v>0.77051324277578959</c:v>
                </c:pt>
                <c:pt idx="75">
                  <c:v>0.70710678118654768</c:v>
                </c:pt>
                <c:pt idx="76">
                  <c:v>0.63742398974868963</c:v>
                </c:pt>
                <c:pt idx="77">
                  <c:v>0.56208337785213103</c:v>
                </c:pt>
                <c:pt idx="78">
                  <c:v>0.48175367410171538</c:v>
                </c:pt>
                <c:pt idx="79">
                  <c:v>0.3971478906347804</c:v>
                </c:pt>
                <c:pt idx="80">
                  <c:v>0.30901699437494773</c:v>
                </c:pt>
                <c:pt idx="81">
                  <c:v>0.21814324139654251</c:v>
                </c:pt>
                <c:pt idx="82">
                  <c:v>0.12533323356430473</c:v>
                </c:pt>
                <c:pt idx="83">
                  <c:v>3.1410759078129312E-2</c:v>
                </c:pt>
                <c:pt idx="84">
                  <c:v>-6.2790519529312708E-2</c:v>
                </c:pt>
                <c:pt idx="85">
                  <c:v>-0.15643446504022968</c:v>
                </c:pt>
                <c:pt idx="86">
                  <c:v>-0.24868988716485482</c:v>
                </c:pt>
                <c:pt idx="87">
                  <c:v>-0.33873792024529092</c:v>
                </c:pt>
                <c:pt idx="88">
                  <c:v>-0.42577929156507172</c:v>
                </c:pt>
                <c:pt idx="89">
                  <c:v>-0.50904141575037143</c:v>
                </c:pt>
                <c:pt idx="90">
                  <c:v>-0.58778525229247292</c:v>
                </c:pt>
                <c:pt idx="91">
                  <c:v>-0.66131186532365127</c:v>
                </c:pt>
                <c:pt idx="92">
                  <c:v>-0.72896862742141177</c:v>
                </c:pt>
                <c:pt idx="93">
                  <c:v>-0.7901550123756903</c:v>
                </c:pt>
                <c:pt idx="94">
                  <c:v>-0.84432792550201474</c:v>
                </c:pt>
                <c:pt idx="95">
                  <c:v>-0.89100652418836734</c:v>
                </c:pt>
                <c:pt idx="96">
                  <c:v>-0.92977648588825146</c:v>
                </c:pt>
                <c:pt idx="97">
                  <c:v>-0.96029368567694295</c:v>
                </c:pt>
                <c:pt idx="98">
                  <c:v>-0.9822872507286885</c:v>
                </c:pt>
                <c:pt idx="99">
                  <c:v>-0.99556196460308</c:v>
                </c:pt>
                <c:pt idx="100">
                  <c:v>-1</c:v>
                </c:pt>
                <c:pt idx="101">
                  <c:v>-0.99556196460308011</c:v>
                </c:pt>
                <c:pt idx="102">
                  <c:v>-0.98228725072868861</c:v>
                </c:pt>
                <c:pt idx="103">
                  <c:v>-0.96029368567694318</c:v>
                </c:pt>
                <c:pt idx="104">
                  <c:v>-0.92977648588825168</c:v>
                </c:pt>
                <c:pt idx="105">
                  <c:v>-0.89100652418836768</c:v>
                </c:pt>
                <c:pt idx="106">
                  <c:v>-0.84432792550201508</c:v>
                </c:pt>
                <c:pt idx="107">
                  <c:v>-0.79015501237569075</c:v>
                </c:pt>
                <c:pt idx="108">
                  <c:v>-0.72896862742141111</c:v>
                </c:pt>
                <c:pt idx="109">
                  <c:v>-0.66131186532365183</c:v>
                </c:pt>
                <c:pt idx="110">
                  <c:v>-0.58778525229247347</c:v>
                </c:pt>
                <c:pt idx="111">
                  <c:v>-0.50904141575037054</c:v>
                </c:pt>
                <c:pt idx="112">
                  <c:v>-0.42577929156507238</c:v>
                </c:pt>
                <c:pt idx="113">
                  <c:v>-0.33873792024529326</c:v>
                </c:pt>
                <c:pt idx="114">
                  <c:v>-0.24868988716485554</c:v>
                </c:pt>
                <c:pt idx="115">
                  <c:v>-0.15643446504023217</c:v>
                </c:pt>
                <c:pt idx="116">
                  <c:v>-6.279051952931522E-2</c:v>
                </c:pt>
                <c:pt idx="117">
                  <c:v>3.1410759078127688E-2</c:v>
                </c:pt>
                <c:pt idx="118">
                  <c:v>0.12533323356430312</c:v>
                </c:pt>
                <c:pt idx="119">
                  <c:v>0.2181432413965409</c:v>
                </c:pt>
                <c:pt idx="120">
                  <c:v>0.30901699437494701</c:v>
                </c:pt>
                <c:pt idx="121">
                  <c:v>0.39714789063477973</c:v>
                </c:pt>
                <c:pt idx="122">
                  <c:v>0.48175367410171394</c:v>
                </c:pt>
                <c:pt idx="123">
                  <c:v>0.56208337785213036</c:v>
                </c:pt>
                <c:pt idx="124">
                  <c:v>0.63742398974868908</c:v>
                </c:pt>
                <c:pt idx="125">
                  <c:v>0.70710678118654657</c:v>
                </c:pt>
                <c:pt idx="126">
                  <c:v>0.77051324277578914</c:v>
                </c:pt>
                <c:pt idx="127">
                  <c:v>0.8270805742745615</c:v>
                </c:pt>
                <c:pt idx="128">
                  <c:v>0.87630668004386392</c:v>
                </c:pt>
                <c:pt idx="129">
                  <c:v>0.91775462568398114</c:v>
                </c:pt>
                <c:pt idx="130">
                  <c:v>0.95105651629515342</c:v>
                </c:pt>
                <c:pt idx="131">
                  <c:v>0.97591676193874755</c:v>
                </c:pt>
                <c:pt idx="132">
                  <c:v>0.99211470131447788</c:v>
                </c:pt>
                <c:pt idx="133">
                  <c:v>0.9995065603657316</c:v>
                </c:pt>
                <c:pt idx="134">
                  <c:v>0.99802672842827156</c:v>
                </c:pt>
                <c:pt idx="135">
                  <c:v>0.98768834059513766</c:v>
                </c:pt>
                <c:pt idx="136">
                  <c:v>0.96858316112863119</c:v>
                </c:pt>
                <c:pt idx="137">
                  <c:v>0.94088076895422512</c:v>
                </c:pt>
                <c:pt idx="138">
                  <c:v>0.90482705246602002</c:v>
                </c:pt>
                <c:pt idx="139">
                  <c:v>0.86074202700394453</c:v>
                </c:pt>
                <c:pt idx="140">
                  <c:v>0.80901699437494767</c:v>
                </c:pt>
                <c:pt idx="141">
                  <c:v>0.75011106963046026</c:v>
                </c:pt>
                <c:pt idx="142">
                  <c:v>0.68454710592868984</c:v>
                </c:pt>
                <c:pt idx="143">
                  <c:v>0.61290705365297682</c:v>
                </c:pt>
                <c:pt idx="144">
                  <c:v>0.53582679497899732</c:v>
                </c:pt>
                <c:pt idx="145">
                  <c:v>0.45399049973954808</c:v>
                </c:pt>
                <c:pt idx="146">
                  <c:v>0.36812455268467814</c:v>
                </c:pt>
                <c:pt idx="147">
                  <c:v>0.27899110603922994</c:v>
                </c:pt>
                <c:pt idx="148">
                  <c:v>0.18738131458572585</c:v>
                </c:pt>
                <c:pt idx="149">
                  <c:v>9.4108313318514339E-2</c:v>
                </c:pt>
                <c:pt idx="150">
                  <c:v>5.51316804708879E-16</c:v>
                </c:pt>
                <c:pt idx="151">
                  <c:v>-9.4108313318513229E-2</c:v>
                </c:pt>
                <c:pt idx="152">
                  <c:v>-0.18738131458572477</c:v>
                </c:pt>
                <c:pt idx="153">
                  <c:v>-0.27899110603922889</c:v>
                </c:pt>
                <c:pt idx="154">
                  <c:v>-0.36812455268467709</c:v>
                </c:pt>
                <c:pt idx="155">
                  <c:v>-0.45399049973954708</c:v>
                </c:pt>
                <c:pt idx="156">
                  <c:v>-0.53582679497899643</c:v>
                </c:pt>
                <c:pt idx="157">
                  <c:v>-0.61290705365297593</c:v>
                </c:pt>
                <c:pt idx="158">
                  <c:v>-0.68454710592868906</c:v>
                </c:pt>
                <c:pt idx="159">
                  <c:v>-0.75011106963045948</c:v>
                </c:pt>
                <c:pt idx="160">
                  <c:v>-0.80901699437494712</c:v>
                </c:pt>
                <c:pt idx="161">
                  <c:v>-0.86074202700394398</c:v>
                </c:pt>
                <c:pt idx="162">
                  <c:v>-0.90482705246601958</c:v>
                </c:pt>
                <c:pt idx="163">
                  <c:v>-0.94088076895422468</c:v>
                </c:pt>
                <c:pt idx="164">
                  <c:v>-0.96858316112863085</c:v>
                </c:pt>
                <c:pt idx="165">
                  <c:v>-0.98768834059513744</c:v>
                </c:pt>
                <c:pt idx="166">
                  <c:v>-0.99802672842827145</c:v>
                </c:pt>
                <c:pt idx="167">
                  <c:v>-0.9995065603657316</c:v>
                </c:pt>
                <c:pt idx="168">
                  <c:v>-0.99211470131447799</c:v>
                </c:pt>
                <c:pt idx="169">
                  <c:v>-0.97591676193874777</c:v>
                </c:pt>
                <c:pt idx="170">
                  <c:v>-0.95105651629515431</c:v>
                </c:pt>
                <c:pt idx="171">
                  <c:v>-0.91775462568398158</c:v>
                </c:pt>
                <c:pt idx="172">
                  <c:v>-0.87630668004386358</c:v>
                </c:pt>
                <c:pt idx="173">
                  <c:v>-0.82708057427456305</c:v>
                </c:pt>
                <c:pt idx="174">
                  <c:v>-0.77051324277578992</c:v>
                </c:pt>
                <c:pt idx="175">
                  <c:v>-0.70710678118654735</c:v>
                </c:pt>
                <c:pt idx="176">
                  <c:v>-0.6374239897486913</c:v>
                </c:pt>
                <c:pt idx="177">
                  <c:v>-0.56208337785213125</c:v>
                </c:pt>
                <c:pt idx="178">
                  <c:v>-0.48175367410171493</c:v>
                </c:pt>
                <c:pt idx="179">
                  <c:v>-0.39714789063478234</c:v>
                </c:pt>
                <c:pt idx="180">
                  <c:v>-0.30901699437494806</c:v>
                </c:pt>
                <c:pt idx="181">
                  <c:v>-0.21814324139654198</c:v>
                </c:pt>
                <c:pt idx="182">
                  <c:v>-0.12533323356430598</c:v>
                </c:pt>
                <c:pt idx="183">
                  <c:v>-3.1410759078128792E-2</c:v>
                </c:pt>
                <c:pt idx="184">
                  <c:v>6.2790519529314123E-2</c:v>
                </c:pt>
                <c:pt idx="185">
                  <c:v>0.15643446504022931</c:v>
                </c:pt>
                <c:pt idx="186">
                  <c:v>0.24868988716485446</c:v>
                </c:pt>
                <c:pt idx="187">
                  <c:v>0.33873792024529226</c:v>
                </c:pt>
                <c:pt idx="188">
                  <c:v>0.42577929156507138</c:v>
                </c:pt>
                <c:pt idx="189">
                  <c:v>0.50904141575037121</c:v>
                </c:pt>
                <c:pt idx="190">
                  <c:v>0.58778525229247114</c:v>
                </c:pt>
                <c:pt idx="191">
                  <c:v>0.66131186532365094</c:v>
                </c:pt>
                <c:pt idx="192">
                  <c:v>0.72896862742141155</c:v>
                </c:pt>
                <c:pt idx="193">
                  <c:v>0.79015501237568897</c:v>
                </c:pt>
                <c:pt idx="194">
                  <c:v>0.84432792550201452</c:v>
                </c:pt>
                <c:pt idx="195">
                  <c:v>0.8910065241883679</c:v>
                </c:pt>
                <c:pt idx="196">
                  <c:v>0.92977648588825057</c:v>
                </c:pt>
                <c:pt idx="197">
                  <c:v>0.96029368567694284</c:v>
                </c:pt>
                <c:pt idx="198">
                  <c:v>0.98228725072868872</c:v>
                </c:pt>
                <c:pt idx="199">
                  <c:v>0.99556196460307977</c:v>
                </c:pt>
                <c:pt idx="20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599-4B1E-AA39-862CE622F446}"/>
            </c:ext>
          </c:extLst>
        </c:ser>
        <c:ser>
          <c:idx val="2"/>
          <c:order val="2"/>
          <c:tx>
            <c:v>10 Hz sampling</c:v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numRef>
              <c:f>[oscillators.xlsx]Aliasing!$A$1:$A$201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cat>
          <c:val>
            <c:numRef>
              <c:f>[oscillators.xlsx]Aliasing!$D$1:$D$201</c:f>
              <c:numCache>
                <c:formatCode>General</c:formatCode>
                <c:ptCount val="201"/>
                <c:pt idx="0">
                  <c:v>1</c:v>
                </c:pt>
                <c:pt idx="20">
                  <c:v>-0.30901699437494756</c:v>
                </c:pt>
                <c:pt idx="40">
                  <c:v>-0.80901699437494723</c:v>
                </c:pt>
                <c:pt idx="60">
                  <c:v>0.80901699437494767</c:v>
                </c:pt>
                <c:pt idx="80">
                  <c:v>0.30901699437494679</c:v>
                </c:pt>
                <c:pt idx="100">
                  <c:v>-1</c:v>
                </c:pt>
                <c:pt idx="120">
                  <c:v>0.30901699437494839</c:v>
                </c:pt>
                <c:pt idx="140">
                  <c:v>0.80901699437494468</c:v>
                </c:pt>
                <c:pt idx="160">
                  <c:v>-0.80901699437494823</c:v>
                </c:pt>
                <c:pt idx="180">
                  <c:v>-0.30901699437494934</c:v>
                </c:pt>
                <c:pt idx="20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599-4B1E-AA39-862CE622F4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64078544"/>
        <c:axId val="564083344"/>
      </c:lineChart>
      <c:catAx>
        <c:axId val="564078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4083344"/>
        <c:crosses val="autoZero"/>
        <c:auto val="1"/>
        <c:lblAlgn val="ctr"/>
        <c:lblOffset val="100"/>
        <c:tickLblSkip val="20"/>
        <c:noMultiLvlLbl val="0"/>
      </c:catAx>
      <c:valAx>
        <c:axId val="564083344"/>
        <c:scaling>
          <c:orientation val="minMax"/>
          <c:max val="1"/>
          <c:min val="-1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4078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n-GB"/>
              <a:t>Pulse Wave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8.2453610173648009E-2"/>
          <c:y val="0.139506848819928"/>
          <c:w val="0.88161878907320634"/>
          <c:h val="0.75732725038806736"/>
        </c:manualLayout>
      </c:layout>
      <c:lineChart>
        <c:grouping val="standard"/>
        <c:varyColors val="0"/>
        <c:ser>
          <c:idx val="0"/>
          <c:order val="0"/>
          <c:marker>
            <c:symbol val="none"/>
          </c:marker>
          <c:cat>
            <c:numRef>
              <c:f>'[oscillators.xlsx]PulseWave PeriodicWave'!$A$2:$A$1249</c:f>
              <c:numCache>
                <c:formatCode>General</c:formatCode>
                <c:ptCount val="1248"/>
                <c:pt idx="0">
                  <c:v>0</c:v>
                </c:pt>
                <c:pt idx="1">
                  <c:v>9.765625E-4</c:v>
                </c:pt>
                <c:pt idx="2">
                  <c:v>1.953125E-3</c:v>
                </c:pt>
                <c:pt idx="3">
                  <c:v>2.9296875E-3</c:v>
                </c:pt>
                <c:pt idx="4">
                  <c:v>3.90625E-3</c:v>
                </c:pt>
                <c:pt idx="5">
                  <c:v>4.8828125E-3</c:v>
                </c:pt>
                <c:pt idx="6">
                  <c:v>5.859375E-3</c:v>
                </c:pt>
                <c:pt idx="7">
                  <c:v>6.8359375E-3</c:v>
                </c:pt>
                <c:pt idx="8">
                  <c:v>7.8125E-3</c:v>
                </c:pt>
                <c:pt idx="9">
                  <c:v>8.7890625E-3</c:v>
                </c:pt>
                <c:pt idx="10">
                  <c:v>9.765625E-3</c:v>
                </c:pt>
                <c:pt idx="11">
                  <c:v>1.07421875E-2</c:v>
                </c:pt>
                <c:pt idx="12">
                  <c:v>1.171875E-2</c:v>
                </c:pt>
                <c:pt idx="13">
                  <c:v>1.26953125E-2</c:v>
                </c:pt>
                <c:pt idx="14">
                  <c:v>1.3671875E-2</c:v>
                </c:pt>
                <c:pt idx="15">
                  <c:v>1.46484375E-2</c:v>
                </c:pt>
                <c:pt idx="16">
                  <c:v>1.5625E-2</c:v>
                </c:pt>
                <c:pt idx="17">
                  <c:v>1.66015625E-2</c:v>
                </c:pt>
                <c:pt idx="18">
                  <c:v>1.7578125E-2</c:v>
                </c:pt>
                <c:pt idx="19">
                  <c:v>1.85546875E-2</c:v>
                </c:pt>
                <c:pt idx="20">
                  <c:v>1.953125E-2</c:v>
                </c:pt>
                <c:pt idx="21">
                  <c:v>2.05078125E-2</c:v>
                </c:pt>
                <c:pt idx="22">
                  <c:v>2.1484375E-2</c:v>
                </c:pt>
                <c:pt idx="23">
                  <c:v>2.24609375E-2</c:v>
                </c:pt>
                <c:pt idx="24">
                  <c:v>2.34375E-2</c:v>
                </c:pt>
                <c:pt idx="25">
                  <c:v>2.44140625E-2</c:v>
                </c:pt>
                <c:pt idx="26">
                  <c:v>2.5390625E-2</c:v>
                </c:pt>
                <c:pt idx="27">
                  <c:v>2.63671875E-2</c:v>
                </c:pt>
                <c:pt idx="28">
                  <c:v>2.734375E-2</c:v>
                </c:pt>
                <c:pt idx="29">
                  <c:v>2.83203125E-2</c:v>
                </c:pt>
                <c:pt idx="30">
                  <c:v>2.9296875E-2</c:v>
                </c:pt>
                <c:pt idx="31">
                  <c:v>3.02734375E-2</c:v>
                </c:pt>
                <c:pt idx="32">
                  <c:v>3.125E-2</c:v>
                </c:pt>
                <c:pt idx="33">
                  <c:v>3.22265625E-2</c:v>
                </c:pt>
                <c:pt idx="34">
                  <c:v>3.3203125E-2</c:v>
                </c:pt>
                <c:pt idx="35">
                  <c:v>3.41796875E-2</c:v>
                </c:pt>
                <c:pt idx="36">
                  <c:v>3.515625E-2</c:v>
                </c:pt>
                <c:pt idx="37">
                  <c:v>3.61328125E-2</c:v>
                </c:pt>
                <c:pt idx="38">
                  <c:v>3.7109375E-2</c:v>
                </c:pt>
                <c:pt idx="39">
                  <c:v>3.80859375E-2</c:v>
                </c:pt>
                <c:pt idx="40">
                  <c:v>3.90625E-2</c:v>
                </c:pt>
                <c:pt idx="41">
                  <c:v>4.00390625E-2</c:v>
                </c:pt>
                <c:pt idx="42">
                  <c:v>4.1015625E-2</c:v>
                </c:pt>
                <c:pt idx="43">
                  <c:v>4.19921875E-2</c:v>
                </c:pt>
                <c:pt idx="44">
                  <c:v>4.296875E-2</c:v>
                </c:pt>
                <c:pt idx="45">
                  <c:v>4.39453125E-2</c:v>
                </c:pt>
                <c:pt idx="46">
                  <c:v>4.4921875E-2</c:v>
                </c:pt>
                <c:pt idx="47">
                  <c:v>4.58984375E-2</c:v>
                </c:pt>
                <c:pt idx="48">
                  <c:v>4.6875E-2</c:v>
                </c:pt>
                <c:pt idx="49">
                  <c:v>4.78515625E-2</c:v>
                </c:pt>
                <c:pt idx="50">
                  <c:v>4.8828125E-2</c:v>
                </c:pt>
                <c:pt idx="51">
                  <c:v>4.98046875E-2</c:v>
                </c:pt>
                <c:pt idx="52">
                  <c:v>5.078125E-2</c:v>
                </c:pt>
                <c:pt idx="53">
                  <c:v>5.17578125E-2</c:v>
                </c:pt>
                <c:pt idx="54">
                  <c:v>5.2734375E-2</c:v>
                </c:pt>
                <c:pt idx="55">
                  <c:v>5.37109375E-2</c:v>
                </c:pt>
                <c:pt idx="56">
                  <c:v>5.46875E-2</c:v>
                </c:pt>
                <c:pt idx="57">
                  <c:v>5.56640625E-2</c:v>
                </c:pt>
                <c:pt idx="58">
                  <c:v>5.6640625E-2</c:v>
                </c:pt>
                <c:pt idx="59">
                  <c:v>5.76171875E-2</c:v>
                </c:pt>
                <c:pt idx="60">
                  <c:v>5.859375E-2</c:v>
                </c:pt>
                <c:pt idx="61">
                  <c:v>5.95703125E-2</c:v>
                </c:pt>
                <c:pt idx="62">
                  <c:v>6.0546875E-2</c:v>
                </c:pt>
                <c:pt idx="63">
                  <c:v>6.15234375E-2</c:v>
                </c:pt>
                <c:pt idx="64">
                  <c:v>6.25E-2</c:v>
                </c:pt>
                <c:pt idx="65">
                  <c:v>6.34765625E-2</c:v>
                </c:pt>
                <c:pt idx="66">
                  <c:v>6.4453125E-2</c:v>
                </c:pt>
                <c:pt idx="67">
                  <c:v>6.54296875E-2</c:v>
                </c:pt>
                <c:pt idx="68">
                  <c:v>6.640625E-2</c:v>
                </c:pt>
                <c:pt idx="69">
                  <c:v>6.73828125E-2</c:v>
                </c:pt>
                <c:pt idx="70">
                  <c:v>6.8359375E-2</c:v>
                </c:pt>
                <c:pt idx="71">
                  <c:v>6.93359375E-2</c:v>
                </c:pt>
                <c:pt idx="72">
                  <c:v>7.03125E-2</c:v>
                </c:pt>
                <c:pt idx="73">
                  <c:v>7.12890625E-2</c:v>
                </c:pt>
                <c:pt idx="74">
                  <c:v>7.2265625E-2</c:v>
                </c:pt>
                <c:pt idx="75">
                  <c:v>7.32421875E-2</c:v>
                </c:pt>
                <c:pt idx="76">
                  <c:v>7.421875E-2</c:v>
                </c:pt>
                <c:pt idx="77">
                  <c:v>7.51953125E-2</c:v>
                </c:pt>
                <c:pt idx="78">
                  <c:v>7.6171875E-2</c:v>
                </c:pt>
                <c:pt idx="79">
                  <c:v>7.71484375E-2</c:v>
                </c:pt>
                <c:pt idx="80">
                  <c:v>7.8125E-2</c:v>
                </c:pt>
                <c:pt idx="81">
                  <c:v>7.91015625E-2</c:v>
                </c:pt>
                <c:pt idx="82">
                  <c:v>8.0078125E-2</c:v>
                </c:pt>
                <c:pt idx="83">
                  <c:v>8.10546875E-2</c:v>
                </c:pt>
                <c:pt idx="84">
                  <c:v>8.203125E-2</c:v>
                </c:pt>
                <c:pt idx="85">
                  <c:v>8.30078125E-2</c:v>
                </c:pt>
                <c:pt idx="86">
                  <c:v>8.3984375E-2</c:v>
                </c:pt>
                <c:pt idx="87">
                  <c:v>8.49609375E-2</c:v>
                </c:pt>
                <c:pt idx="88">
                  <c:v>8.59375E-2</c:v>
                </c:pt>
                <c:pt idx="89">
                  <c:v>8.69140625E-2</c:v>
                </c:pt>
                <c:pt idx="90">
                  <c:v>8.7890625E-2</c:v>
                </c:pt>
                <c:pt idx="91">
                  <c:v>8.88671875E-2</c:v>
                </c:pt>
                <c:pt idx="92">
                  <c:v>8.984375E-2</c:v>
                </c:pt>
                <c:pt idx="93">
                  <c:v>9.08203125E-2</c:v>
                </c:pt>
                <c:pt idx="94">
                  <c:v>9.1796875E-2</c:v>
                </c:pt>
                <c:pt idx="95">
                  <c:v>9.27734375E-2</c:v>
                </c:pt>
                <c:pt idx="96">
                  <c:v>9.375E-2</c:v>
                </c:pt>
                <c:pt idx="97">
                  <c:v>9.47265625E-2</c:v>
                </c:pt>
                <c:pt idx="98">
                  <c:v>9.5703125E-2</c:v>
                </c:pt>
                <c:pt idx="99">
                  <c:v>9.66796875E-2</c:v>
                </c:pt>
                <c:pt idx="100">
                  <c:v>9.765625E-2</c:v>
                </c:pt>
                <c:pt idx="101">
                  <c:v>9.86328125E-2</c:v>
                </c:pt>
                <c:pt idx="102">
                  <c:v>9.9609375E-2</c:v>
                </c:pt>
                <c:pt idx="103">
                  <c:v>0.1005859375</c:v>
                </c:pt>
                <c:pt idx="104">
                  <c:v>0.1015625</c:v>
                </c:pt>
                <c:pt idx="105">
                  <c:v>0.1025390625</c:v>
                </c:pt>
                <c:pt idx="106">
                  <c:v>0.103515625</c:v>
                </c:pt>
                <c:pt idx="107">
                  <c:v>0.1044921875</c:v>
                </c:pt>
                <c:pt idx="108">
                  <c:v>0.10546875</c:v>
                </c:pt>
                <c:pt idx="109">
                  <c:v>0.1064453125</c:v>
                </c:pt>
                <c:pt idx="110">
                  <c:v>0.107421875</c:v>
                </c:pt>
                <c:pt idx="111">
                  <c:v>0.1083984375</c:v>
                </c:pt>
                <c:pt idx="112">
                  <c:v>0.109375</c:v>
                </c:pt>
                <c:pt idx="113">
                  <c:v>0.1103515625</c:v>
                </c:pt>
                <c:pt idx="114">
                  <c:v>0.111328125</c:v>
                </c:pt>
                <c:pt idx="115">
                  <c:v>0.1123046875</c:v>
                </c:pt>
                <c:pt idx="116">
                  <c:v>0.11328125</c:v>
                </c:pt>
                <c:pt idx="117">
                  <c:v>0.1142578125</c:v>
                </c:pt>
                <c:pt idx="118">
                  <c:v>0.115234375</c:v>
                </c:pt>
                <c:pt idx="119">
                  <c:v>0.1162109375</c:v>
                </c:pt>
                <c:pt idx="120">
                  <c:v>0.1171875</c:v>
                </c:pt>
                <c:pt idx="121">
                  <c:v>0.1181640625</c:v>
                </c:pt>
                <c:pt idx="122">
                  <c:v>0.119140625</c:v>
                </c:pt>
                <c:pt idx="123">
                  <c:v>0.1201171875</c:v>
                </c:pt>
                <c:pt idx="124">
                  <c:v>0.12109375</c:v>
                </c:pt>
                <c:pt idx="125">
                  <c:v>0.1220703125</c:v>
                </c:pt>
                <c:pt idx="126">
                  <c:v>0.123046875</c:v>
                </c:pt>
                <c:pt idx="127">
                  <c:v>0.1240234375</c:v>
                </c:pt>
                <c:pt idx="128">
                  <c:v>0.125</c:v>
                </c:pt>
                <c:pt idx="129">
                  <c:v>0.1259765625</c:v>
                </c:pt>
                <c:pt idx="130">
                  <c:v>0.126953125</c:v>
                </c:pt>
                <c:pt idx="131">
                  <c:v>0.1279296875</c:v>
                </c:pt>
                <c:pt idx="132">
                  <c:v>0.12890625</c:v>
                </c:pt>
                <c:pt idx="133">
                  <c:v>0.1298828125</c:v>
                </c:pt>
                <c:pt idx="134">
                  <c:v>0.130859375</c:v>
                </c:pt>
                <c:pt idx="135">
                  <c:v>0.1318359375</c:v>
                </c:pt>
                <c:pt idx="136">
                  <c:v>0.1328125</c:v>
                </c:pt>
                <c:pt idx="137">
                  <c:v>0.1337890625</c:v>
                </c:pt>
                <c:pt idx="138">
                  <c:v>0.134765625</c:v>
                </c:pt>
                <c:pt idx="139">
                  <c:v>0.1357421875</c:v>
                </c:pt>
                <c:pt idx="140">
                  <c:v>0.13671875</c:v>
                </c:pt>
                <c:pt idx="141">
                  <c:v>0.1376953125</c:v>
                </c:pt>
                <c:pt idx="142">
                  <c:v>0.138671875</c:v>
                </c:pt>
                <c:pt idx="143">
                  <c:v>0.1396484375</c:v>
                </c:pt>
                <c:pt idx="144">
                  <c:v>0.140625</c:v>
                </c:pt>
                <c:pt idx="145">
                  <c:v>0.1416015625</c:v>
                </c:pt>
                <c:pt idx="146">
                  <c:v>0.142578125</c:v>
                </c:pt>
                <c:pt idx="147">
                  <c:v>0.1435546875</c:v>
                </c:pt>
                <c:pt idx="148">
                  <c:v>0.14453125</c:v>
                </c:pt>
                <c:pt idx="149">
                  <c:v>0.1455078125</c:v>
                </c:pt>
                <c:pt idx="150">
                  <c:v>0.146484375</c:v>
                </c:pt>
                <c:pt idx="151">
                  <c:v>0.1474609375</c:v>
                </c:pt>
                <c:pt idx="152">
                  <c:v>0.1484375</c:v>
                </c:pt>
                <c:pt idx="153">
                  <c:v>0.1494140625</c:v>
                </c:pt>
                <c:pt idx="154">
                  <c:v>0.150390625</c:v>
                </c:pt>
                <c:pt idx="155">
                  <c:v>0.1513671875</c:v>
                </c:pt>
                <c:pt idx="156">
                  <c:v>0.15234375</c:v>
                </c:pt>
                <c:pt idx="157">
                  <c:v>0.1533203125</c:v>
                </c:pt>
                <c:pt idx="158">
                  <c:v>0.154296875</c:v>
                </c:pt>
                <c:pt idx="159">
                  <c:v>0.1552734375</c:v>
                </c:pt>
                <c:pt idx="160">
                  <c:v>0.15625</c:v>
                </c:pt>
                <c:pt idx="161">
                  <c:v>0.1572265625</c:v>
                </c:pt>
                <c:pt idx="162">
                  <c:v>0.158203125</c:v>
                </c:pt>
                <c:pt idx="163">
                  <c:v>0.1591796875</c:v>
                </c:pt>
                <c:pt idx="164">
                  <c:v>0.16015625</c:v>
                </c:pt>
                <c:pt idx="165">
                  <c:v>0.1611328125</c:v>
                </c:pt>
                <c:pt idx="166">
                  <c:v>0.162109375</c:v>
                </c:pt>
                <c:pt idx="167">
                  <c:v>0.1630859375</c:v>
                </c:pt>
                <c:pt idx="168">
                  <c:v>0.1640625</c:v>
                </c:pt>
                <c:pt idx="169">
                  <c:v>0.1650390625</c:v>
                </c:pt>
                <c:pt idx="170">
                  <c:v>0.166015625</c:v>
                </c:pt>
                <c:pt idx="171">
                  <c:v>0.1669921875</c:v>
                </c:pt>
                <c:pt idx="172">
                  <c:v>0.16796875</c:v>
                </c:pt>
                <c:pt idx="173">
                  <c:v>0.1689453125</c:v>
                </c:pt>
                <c:pt idx="174">
                  <c:v>0.169921875</c:v>
                </c:pt>
                <c:pt idx="175">
                  <c:v>0.1708984375</c:v>
                </c:pt>
                <c:pt idx="176">
                  <c:v>0.171875</c:v>
                </c:pt>
                <c:pt idx="177">
                  <c:v>0.1728515625</c:v>
                </c:pt>
                <c:pt idx="178">
                  <c:v>0.173828125</c:v>
                </c:pt>
                <c:pt idx="179">
                  <c:v>0.1748046875</c:v>
                </c:pt>
                <c:pt idx="180">
                  <c:v>0.17578125</c:v>
                </c:pt>
                <c:pt idx="181">
                  <c:v>0.1767578125</c:v>
                </c:pt>
                <c:pt idx="182">
                  <c:v>0.177734375</c:v>
                </c:pt>
                <c:pt idx="183">
                  <c:v>0.1787109375</c:v>
                </c:pt>
                <c:pt idx="184">
                  <c:v>0.1796875</c:v>
                </c:pt>
                <c:pt idx="185">
                  <c:v>0.1806640625</c:v>
                </c:pt>
                <c:pt idx="186">
                  <c:v>0.181640625</c:v>
                </c:pt>
                <c:pt idx="187">
                  <c:v>0.1826171875</c:v>
                </c:pt>
                <c:pt idx="188">
                  <c:v>0.18359375</c:v>
                </c:pt>
                <c:pt idx="189">
                  <c:v>0.1845703125</c:v>
                </c:pt>
                <c:pt idx="190">
                  <c:v>0.185546875</c:v>
                </c:pt>
                <c:pt idx="191">
                  <c:v>0.1865234375</c:v>
                </c:pt>
                <c:pt idx="192">
                  <c:v>0.1875</c:v>
                </c:pt>
                <c:pt idx="193">
                  <c:v>0.1884765625</c:v>
                </c:pt>
                <c:pt idx="194">
                  <c:v>0.189453125</c:v>
                </c:pt>
                <c:pt idx="195">
                  <c:v>0.1904296875</c:v>
                </c:pt>
                <c:pt idx="196">
                  <c:v>0.19140625</c:v>
                </c:pt>
                <c:pt idx="197">
                  <c:v>0.1923828125</c:v>
                </c:pt>
                <c:pt idx="198">
                  <c:v>0.193359375</c:v>
                </c:pt>
                <c:pt idx="199">
                  <c:v>0.1943359375</c:v>
                </c:pt>
                <c:pt idx="200">
                  <c:v>0.1953125</c:v>
                </c:pt>
                <c:pt idx="201">
                  <c:v>0.1962890625</c:v>
                </c:pt>
                <c:pt idx="202">
                  <c:v>0.197265625</c:v>
                </c:pt>
                <c:pt idx="203">
                  <c:v>0.1982421875</c:v>
                </c:pt>
                <c:pt idx="204">
                  <c:v>0.19921875</c:v>
                </c:pt>
                <c:pt idx="205">
                  <c:v>0.2001953125</c:v>
                </c:pt>
                <c:pt idx="206">
                  <c:v>0.201171875</c:v>
                </c:pt>
                <c:pt idx="207">
                  <c:v>0.2021484375</c:v>
                </c:pt>
                <c:pt idx="208">
                  <c:v>0.203125</c:v>
                </c:pt>
                <c:pt idx="209">
                  <c:v>0.2041015625</c:v>
                </c:pt>
                <c:pt idx="210">
                  <c:v>0.205078125</c:v>
                </c:pt>
                <c:pt idx="211">
                  <c:v>0.2060546875</c:v>
                </c:pt>
                <c:pt idx="212">
                  <c:v>0.20703125</c:v>
                </c:pt>
                <c:pt idx="213">
                  <c:v>0.2080078125</c:v>
                </c:pt>
                <c:pt idx="214">
                  <c:v>0.208984375</c:v>
                </c:pt>
                <c:pt idx="215">
                  <c:v>0.2099609375</c:v>
                </c:pt>
                <c:pt idx="216">
                  <c:v>0.2109375</c:v>
                </c:pt>
                <c:pt idx="217">
                  <c:v>0.2119140625</c:v>
                </c:pt>
                <c:pt idx="218">
                  <c:v>0.212890625</c:v>
                </c:pt>
                <c:pt idx="219">
                  <c:v>0.2138671875</c:v>
                </c:pt>
                <c:pt idx="220">
                  <c:v>0.21484375</c:v>
                </c:pt>
                <c:pt idx="221">
                  <c:v>0.2158203125</c:v>
                </c:pt>
                <c:pt idx="222">
                  <c:v>0.216796875</c:v>
                </c:pt>
                <c:pt idx="223">
                  <c:v>0.2177734375</c:v>
                </c:pt>
                <c:pt idx="224">
                  <c:v>0.21875</c:v>
                </c:pt>
                <c:pt idx="225">
                  <c:v>0.2197265625</c:v>
                </c:pt>
                <c:pt idx="226">
                  <c:v>0.220703125</c:v>
                </c:pt>
                <c:pt idx="227">
                  <c:v>0.2216796875</c:v>
                </c:pt>
                <c:pt idx="228">
                  <c:v>0.22265625</c:v>
                </c:pt>
                <c:pt idx="229">
                  <c:v>0.2236328125</c:v>
                </c:pt>
                <c:pt idx="230">
                  <c:v>0.224609375</c:v>
                </c:pt>
                <c:pt idx="231">
                  <c:v>0.2255859375</c:v>
                </c:pt>
                <c:pt idx="232">
                  <c:v>0.2265625</c:v>
                </c:pt>
                <c:pt idx="233">
                  <c:v>0.2275390625</c:v>
                </c:pt>
                <c:pt idx="234">
                  <c:v>0.228515625</c:v>
                </c:pt>
                <c:pt idx="235">
                  <c:v>0.2294921875</c:v>
                </c:pt>
                <c:pt idx="236">
                  <c:v>0.23046875</c:v>
                </c:pt>
                <c:pt idx="237">
                  <c:v>0.2314453125</c:v>
                </c:pt>
                <c:pt idx="238">
                  <c:v>0.232421875</c:v>
                </c:pt>
                <c:pt idx="239">
                  <c:v>0.2333984375</c:v>
                </c:pt>
                <c:pt idx="240">
                  <c:v>0.234375</c:v>
                </c:pt>
                <c:pt idx="241">
                  <c:v>0.2353515625</c:v>
                </c:pt>
                <c:pt idx="242">
                  <c:v>0.236328125</c:v>
                </c:pt>
                <c:pt idx="243">
                  <c:v>0.2373046875</c:v>
                </c:pt>
                <c:pt idx="244">
                  <c:v>0.23828125</c:v>
                </c:pt>
                <c:pt idx="245">
                  <c:v>0.2392578125</c:v>
                </c:pt>
                <c:pt idx="246">
                  <c:v>0.240234375</c:v>
                </c:pt>
                <c:pt idx="247">
                  <c:v>0.2412109375</c:v>
                </c:pt>
                <c:pt idx="248">
                  <c:v>0.2421875</c:v>
                </c:pt>
                <c:pt idx="249">
                  <c:v>0.2431640625</c:v>
                </c:pt>
                <c:pt idx="250">
                  <c:v>0.244140625</c:v>
                </c:pt>
                <c:pt idx="251">
                  <c:v>0.2451171875</c:v>
                </c:pt>
                <c:pt idx="252">
                  <c:v>0.24609375</c:v>
                </c:pt>
                <c:pt idx="253">
                  <c:v>0.2470703125</c:v>
                </c:pt>
                <c:pt idx="254">
                  <c:v>0.248046875</c:v>
                </c:pt>
                <c:pt idx="255">
                  <c:v>0.2490234375</c:v>
                </c:pt>
                <c:pt idx="256">
                  <c:v>0.25</c:v>
                </c:pt>
                <c:pt idx="257">
                  <c:v>0.2509765625</c:v>
                </c:pt>
                <c:pt idx="258">
                  <c:v>0.251953125</c:v>
                </c:pt>
                <c:pt idx="259">
                  <c:v>0.2529296875</c:v>
                </c:pt>
                <c:pt idx="260">
                  <c:v>0.25390625</c:v>
                </c:pt>
                <c:pt idx="261">
                  <c:v>0.2548828125</c:v>
                </c:pt>
                <c:pt idx="262">
                  <c:v>0.255859375</c:v>
                </c:pt>
                <c:pt idx="263">
                  <c:v>0.2568359375</c:v>
                </c:pt>
                <c:pt idx="264">
                  <c:v>0.2578125</c:v>
                </c:pt>
                <c:pt idx="265">
                  <c:v>0.2587890625</c:v>
                </c:pt>
                <c:pt idx="266">
                  <c:v>0.259765625</c:v>
                </c:pt>
                <c:pt idx="267">
                  <c:v>0.2607421875</c:v>
                </c:pt>
                <c:pt idx="268">
                  <c:v>0.26171875</c:v>
                </c:pt>
                <c:pt idx="269">
                  <c:v>0.2626953125</c:v>
                </c:pt>
                <c:pt idx="270">
                  <c:v>0.263671875</c:v>
                </c:pt>
                <c:pt idx="271">
                  <c:v>0.2646484375</c:v>
                </c:pt>
                <c:pt idx="272">
                  <c:v>0.265625</c:v>
                </c:pt>
                <c:pt idx="273">
                  <c:v>0.2666015625</c:v>
                </c:pt>
                <c:pt idx="274">
                  <c:v>0.267578125</c:v>
                </c:pt>
                <c:pt idx="275">
                  <c:v>0.2685546875</c:v>
                </c:pt>
                <c:pt idx="276">
                  <c:v>0.26953125</c:v>
                </c:pt>
                <c:pt idx="277">
                  <c:v>0.2705078125</c:v>
                </c:pt>
                <c:pt idx="278">
                  <c:v>0.271484375</c:v>
                </c:pt>
                <c:pt idx="279">
                  <c:v>0.2724609375</c:v>
                </c:pt>
                <c:pt idx="280">
                  <c:v>0.2734375</c:v>
                </c:pt>
                <c:pt idx="281">
                  <c:v>0.2744140625</c:v>
                </c:pt>
                <c:pt idx="282">
                  <c:v>0.275390625</c:v>
                </c:pt>
                <c:pt idx="283">
                  <c:v>0.2763671875</c:v>
                </c:pt>
                <c:pt idx="284">
                  <c:v>0.27734375</c:v>
                </c:pt>
                <c:pt idx="285">
                  <c:v>0.2783203125</c:v>
                </c:pt>
                <c:pt idx="286">
                  <c:v>0.279296875</c:v>
                </c:pt>
                <c:pt idx="287">
                  <c:v>0.2802734375</c:v>
                </c:pt>
                <c:pt idx="288">
                  <c:v>0.28125</c:v>
                </c:pt>
                <c:pt idx="289">
                  <c:v>0.2822265625</c:v>
                </c:pt>
                <c:pt idx="290">
                  <c:v>0.283203125</c:v>
                </c:pt>
                <c:pt idx="291">
                  <c:v>0.2841796875</c:v>
                </c:pt>
                <c:pt idx="292">
                  <c:v>0.28515625</c:v>
                </c:pt>
                <c:pt idx="293">
                  <c:v>0.2861328125</c:v>
                </c:pt>
                <c:pt idx="294">
                  <c:v>0.287109375</c:v>
                </c:pt>
                <c:pt idx="295">
                  <c:v>0.2880859375</c:v>
                </c:pt>
                <c:pt idx="296">
                  <c:v>0.2890625</c:v>
                </c:pt>
                <c:pt idx="297">
                  <c:v>0.2900390625</c:v>
                </c:pt>
                <c:pt idx="298">
                  <c:v>0.291015625</c:v>
                </c:pt>
                <c:pt idx="299">
                  <c:v>0.2919921875</c:v>
                </c:pt>
                <c:pt idx="300">
                  <c:v>0.29296875</c:v>
                </c:pt>
                <c:pt idx="301">
                  <c:v>0.2939453125</c:v>
                </c:pt>
                <c:pt idx="302">
                  <c:v>0.294921875</c:v>
                </c:pt>
                <c:pt idx="303">
                  <c:v>0.2958984375</c:v>
                </c:pt>
                <c:pt idx="304">
                  <c:v>0.296875</c:v>
                </c:pt>
                <c:pt idx="305">
                  <c:v>0.2978515625</c:v>
                </c:pt>
                <c:pt idx="306">
                  <c:v>0.298828125</c:v>
                </c:pt>
                <c:pt idx="307">
                  <c:v>0.2998046875</c:v>
                </c:pt>
                <c:pt idx="308">
                  <c:v>0.30078125</c:v>
                </c:pt>
                <c:pt idx="309">
                  <c:v>0.3017578125</c:v>
                </c:pt>
                <c:pt idx="310">
                  <c:v>0.302734375</c:v>
                </c:pt>
                <c:pt idx="311">
                  <c:v>0.3037109375</c:v>
                </c:pt>
                <c:pt idx="312">
                  <c:v>0.3046875</c:v>
                </c:pt>
                <c:pt idx="313">
                  <c:v>0.3056640625</c:v>
                </c:pt>
                <c:pt idx="314">
                  <c:v>0.306640625</c:v>
                </c:pt>
                <c:pt idx="315">
                  <c:v>0.3076171875</c:v>
                </c:pt>
                <c:pt idx="316">
                  <c:v>0.30859375</c:v>
                </c:pt>
                <c:pt idx="317">
                  <c:v>0.3095703125</c:v>
                </c:pt>
                <c:pt idx="318">
                  <c:v>0.310546875</c:v>
                </c:pt>
                <c:pt idx="319">
                  <c:v>0.3115234375</c:v>
                </c:pt>
                <c:pt idx="320">
                  <c:v>0.3125</c:v>
                </c:pt>
                <c:pt idx="321">
                  <c:v>0.3134765625</c:v>
                </c:pt>
                <c:pt idx="322">
                  <c:v>0.314453125</c:v>
                </c:pt>
                <c:pt idx="323">
                  <c:v>0.3154296875</c:v>
                </c:pt>
                <c:pt idx="324">
                  <c:v>0.31640625</c:v>
                </c:pt>
                <c:pt idx="325">
                  <c:v>0.3173828125</c:v>
                </c:pt>
                <c:pt idx="326">
                  <c:v>0.318359375</c:v>
                </c:pt>
                <c:pt idx="327">
                  <c:v>0.3193359375</c:v>
                </c:pt>
                <c:pt idx="328">
                  <c:v>0.3203125</c:v>
                </c:pt>
                <c:pt idx="329">
                  <c:v>0.3212890625</c:v>
                </c:pt>
                <c:pt idx="330">
                  <c:v>0.322265625</c:v>
                </c:pt>
                <c:pt idx="331">
                  <c:v>0.3232421875</c:v>
                </c:pt>
                <c:pt idx="332">
                  <c:v>0.32421875</c:v>
                </c:pt>
                <c:pt idx="333">
                  <c:v>0.3251953125</c:v>
                </c:pt>
                <c:pt idx="334">
                  <c:v>0.326171875</c:v>
                </c:pt>
                <c:pt idx="335">
                  <c:v>0.3271484375</c:v>
                </c:pt>
                <c:pt idx="336">
                  <c:v>0.328125</c:v>
                </c:pt>
                <c:pt idx="337">
                  <c:v>0.3291015625</c:v>
                </c:pt>
                <c:pt idx="338">
                  <c:v>0.330078125</c:v>
                </c:pt>
                <c:pt idx="339">
                  <c:v>0.3310546875</c:v>
                </c:pt>
                <c:pt idx="340">
                  <c:v>0.33203125</c:v>
                </c:pt>
                <c:pt idx="341">
                  <c:v>0.3330078125</c:v>
                </c:pt>
                <c:pt idx="342">
                  <c:v>0.333984375</c:v>
                </c:pt>
                <c:pt idx="343">
                  <c:v>0.3349609375</c:v>
                </c:pt>
                <c:pt idx="344">
                  <c:v>0.3359375</c:v>
                </c:pt>
                <c:pt idx="345">
                  <c:v>0.3369140625</c:v>
                </c:pt>
                <c:pt idx="346">
                  <c:v>0.337890625</c:v>
                </c:pt>
                <c:pt idx="347">
                  <c:v>0.3388671875</c:v>
                </c:pt>
                <c:pt idx="348">
                  <c:v>0.33984375</c:v>
                </c:pt>
                <c:pt idx="349">
                  <c:v>0.3408203125</c:v>
                </c:pt>
                <c:pt idx="350">
                  <c:v>0.341796875</c:v>
                </c:pt>
                <c:pt idx="351">
                  <c:v>0.3427734375</c:v>
                </c:pt>
                <c:pt idx="352">
                  <c:v>0.34375</c:v>
                </c:pt>
                <c:pt idx="353">
                  <c:v>0.3447265625</c:v>
                </c:pt>
                <c:pt idx="354">
                  <c:v>0.345703125</c:v>
                </c:pt>
                <c:pt idx="355">
                  <c:v>0.3466796875</c:v>
                </c:pt>
                <c:pt idx="356">
                  <c:v>0.34765625</c:v>
                </c:pt>
                <c:pt idx="357">
                  <c:v>0.3486328125</c:v>
                </c:pt>
                <c:pt idx="358">
                  <c:v>0.349609375</c:v>
                </c:pt>
                <c:pt idx="359">
                  <c:v>0.3505859375</c:v>
                </c:pt>
                <c:pt idx="360">
                  <c:v>0.3515625</c:v>
                </c:pt>
                <c:pt idx="361">
                  <c:v>0.3525390625</c:v>
                </c:pt>
                <c:pt idx="362">
                  <c:v>0.353515625</c:v>
                </c:pt>
                <c:pt idx="363">
                  <c:v>0.3544921875</c:v>
                </c:pt>
                <c:pt idx="364">
                  <c:v>0.35546875</c:v>
                </c:pt>
                <c:pt idx="365">
                  <c:v>0.3564453125</c:v>
                </c:pt>
                <c:pt idx="366">
                  <c:v>0.357421875</c:v>
                </c:pt>
                <c:pt idx="367">
                  <c:v>0.3583984375</c:v>
                </c:pt>
                <c:pt idx="368">
                  <c:v>0.359375</c:v>
                </c:pt>
                <c:pt idx="369">
                  <c:v>0.3603515625</c:v>
                </c:pt>
                <c:pt idx="370">
                  <c:v>0.361328125</c:v>
                </c:pt>
                <c:pt idx="371">
                  <c:v>0.3623046875</c:v>
                </c:pt>
                <c:pt idx="372">
                  <c:v>0.36328125</c:v>
                </c:pt>
                <c:pt idx="373">
                  <c:v>0.3642578125</c:v>
                </c:pt>
                <c:pt idx="374">
                  <c:v>0.365234375</c:v>
                </c:pt>
                <c:pt idx="375">
                  <c:v>0.3662109375</c:v>
                </c:pt>
                <c:pt idx="376">
                  <c:v>0.3671875</c:v>
                </c:pt>
                <c:pt idx="377">
                  <c:v>0.3681640625</c:v>
                </c:pt>
                <c:pt idx="378">
                  <c:v>0.369140625</c:v>
                </c:pt>
                <c:pt idx="379">
                  <c:v>0.3701171875</c:v>
                </c:pt>
                <c:pt idx="380">
                  <c:v>0.37109375</c:v>
                </c:pt>
                <c:pt idx="381">
                  <c:v>0.3720703125</c:v>
                </c:pt>
                <c:pt idx="382">
                  <c:v>0.373046875</c:v>
                </c:pt>
                <c:pt idx="383">
                  <c:v>0.3740234375</c:v>
                </c:pt>
                <c:pt idx="384">
                  <c:v>0.375</c:v>
                </c:pt>
                <c:pt idx="385">
                  <c:v>0.3759765625</c:v>
                </c:pt>
                <c:pt idx="386">
                  <c:v>0.376953125</c:v>
                </c:pt>
                <c:pt idx="387">
                  <c:v>0.3779296875</c:v>
                </c:pt>
                <c:pt idx="388">
                  <c:v>0.37890625</c:v>
                </c:pt>
                <c:pt idx="389">
                  <c:v>0.3798828125</c:v>
                </c:pt>
                <c:pt idx="390">
                  <c:v>0.380859375</c:v>
                </c:pt>
                <c:pt idx="391">
                  <c:v>0.3818359375</c:v>
                </c:pt>
                <c:pt idx="392">
                  <c:v>0.3828125</c:v>
                </c:pt>
                <c:pt idx="393">
                  <c:v>0.3837890625</c:v>
                </c:pt>
                <c:pt idx="394">
                  <c:v>0.384765625</c:v>
                </c:pt>
                <c:pt idx="395">
                  <c:v>0.3857421875</c:v>
                </c:pt>
                <c:pt idx="396">
                  <c:v>0.38671875</c:v>
                </c:pt>
                <c:pt idx="397">
                  <c:v>0.3876953125</c:v>
                </c:pt>
                <c:pt idx="398">
                  <c:v>0.388671875</c:v>
                </c:pt>
                <c:pt idx="399">
                  <c:v>0.3896484375</c:v>
                </c:pt>
                <c:pt idx="400">
                  <c:v>0.390625</c:v>
                </c:pt>
                <c:pt idx="401">
                  <c:v>0.3916015625</c:v>
                </c:pt>
                <c:pt idx="402">
                  <c:v>0.392578125</c:v>
                </c:pt>
                <c:pt idx="403">
                  <c:v>0.3935546875</c:v>
                </c:pt>
                <c:pt idx="404">
                  <c:v>0.39453125</c:v>
                </c:pt>
                <c:pt idx="405">
                  <c:v>0.3955078125</c:v>
                </c:pt>
                <c:pt idx="406">
                  <c:v>0.396484375</c:v>
                </c:pt>
                <c:pt idx="407">
                  <c:v>0.3974609375</c:v>
                </c:pt>
                <c:pt idx="408">
                  <c:v>0.3984375</c:v>
                </c:pt>
                <c:pt idx="409">
                  <c:v>0.3994140625</c:v>
                </c:pt>
                <c:pt idx="410">
                  <c:v>0.400390625</c:v>
                </c:pt>
                <c:pt idx="411">
                  <c:v>0.4013671875</c:v>
                </c:pt>
                <c:pt idx="412">
                  <c:v>0.40234375</c:v>
                </c:pt>
                <c:pt idx="413">
                  <c:v>0.4033203125</c:v>
                </c:pt>
                <c:pt idx="414">
                  <c:v>0.404296875</c:v>
                </c:pt>
                <c:pt idx="415">
                  <c:v>0.4052734375</c:v>
                </c:pt>
                <c:pt idx="416">
                  <c:v>0.40625</c:v>
                </c:pt>
                <c:pt idx="417">
                  <c:v>0.4072265625</c:v>
                </c:pt>
                <c:pt idx="418">
                  <c:v>0.408203125</c:v>
                </c:pt>
                <c:pt idx="419">
                  <c:v>0.4091796875</c:v>
                </c:pt>
                <c:pt idx="420">
                  <c:v>0.41015625</c:v>
                </c:pt>
                <c:pt idx="421">
                  <c:v>0.4111328125</c:v>
                </c:pt>
                <c:pt idx="422">
                  <c:v>0.412109375</c:v>
                </c:pt>
                <c:pt idx="423">
                  <c:v>0.4130859375</c:v>
                </c:pt>
                <c:pt idx="424">
                  <c:v>0.4140625</c:v>
                </c:pt>
                <c:pt idx="425">
                  <c:v>0.4150390625</c:v>
                </c:pt>
                <c:pt idx="426">
                  <c:v>0.416015625</c:v>
                </c:pt>
                <c:pt idx="427">
                  <c:v>0.4169921875</c:v>
                </c:pt>
                <c:pt idx="428">
                  <c:v>0.41796875</c:v>
                </c:pt>
                <c:pt idx="429">
                  <c:v>0.4189453125</c:v>
                </c:pt>
                <c:pt idx="430">
                  <c:v>0.419921875</c:v>
                </c:pt>
                <c:pt idx="431">
                  <c:v>0.4208984375</c:v>
                </c:pt>
                <c:pt idx="432">
                  <c:v>0.421875</c:v>
                </c:pt>
                <c:pt idx="433">
                  <c:v>0.4228515625</c:v>
                </c:pt>
                <c:pt idx="434">
                  <c:v>0.423828125</c:v>
                </c:pt>
                <c:pt idx="435">
                  <c:v>0.4248046875</c:v>
                </c:pt>
                <c:pt idx="436">
                  <c:v>0.42578125</c:v>
                </c:pt>
                <c:pt idx="437">
                  <c:v>0.4267578125</c:v>
                </c:pt>
                <c:pt idx="438">
                  <c:v>0.427734375</c:v>
                </c:pt>
                <c:pt idx="439">
                  <c:v>0.4287109375</c:v>
                </c:pt>
                <c:pt idx="440">
                  <c:v>0.4296875</c:v>
                </c:pt>
                <c:pt idx="441">
                  <c:v>0.4306640625</c:v>
                </c:pt>
                <c:pt idx="442">
                  <c:v>0.431640625</c:v>
                </c:pt>
                <c:pt idx="443">
                  <c:v>0.4326171875</c:v>
                </c:pt>
                <c:pt idx="444">
                  <c:v>0.43359375</c:v>
                </c:pt>
                <c:pt idx="445">
                  <c:v>0.4345703125</c:v>
                </c:pt>
                <c:pt idx="446">
                  <c:v>0.435546875</c:v>
                </c:pt>
                <c:pt idx="447">
                  <c:v>0.4365234375</c:v>
                </c:pt>
                <c:pt idx="448">
                  <c:v>0.4375</c:v>
                </c:pt>
                <c:pt idx="449">
                  <c:v>0.4384765625</c:v>
                </c:pt>
                <c:pt idx="450">
                  <c:v>0.439453125</c:v>
                </c:pt>
                <c:pt idx="451">
                  <c:v>0.4404296875</c:v>
                </c:pt>
                <c:pt idx="452">
                  <c:v>0.44140625</c:v>
                </c:pt>
                <c:pt idx="453">
                  <c:v>0.4423828125</c:v>
                </c:pt>
                <c:pt idx="454">
                  <c:v>0.443359375</c:v>
                </c:pt>
                <c:pt idx="455">
                  <c:v>0.4443359375</c:v>
                </c:pt>
                <c:pt idx="456">
                  <c:v>0.4453125</c:v>
                </c:pt>
                <c:pt idx="457">
                  <c:v>0.4462890625</c:v>
                </c:pt>
                <c:pt idx="458">
                  <c:v>0.447265625</c:v>
                </c:pt>
                <c:pt idx="459">
                  <c:v>0.4482421875</c:v>
                </c:pt>
                <c:pt idx="460">
                  <c:v>0.44921875</c:v>
                </c:pt>
                <c:pt idx="461">
                  <c:v>0.4501953125</c:v>
                </c:pt>
                <c:pt idx="462">
                  <c:v>0.451171875</c:v>
                </c:pt>
                <c:pt idx="463">
                  <c:v>0.4521484375</c:v>
                </c:pt>
                <c:pt idx="464">
                  <c:v>0.453125</c:v>
                </c:pt>
                <c:pt idx="465">
                  <c:v>0.4541015625</c:v>
                </c:pt>
                <c:pt idx="466">
                  <c:v>0.455078125</c:v>
                </c:pt>
                <c:pt idx="467">
                  <c:v>0.4560546875</c:v>
                </c:pt>
                <c:pt idx="468">
                  <c:v>0.45703125</c:v>
                </c:pt>
                <c:pt idx="469">
                  <c:v>0.4580078125</c:v>
                </c:pt>
                <c:pt idx="470">
                  <c:v>0.458984375</c:v>
                </c:pt>
                <c:pt idx="471">
                  <c:v>0.4599609375</c:v>
                </c:pt>
                <c:pt idx="472">
                  <c:v>0.4609375</c:v>
                </c:pt>
                <c:pt idx="473">
                  <c:v>0.4619140625</c:v>
                </c:pt>
                <c:pt idx="474">
                  <c:v>0.462890625</c:v>
                </c:pt>
                <c:pt idx="475">
                  <c:v>0.4638671875</c:v>
                </c:pt>
                <c:pt idx="476">
                  <c:v>0.46484375</c:v>
                </c:pt>
                <c:pt idx="477">
                  <c:v>0.4658203125</c:v>
                </c:pt>
                <c:pt idx="478">
                  <c:v>0.466796875</c:v>
                </c:pt>
                <c:pt idx="479">
                  <c:v>0.4677734375</c:v>
                </c:pt>
                <c:pt idx="480">
                  <c:v>0.46875</c:v>
                </c:pt>
                <c:pt idx="481">
                  <c:v>0.4697265625</c:v>
                </c:pt>
                <c:pt idx="482">
                  <c:v>0.470703125</c:v>
                </c:pt>
                <c:pt idx="483">
                  <c:v>0.4716796875</c:v>
                </c:pt>
                <c:pt idx="484">
                  <c:v>0.47265625</c:v>
                </c:pt>
                <c:pt idx="485">
                  <c:v>0.4736328125</c:v>
                </c:pt>
                <c:pt idx="486">
                  <c:v>0.474609375</c:v>
                </c:pt>
                <c:pt idx="487">
                  <c:v>0.4755859375</c:v>
                </c:pt>
                <c:pt idx="488">
                  <c:v>0.4765625</c:v>
                </c:pt>
                <c:pt idx="489">
                  <c:v>0.4775390625</c:v>
                </c:pt>
                <c:pt idx="490">
                  <c:v>0.478515625</c:v>
                </c:pt>
                <c:pt idx="491">
                  <c:v>0.4794921875</c:v>
                </c:pt>
                <c:pt idx="492">
                  <c:v>0.48046875</c:v>
                </c:pt>
                <c:pt idx="493">
                  <c:v>0.4814453125</c:v>
                </c:pt>
                <c:pt idx="494">
                  <c:v>0.482421875</c:v>
                </c:pt>
                <c:pt idx="495">
                  <c:v>0.4833984375</c:v>
                </c:pt>
                <c:pt idx="496">
                  <c:v>0.484375</c:v>
                </c:pt>
                <c:pt idx="497">
                  <c:v>0.4853515625</c:v>
                </c:pt>
                <c:pt idx="498">
                  <c:v>0.486328125</c:v>
                </c:pt>
                <c:pt idx="499">
                  <c:v>0.4873046875</c:v>
                </c:pt>
                <c:pt idx="500">
                  <c:v>0.48828125</c:v>
                </c:pt>
                <c:pt idx="501">
                  <c:v>0.4892578125</c:v>
                </c:pt>
                <c:pt idx="502">
                  <c:v>0.490234375</c:v>
                </c:pt>
                <c:pt idx="503">
                  <c:v>0.4912109375</c:v>
                </c:pt>
                <c:pt idx="504">
                  <c:v>0.4921875</c:v>
                </c:pt>
                <c:pt idx="505">
                  <c:v>0.4931640625</c:v>
                </c:pt>
                <c:pt idx="506">
                  <c:v>0.494140625</c:v>
                </c:pt>
                <c:pt idx="507">
                  <c:v>0.4951171875</c:v>
                </c:pt>
                <c:pt idx="508">
                  <c:v>0.49609375</c:v>
                </c:pt>
                <c:pt idx="509">
                  <c:v>0.4970703125</c:v>
                </c:pt>
                <c:pt idx="510">
                  <c:v>0.498046875</c:v>
                </c:pt>
                <c:pt idx="511">
                  <c:v>0.4990234375</c:v>
                </c:pt>
                <c:pt idx="512">
                  <c:v>0.5</c:v>
                </c:pt>
                <c:pt idx="513">
                  <c:v>0.5009765625</c:v>
                </c:pt>
                <c:pt idx="514">
                  <c:v>0.501953125</c:v>
                </c:pt>
                <c:pt idx="515">
                  <c:v>0.5029296875</c:v>
                </c:pt>
                <c:pt idx="516">
                  <c:v>0.50390625</c:v>
                </c:pt>
                <c:pt idx="517">
                  <c:v>0.5048828125</c:v>
                </c:pt>
                <c:pt idx="518">
                  <c:v>0.505859375</c:v>
                </c:pt>
                <c:pt idx="519">
                  <c:v>0.5068359375</c:v>
                </c:pt>
                <c:pt idx="520">
                  <c:v>0.5078125</c:v>
                </c:pt>
                <c:pt idx="521">
                  <c:v>0.5087890625</c:v>
                </c:pt>
                <c:pt idx="522">
                  <c:v>0.509765625</c:v>
                </c:pt>
                <c:pt idx="523">
                  <c:v>0.5107421875</c:v>
                </c:pt>
                <c:pt idx="524">
                  <c:v>0.51171875</c:v>
                </c:pt>
                <c:pt idx="525">
                  <c:v>0.5126953125</c:v>
                </c:pt>
                <c:pt idx="526">
                  <c:v>0.513671875</c:v>
                </c:pt>
                <c:pt idx="527">
                  <c:v>0.5146484375</c:v>
                </c:pt>
                <c:pt idx="528">
                  <c:v>0.515625</c:v>
                </c:pt>
                <c:pt idx="529">
                  <c:v>0.5166015625</c:v>
                </c:pt>
                <c:pt idx="530">
                  <c:v>0.517578125</c:v>
                </c:pt>
                <c:pt idx="531">
                  <c:v>0.5185546875</c:v>
                </c:pt>
                <c:pt idx="532">
                  <c:v>0.51953125</c:v>
                </c:pt>
                <c:pt idx="533">
                  <c:v>0.5205078125</c:v>
                </c:pt>
                <c:pt idx="534">
                  <c:v>0.521484375</c:v>
                </c:pt>
                <c:pt idx="535">
                  <c:v>0.5224609375</c:v>
                </c:pt>
                <c:pt idx="536">
                  <c:v>0.5234375</c:v>
                </c:pt>
                <c:pt idx="537">
                  <c:v>0.5244140625</c:v>
                </c:pt>
                <c:pt idx="538">
                  <c:v>0.525390625</c:v>
                </c:pt>
                <c:pt idx="539">
                  <c:v>0.5263671875</c:v>
                </c:pt>
                <c:pt idx="540">
                  <c:v>0.52734375</c:v>
                </c:pt>
                <c:pt idx="541">
                  <c:v>0.5283203125</c:v>
                </c:pt>
                <c:pt idx="542">
                  <c:v>0.529296875</c:v>
                </c:pt>
                <c:pt idx="543">
                  <c:v>0.5302734375</c:v>
                </c:pt>
                <c:pt idx="544">
                  <c:v>0.53125</c:v>
                </c:pt>
                <c:pt idx="545">
                  <c:v>0.5322265625</c:v>
                </c:pt>
                <c:pt idx="546">
                  <c:v>0.533203125</c:v>
                </c:pt>
                <c:pt idx="547">
                  <c:v>0.5341796875</c:v>
                </c:pt>
                <c:pt idx="548">
                  <c:v>0.53515625</c:v>
                </c:pt>
                <c:pt idx="549">
                  <c:v>0.5361328125</c:v>
                </c:pt>
                <c:pt idx="550">
                  <c:v>0.537109375</c:v>
                </c:pt>
                <c:pt idx="551">
                  <c:v>0.5380859375</c:v>
                </c:pt>
                <c:pt idx="552">
                  <c:v>0.5390625</c:v>
                </c:pt>
                <c:pt idx="553">
                  <c:v>0.5400390625</c:v>
                </c:pt>
                <c:pt idx="554">
                  <c:v>0.541015625</c:v>
                </c:pt>
                <c:pt idx="555">
                  <c:v>0.5419921875</c:v>
                </c:pt>
                <c:pt idx="556">
                  <c:v>0.54296875</c:v>
                </c:pt>
                <c:pt idx="557">
                  <c:v>0.5439453125</c:v>
                </c:pt>
                <c:pt idx="558">
                  <c:v>0.544921875</c:v>
                </c:pt>
                <c:pt idx="559">
                  <c:v>0.5458984375</c:v>
                </c:pt>
                <c:pt idx="560">
                  <c:v>0.546875</c:v>
                </c:pt>
                <c:pt idx="561">
                  <c:v>0.5478515625</c:v>
                </c:pt>
                <c:pt idx="562">
                  <c:v>0.548828125</c:v>
                </c:pt>
                <c:pt idx="563">
                  <c:v>0.5498046875</c:v>
                </c:pt>
                <c:pt idx="564">
                  <c:v>0.55078125</c:v>
                </c:pt>
                <c:pt idx="565">
                  <c:v>0.5517578125</c:v>
                </c:pt>
                <c:pt idx="566">
                  <c:v>0.552734375</c:v>
                </c:pt>
                <c:pt idx="567">
                  <c:v>0.5537109375</c:v>
                </c:pt>
                <c:pt idx="568">
                  <c:v>0.5546875</c:v>
                </c:pt>
                <c:pt idx="569">
                  <c:v>0.5556640625</c:v>
                </c:pt>
                <c:pt idx="570">
                  <c:v>0.556640625</c:v>
                </c:pt>
                <c:pt idx="571">
                  <c:v>0.5576171875</c:v>
                </c:pt>
                <c:pt idx="572">
                  <c:v>0.55859375</c:v>
                </c:pt>
                <c:pt idx="573">
                  <c:v>0.5595703125</c:v>
                </c:pt>
                <c:pt idx="574">
                  <c:v>0.560546875</c:v>
                </c:pt>
                <c:pt idx="575">
                  <c:v>0.5615234375</c:v>
                </c:pt>
                <c:pt idx="576">
                  <c:v>0.5625</c:v>
                </c:pt>
                <c:pt idx="577">
                  <c:v>0.5634765625</c:v>
                </c:pt>
                <c:pt idx="578">
                  <c:v>0.564453125</c:v>
                </c:pt>
                <c:pt idx="579">
                  <c:v>0.5654296875</c:v>
                </c:pt>
                <c:pt idx="580">
                  <c:v>0.56640625</c:v>
                </c:pt>
                <c:pt idx="581">
                  <c:v>0.5673828125</c:v>
                </c:pt>
                <c:pt idx="582">
                  <c:v>0.568359375</c:v>
                </c:pt>
                <c:pt idx="583">
                  <c:v>0.5693359375</c:v>
                </c:pt>
                <c:pt idx="584">
                  <c:v>0.5703125</c:v>
                </c:pt>
                <c:pt idx="585">
                  <c:v>0.5712890625</c:v>
                </c:pt>
                <c:pt idx="586">
                  <c:v>0.572265625</c:v>
                </c:pt>
                <c:pt idx="587">
                  <c:v>0.5732421875</c:v>
                </c:pt>
                <c:pt idx="588">
                  <c:v>0.57421875</c:v>
                </c:pt>
                <c:pt idx="589">
                  <c:v>0.5751953125</c:v>
                </c:pt>
                <c:pt idx="590">
                  <c:v>0.576171875</c:v>
                </c:pt>
                <c:pt idx="591">
                  <c:v>0.5771484375</c:v>
                </c:pt>
                <c:pt idx="592">
                  <c:v>0.578125</c:v>
                </c:pt>
                <c:pt idx="593">
                  <c:v>0.5791015625</c:v>
                </c:pt>
                <c:pt idx="594">
                  <c:v>0.580078125</c:v>
                </c:pt>
                <c:pt idx="595">
                  <c:v>0.5810546875</c:v>
                </c:pt>
                <c:pt idx="596">
                  <c:v>0.58203125</c:v>
                </c:pt>
                <c:pt idx="597">
                  <c:v>0.5830078125</c:v>
                </c:pt>
                <c:pt idx="598">
                  <c:v>0.583984375</c:v>
                </c:pt>
                <c:pt idx="599">
                  <c:v>0.5849609375</c:v>
                </c:pt>
                <c:pt idx="600">
                  <c:v>0.5859375</c:v>
                </c:pt>
                <c:pt idx="601">
                  <c:v>0.5869140625</c:v>
                </c:pt>
                <c:pt idx="602">
                  <c:v>0.587890625</c:v>
                </c:pt>
                <c:pt idx="603">
                  <c:v>0.5888671875</c:v>
                </c:pt>
                <c:pt idx="604">
                  <c:v>0.58984375</c:v>
                </c:pt>
                <c:pt idx="605">
                  <c:v>0.5908203125</c:v>
                </c:pt>
                <c:pt idx="606">
                  <c:v>0.591796875</c:v>
                </c:pt>
                <c:pt idx="607">
                  <c:v>0.5927734375</c:v>
                </c:pt>
                <c:pt idx="608">
                  <c:v>0.59375</c:v>
                </c:pt>
                <c:pt idx="609">
                  <c:v>0.5947265625</c:v>
                </c:pt>
                <c:pt idx="610">
                  <c:v>0.595703125</c:v>
                </c:pt>
                <c:pt idx="611">
                  <c:v>0.5966796875</c:v>
                </c:pt>
                <c:pt idx="612">
                  <c:v>0.59765625</c:v>
                </c:pt>
                <c:pt idx="613">
                  <c:v>0.5986328125</c:v>
                </c:pt>
                <c:pt idx="614">
                  <c:v>0.599609375</c:v>
                </c:pt>
                <c:pt idx="615">
                  <c:v>0.6005859375</c:v>
                </c:pt>
                <c:pt idx="616">
                  <c:v>0.6015625</c:v>
                </c:pt>
                <c:pt idx="617">
                  <c:v>0.6025390625</c:v>
                </c:pt>
                <c:pt idx="618">
                  <c:v>0.603515625</c:v>
                </c:pt>
                <c:pt idx="619">
                  <c:v>0.6044921875</c:v>
                </c:pt>
                <c:pt idx="620">
                  <c:v>0.60546875</c:v>
                </c:pt>
                <c:pt idx="621">
                  <c:v>0.6064453125</c:v>
                </c:pt>
                <c:pt idx="622">
                  <c:v>0.607421875</c:v>
                </c:pt>
                <c:pt idx="623">
                  <c:v>0.6083984375</c:v>
                </c:pt>
                <c:pt idx="624">
                  <c:v>0.609375</c:v>
                </c:pt>
                <c:pt idx="625">
                  <c:v>0.6103515625</c:v>
                </c:pt>
                <c:pt idx="626">
                  <c:v>0.611328125</c:v>
                </c:pt>
                <c:pt idx="627">
                  <c:v>0.6123046875</c:v>
                </c:pt>
                <c:pt idx="628">
                  <c:v>0.61328125</c:v>
                </c:pt>
                <c:pt idx="629">
                  <c:v>0.6142578125</c:v>
                </c:pt>
                <c:pt idx="630">
                  <c:v>0.615234375</c:v>
                </c:pt>
                <c:pt idx="631">
                  <c:v>0.6162109375</c:v>
                </c:pt>
                <c:pt idx="632">
                  <c:v>0.6171875</c:v>
                </c:pt>
                <c:pt idx="633">
                  <c:v>0.6181640625</c:v>
                </c:pt>
                <c:pt idx="634">
                  <c:v>0.619140625</c:v>
                </c:pt>
                <c:pt idx="635">
                  <c:v>0.6201171875</c:v>
                </c:pt>
                <c:pt idx="636">
                  <c:v>0.62109375</c:v>
                </c:pt>
                <c:pt idx="637">
                  <c:v>0.6220703125</c:v>
                </c:pt>
                <c:pt idx="638">
                  <c:v>0.623046875</c:v>
                </c:pt>
                <c:pt idx="639">
                  <c:v>0.6240234375</c:v>
                </c:pt>
                <c:pt idx="640">
                  <c:v>0.625</c:v>
                </c:pt>
                <c:pt idx="641">
                  <c:v>0.6259765625</c:v>
                </c:pt>
                <c:pt idx="642">
                  <c:v>0.626953125</c:v>
                </c:pt>
                <c:pt idx="643">
                  <c:v>0.6279296875</c:v>
                </c:pt>
                <c:pt idx="644">
                  <c:v>0.62890625</c:v>
                </c:pt>
                <c:pt idx="645">
                  <c:v>0.6298828125</c:v>
                </c:pt>
                <c:pt idx="646">
                  <c:v>0.630859375</c:v>
                </c:pt>
                <c:pt idx="647">
                  <c:v>0.6318359375</c:v>
                </c:pt>
                <c:pt idx="648">
                  <c:v>0.6328125</c:v>
                </c:pt>
                <c:pt idx="649">
                  <c:v>0.6337890625</c:v>
                </c:pt>
                <c:pt idx="650">
                  <c:v>0.634765625</c:v>
                </c:pt>
                <c:pt idx="651">
                  <c:v>0.6357421875</c:v>
                </c:pt>
                <c:pt idx="652">
                  <c:v>0.63671875</c:v>
                </c:pt>
                <c:pt idx="653">
                  <c:v>0.6376953125</c:v>
                </c:pt>
                <c:pt idx="654">
                  <c:v>0.638671875</c:v>
                </c:pt>
                <c:pt idx="655">
                  <c:v>0.6396484375</c:v>
                </c:pt>
                <c:pt idx="656">
                  <c:v>0.640625</c:v>
                </c:pt>
                <c:pt idx="657">
                  <c:v>0.6416015625</c:v>
                </c:pt>
                <c:pt idx="658">
                  <c:v>0.642578125</c:v>
                </c:pt>
                <c:pt idx="659">
                  <c:v>0.6435546875</c:v>
                </c:pt>
                <c:pt idx="660">
                  <c:v>0.64453125</c:v>
                </c:pt>
                <c:pt idx="661">
                  <c:v>0.6455078125</c:v>
                </c:pt>
                <c:pt idx="662">
                  <c:v>0.646484375</c:v>
                </c:pt>
                <c:pt idx="663">
                  <c:v>0.6474609375</c:v>
                </c:pt>
                <c:pt idx="664">
                  <c:v>0.6484375</c:v>
                </c:pt>
                <c:pt idx="665">
                  <c:v>0.6494140625</c:v>
                </c:pt>
                <c:pt idx="666">
                  <c:v>0.650390625</c:v>
                </c:pt>
                <c:pt idx="667">
                  <c:v>0.6513671875</c:v>
                </c:pt>
                <c:pt idx="668">
                  <c:v>0.65234375</c:v>
                </c:pt>
                <c:pt idx="669">
                  <c:v>0.6533203125</c:v>
                </c:pt>
                <c:pt idx="670">
                  <c:v>0.654296875</c:v>
                </c:pt>
                <c:pt idx="671">
                  <c:v>0.6552734375</c:v>
                </c:pt>
                <c:pt idx="672">
                  <c:v>0.65625</c:v>
                </c:pt>
                <c:pt idx="673">
                  <c:v>0.6572265625</c:v>
                </c:pt>
                <c:pt idx="674">
                  <c:v>0.658203125</c:v>
                </c:pt>
                <c:pt idx="675">
                  <c:v>0.6591796875</c:v>
                </c:pt>
                <c:pt idx="676">
                  <c:v>0.66015625</c:v>
                </c:pt>
                <c:pt idx="677">
                  <c:v>0.6611328125</c:v>
                </c:pt>
                <c:pt idx="678">
                  <c:v>0.662109375</c:v>
                </c:pt>
                <c:pt idx="679">
                  <c:v>0.6630859375</c:v>
                </c:pt>
                <c:pt idx="680">
                  <c:v>0.6640625</c:v>
                </c:pt>
                <c:pt idx="681">
                  <c:v>0.6650390625</c:v>
                </c:pt>
                <c:pt idx="682">
                  <c:v>0.666015625</c:v>
                </c:pt>
                <c:pt idx="683">
                  <c:v>0.6669921875</c:v>
                </c:pt>
                <c:pt idx="684">
                  <c:v>0.66796875</c:v>
                </c:pt>
                <c:pt idx="685">
                  <c:v>0.6689453125</c:v>
                </c:pt>
                <c:pt idx="686">
                  <c:v>0.669921875</c:v>
                </c:pt>
                <c:pt idx="687">
                  <c:v>0.6708984375</c:v>
                </c:pt>
                <c:pt idx="688">
                  <c:v>0.671875</c:v>
                </c:pt>
                <c:pt idx="689">
                  <c:v>0.6728515625</c:v>
                </c:pt>
                <c:pt idx="690">
                  <c:v>0.673828125</c:v>
                </c:pt>
                <c:pt idx="691">
                  <c:v>0.6748046875</c:v>
                </c:pt>
                <c:pt idx="692">
                  <c:v>0.67578125</c:v>
                </c:pt>
                <c:pt idx="693">
                  <c:v>0.6767578125</c:v>
                </c:pt>
                <c:pt idx="694">
                  <c:v>0.677734375</c:v>
                </c:pt>
                <c:pt idx="695">
                  <c:v>0.6787109375</c:v>
                </c:pt>
                <c:pt idx="696">
                  <c:v>0.6796875</c:v>
                </c:pt>
                <c:pt idx="697">
                  <c:v>0.6806640625</c:v>
                </c:pt>
                <c:pt idx="698">
                  <c:v>0.681640625</c:v>
                </c:pt>
                <c:pt idx="699">
                  <c:v>0.6826171875</c:v>
                </c:pt>
                <c:pt idx="700">
                  <c:v>0.68359375</c:v>
                </c:pt>
                <c:pt idx="701">
                  <c:v>0.6845703125</c:v>
                </c:pt>
                <c:pt idx="702">
                  <c:v>0.685546875</c:v>
                </c:pt>
                <c:pt idx="703">
                  <c:v>0.6865234375</c:v>
                </c:pt>
                <c:pt idx="704">
                  <c:v>0.6875</c:v>
                </c:pt>
                <c:pt idx="705">
                  <c:v>0.6884765625</c:v>
                </c:pt>
                <c:pt idx="706">
                  <c:v>0.689453125</c:v>
                </c:pt>
                <c:pt idx="707">
                  <c:v>0.6904296875</c:v>
                </c:pt>
                <c:pt idx="708">
                  <c:v>0.69140625</c:v>
                </c:pt>
                <c:pt idx="709">
                  <c:v>0.6923828125</c:v>
                </c:pt>
                <c:pt idx="710">
                  <c:v>0.693359375</c:v>
                </c:pt>
                <c:pt idx="711">
                  <c:v>0.6943359375</c:v>
                </c:pt>
                <c:pt idx="712">
                  <c:v>0.6953125</c:v>
                </c:pt>
                <c:pt idx="713">
                  <c:v>0.6962890625</c:v>
                </c:pt>
                <c:pt idx="714">
                  <c:v>0.697265625</c:v>
                </c:pt>
                <c:pt idx="715">
                  <c:v>0.6982421875</c:v>
                </c:pt>
                <c:pt idx="716">
                  <c:v>0.69921875</c:v>
                </c:pt>
                <c:pt idx="717">
                  <c:v>0.7001953125</c:v>
                </c:pt>
                <c:pt idx="718">
                  <c:v>0.701171875</c:v>
                </c:pt>
                <c:pt idx="719">
                  <c:v>0.7021484375</c:v>
                </c:pt>
                <c:pt idx="720">
                  <c:v>0.703125</c:v>
                </c:pt>
                <c:pt idx="721">
                  <c:v>0.7041015625</c:v>
                </c:pt>
                <c:pt idx="722">
                  <c:v>0.705078125</c:v>
                </c:pt>
                <c:pt idx="723">
                  <c:v>0.7060546875</c:v>
                </c:pt>
                <c:pt idx="724">
                  <c:v>0.70703125</c:v>
                </c:pt>
                <c:pt idx="725">
                  <c:v>0.7080078125</c:v>
                </c:pt>
                <c:pt idx="726">
                  <c:v>0.708984375</c:v>
                </c:pt>
                <c:pt idx="727">
                  <c:v>0.7099609375</c:v>
                </c:pt>
                <c:pt idx="728">
                  <c:v>0.7109375</c:v>
                </c:pt>
                <c:pt idx="729">
                  <c:v>0.7119140625</c:v>
                </c:pt>
                <c:pt idx="730">
                  <c:v>0.712890625</c:v>
                </c:pt>
                <c:pt idx="731">
                  <c:v>0.7138671875</c:v>
                </c:pt>
                <c:pt idx="732">
                  <c:v>0.71484375</c:v>
                </c:pt>
                <c:pt idx="733">
                  <c:v>0.7158203125</c:v>
                </c:pt>
                <c:pt idx="734">
                  <c:v>0.716796875</c:v>
                </c:pt>
                <c:pt idx="735">
                  <c:v>0.7177734375</c:v>
                </c:pt>
                <c:pt idx="736">
                  <c:v>0.71875</c:v>
                </c:pt>
                <c:pt idx="737">
                  <c:v>0.7197265625</c:v>
                </c:pt>
                <c:pt idx="738">
                  <c:v>0.720703125</c:v>
                </c:pt>
                <c:pt idx="739">
                  <c:v>0.7216796875</c:v>
                </c:pt>
                <c:pt idx="740">
                  <c:v>0.72265625</c:v>
                </c:pt>
                <c:pt idx="741">
                  <c:v>0.7236328125</c:v>
                </c:pt>
                <c:pt idx="742">
                  <c:v>0.724609375</c:v>
                </c:pt>
                <c:pt idx="743">
                  <c:v>0.7255859375</c:v>
                </c:pt>
                <c:pt idx="744">
                  <c:v>0.7265625</c:v>
                </c:pt>
                <c:pt idx="745">
                  <c:v>0.7275390625</c:v>
                </c:pt>
                <c:pt idx="746">
                  <c:v>0.728515625</c:v>
                </c:pt>
                <c:pt idx="747">
                  <c:v>0.7294921875</c:v>
                </c:pt>
                <c:pt idx="748">
                  <c:v>0.73046875</c:v>
                </c:pt>
                <c:pt idx="749">
                  <c:v>0.7314453125</c:v>
                </c:pt>
                <c:pt idx="750">
                  <c:v>0.732421875</c:v>
                </c:pt>
                <c:pt idx="751">
                  <c:v>0.7333984375</c:v>
                </c:pt>
                <c:pt idx="752">
                  <c:v>0.734375</c:v>
                </c:pt>
                <c:pt idx="753">
                  <c:v>0.7353515625</c:v>
                </c:pt>
                <c:pt idx="754">
                  <c:v>0.736328125</c:v>
                </c:pt>
                <c:pt idx="755">
                  <c:v>0.7373046875</c:v>
                </c:pt>
                <c:pt idx="756">
                  <c:v>0.73828125</c:v>
                </c:pt>
                <c:pt idx="757">
                  <c:v>0.7392578125</c:v>
                </c:pt>
                <c:pt idx="758">
                  <c:v>0.740234375</c:v>
                </c:pt>
                <c:pt idx="759">
                  <c:v>0.7412109375</c:v>
                </c:pt>
                <c:pt idx="760">
                  <c:v>0.7421875</c:v>
                </c:pt>
                <c:pt idx="761">
                  <c:v>0.7431640625</c:v>
                </c:pt>
                <c:pt idx="762">
                  <c:v>0.744140625</c:v>
                </c:pt>
                <c:pt idx="763">
                  <c:v>0.7451171875</c:v>
                </c:pt>
                <c:pt idx="764">
                  <c:v>0.74609375</c:v>
                </c:pt>
                <c:pt idx="765">
                  <c:v>0.7470703125</c:v>
                </c:pt>
                <c:pt idx="766">
                  <c:v>0.748046875</c:v>
                </c:pt>
                <c:pt idx="767">
                  <c:v>0.7490234375</c:v>
                </c:pt>
                <c:pt idx="768">
                  <c:v>0.75</c:v>
                </c:pt>
                <c:pt idx="769">
                  <c:v>0.7509765625</c:v>
                </c:pt>
                <c:pt idx="770">
                  <c:v>0.751953125</c:v>
                </c:pt>
                <c:pt idx="771">
                  <c:v>0.7529296875</c:v>
                </c:pt>
                <c:pt idx="772">
                  <c:v>0.75390625</c:v>
                </c:pt>
                <c:pt idx="773">
                  <c:v>0.7548828125</c:v>
                </c:pt>
                <c:pt idx="774">
                  <c:v>0.755859375</c:v>
                </c:pt>
                <c:pt idx="775">
                  <c:v>0.7568359375</c:v>
                </c:pt>
                <c:pt idx="776">
                  <c:v>0.7578125</c:v>
                </c:pt>
                <c:pt idx="777">
                  <c:v>0.7587890625</c:v>
                </c:pt>
                <c:pt idx="778">
                  <c:v>0.759765625</c:v>
                </c:pt>
                <c:pt idx="779">
                  <c:v>0.7607421875</c:v>
                </c:pt>
                <c:pt idx="780">
                  <c:v>0.76171875</c:v>
                </c:pt>
                <c:pt idx="781">
                  <c:v>0.7626953125</c:v>
                </c:pt>
                <c:pt idx="782">
                  <c:v>0.763671875</c:v>
                </c:pt>
                <c:pt idx="783">
                  <c:v>0.7646484375</c:v>
                </c:pt>
                <c:pt idx="784">
                  <c:v>0.765625</c:v>
                </c:pt>
                <c:pt idx="785">
                  <c:v>0.7666015625</c:v>
                </c:pt>
                <c:pt idx="786">
                  <c:v>0.767578125</c:v>
                </c:pt>
                <c:pt idx="787">
                  <c:v>0.7685546875</c:v>
                </c:pt>
                <c:pt idx="788">
                  <c:v>0.76953125</c:v>
                </c:pt>
                <c:pt idx="789">
                  <c:v>0.7705078125</c:v>
                </c:pt>
                <c:pt idx="790">
                  <c:v>0.771484375</c:v>
                </c:pt>
                <c:pt idx="791">
                  <c:v>0.7724609375</c:v>
                </c:pt>
                <c:pt idx="792">
                  <c:v>0.7734375</c:v>
                </c:pt>
                <c:pt idx="793">
                  <c:v>0.7744140625</c:v>
                </c:pt>
                <c:pt idx="794">
                  <c:v>0.775390625</c:v>
                </c:pt>
                <c:pt idx="795">
                  <c:v>0.7763671875</c:v>
                </c:pt>
                <c:pt idx="796">
                  <c:v>0.77734375</c:v>
                </c:pt>
                <c:pt idx="797">
                  <c:v>0.7783203125</c:v>
                </c:pt>
                <c:pt idx="798">
                  <c:v>0.779296875</c:v>
                </c:pt>
                <c:pt idx="799">
                  <c:v>0.7802734375</c:v>
                </c:pt>
                <c:pt idx="800">
                  <c:v>0.78125</c:v>
                </c:pt>
                <c:pt idx="801">
                  <c:v>0.7822265625</c:v>
                </c:pt>
                <c:pt idx="802">
                  <c:v>0.783203125</c:v>
                </c:pt>
                <c:pt idx="803">
                  <c:v>0.7841796875</c:v>
                </c:pt>
                <c:pt idx="804">
                  <c:v>0.78515625</c:v>
                </c:pt>
                <c:pt idx="805">
                  <c:v>0.7861328125</c:v>
                </c:pt>
                <c:pt idx="806">
                  <c:v>0.787109375</c:v>
                </c:pt>
                <c:pt idx="807">
                  <c:v>0.7880859375</c:v>
                </c:pt>
                <c:pt idx="808">
                  <c:v>0.7890625</c:v>
                </c:pt>
                <c:pt idx="809">
                  <c:v>0.7900390625</c:v>
                </c:pt>
                <c:pt idx="810">
                  <c:v>0.791015625</c:v>
                </c:pt>
                <c:pt idx="811">
                  <c:v>0.7919921875</c:v>
                </c:pt>
                <c:pt idx="812">
                  <c:v>0.79296875</c:v>
                </c:pt>
                <c:pt idx="813">
                  <c:v>0.7939453125</c:v>
                </c:pt>
                <c:pt idx="814">
                  <c:v>0.794921875</c:v>
                </c:pt>
                <c:pt idx="815">
                  <c:v>0.7958984375</c:v>
                </c:pt>
                <c:pt idx="816">
                  <c:v>0.796875</c:v>
                </c:pt>
                <c:pt idx="817">
                  <c:v>0.7978515625</c:v>
                </c:pt>
                <c:pt idx="818">
                  <c:v>0.798828125</c:v>
                </c:pt>
                <c:pt idx="819">
                  <c:v>0.7998046875</c:v>
                </c:pt>
                <c:pt idx="820">
                  <c:v>0.80078125</c:v>
                </c:pt>
                <c:pt idx="821">
                  <c:v>0.8017578125</c:v>
                </c:pt>
                <c:pt idx="822">
                  <c:v>0.802734375</c:v>
                </c:pt>
                <c:pt idx="823">
                  <c:v>0.8037109375</c:v>
                </c:pt>
                <c:pt idx="824">
                  <c:v>0.8046875</c:v>
                </c:pt>
                <c:pt idx="825">
                  <c:v>0.8056640625</c:v>
                </c:pt>
                <c:pt idx="826">
                  <c:v>0.806640625</c:v>
                </c:pt>
                <c:pt idx="827">
                  <c:v>0.8076171875</c:v>
                </c:pt>
                <c:pt idx="828">
                  <c:v>0.80859375</c:v>
                </c:pt>
                <c:pt idx="829">
                  <c:v>0.8095703125</c:v>
                </c:pt>
                <c:pt idx="830">
                  <c:v>0.810546875</c:v>
                </c:pt>
                <c:pt idx="831">
                  <c:v>0.8115234375</c:v>
                </c:pt>
                <c:pt idx="832">
                  <c:v>0.8125</c:v>
                </c:pt>
                <c:pt idx="833">
                  <c:v>0.8134765625</c:v>
                </c:pt>
                <c:pt idx="834">
                  <c:v>0.814453125</c:v>
                </c:pt>
                <c:pt idx="835">
                  <c:v>0.8154296875</c:v>
                </c:pt>
                <c:pt idx="836">
                  <c:v>0.81640625</c:v>
                </c:pt>
                <c:pt idx="837">
                  <c:v>0.8173828125</c:v>
                </c:pt>
                <c:pt idx="838">
                  <c:v>0.818359375</c:v>
                </c:pt>
                <c:pt idx="839">
                  <c:v>0.8193359375</c:v>
                </c:pt>
                <c:pt idx="840">
                  <c:v>0.8203125</c:v>
                </c:pt>
                <c:pt idx="841">
                  <c:v>0.8212890625</c:v>
                </c:pt>
                <c:pt idx="842">
                  <c:v>0.822265625</c:v>
                </c:pt>
                <c:pt idx="843">
                  <c:v>0.8232421875</c:v>
                </c:pt>
                <c:pt idx="844">
                  <c:v>0.82421875</c:v>
                </c:pt>
                <c:pt idx="845">
                  <c:v>0.8251953125</c:v>
                </c:pt>
                <c:pt idx="846">
                  <c:v>0.826171875</c:v>
                </c:pt>
                <c:pt idx="847">
                  <c:v>0.8271484375</c:v>
                </c:pt>
                <c:pt idx="848">
                  <c:v>0.828125</c:v>
                </c:pt>
                <c:pt idx="849">
                  <c:v>0.8291015625</c:v>
                </c:pt>
                <c:pt idx="850">
                  <c:v>0.830078125</c:v>
                </c:pt>
                <c:pt idx="851">
                  <c:v>0.8310546875</c:v>
                </c:pt>
                <c:pt idx="852">
                  <c:v>0.83203125</c:v>
                </c:pt>
                <c:pt idx="853">
                  <c:v>0.8330078125</c:v>
                </c:pt>
                <c:pt idx="854">
                  <c:v>0.833984375</c:v>
                </c:pt>
                <c:pt idx="855">
                  <c:v>0.8349609375</c:v>
                </c:pt>
                <c:pt idx="856">
                  <c:v>0.8359375</c:v>
                </c:pt>
                <c:pt idx="857">
                  <c:v>0.8369140625</c:v>
                </c:pt>
                <c:pt idx="858">
                  <c:v>0.837890625</c:v>
                </c:pt>
                <c:pt idx="859">
                  <c:v>0.8388671875</c:v>
                </c:pt>
                <c:pt idx="860">
                  <c:v>0.83984375</c:v>
                </c:pt>
                <c:pt idx="861">
                  <c:v>0.8408203125</c:v>
                </c:pt>
                <c:pt idx="862">
                  <c:v>0.841796875</c:v>
                </c:pt>
                <c:pt idx="863">
                  <c:v>0.8427734375</c:v>
                </c:pt>
                <c:pt idx="864">
                  <c:v>0.84375</c:v>
                </c:pt>
                <c:pt idx="865">
                  <c:v>0.8447265625</c:v>
                </c:pt>
                <c:pt idx="866">
                  <c:v>0.845703125</c:v>
                </c:pt>
                <c:pt idx="867">
                  <c:v>0.8466796875</c:v>
                </c:pt>
                <c:pt idx="868">
                  <c:v>0.84765625</c:v>
                </c:pt>
                <c:pt idx="869">
                  <c:v>0.8486328125</c:v>
                </c:pt>
                <c:pt idx="870">
                  <c:v>0.849609375</c:v>
                </c:pt>
                <c:pt idx="871">
                  <c:v>0.8505859375</c:v>
                </c:pt>
                <c:pt idx="872">
                  <c:v>0.8515625</c:v>
                </c:pt>
                <c:pt idx="873">
                  <c:v>0.8525390625</c:v>
                </c:pt>
                <c:pt idx="874">
                  <c:v>0.853515625</c:v>
                </c:pt>
                <c:pt idx="875">
                  <c:v>0.8544921875</c:v>
                </c:pt>
                <c:pt idx="876">
                  <c:v>0.85546875</c:v>
                </c:pt>
                <c:pt idx="877">
                  <c:v>0.8564453125</c:v>
                </c:pt>
                <c:pt idx="878">
                  <c:v>0.857421875</c:v>
                </c:pt>
                <c:pt idx="879">
                  <c:v>0.8583984375</c:v>
                </c:pt>
                <c:pt idx="880">
                  <c:v>0.859375</c:v>
                </c:pt>
                <c:pt idx="881">
                  <c:v>0.8603515625</c:v>
                </c:pt>
                <c:pt idx="882">
                  <c:v>0.861328125</c:v>
                </c:pt>
                <c:pt idx="883">
                  <c:v>0.8623046875</c:v>
                </c:pt>
                <c:pt idx="884">
                  <c:v>0.86328125</c:v>
                </c:pt>
                <c:pt idx="885">
                  <c:v>0.8642578125</c:v>
                </c:pt>
                <c:pt idx="886">
                  <c:v>0.865234375</c:v>
                </c:pt>
                <c:pt idx="887">
                  <c:v>0.8662109375</c:v>
                </c:pt>
                <c:pt idx="888">
                  <c:v>0.8671875</c:v>
                </c:pt>
                <c:pt idx="889">
                  <c:v>0.8681640625</c:v>
                </c:pt>
                <c:pt idx="890">
                  <c:v>0.869140625</c:v>
                </c:pt>
                <c:pt idx="891">
                  <c:v>0.8701171875</c:v>
                </c:pt>
                <c:pt idx="892">
                  <c:v>0.87109375</c:v>
                </c:pt>
                <c:pt idx="893">
                  <c:v>0.8720703125</c:v>
                </c:pt>
                <c:pt idx="894">
                  <c:v>0.873046875</c:v>
                </c:pt>
                <c:pt idx="895">
                  <c:v>0.8740234375</c:v>
                </c:pt>
                <c:pt idx="896">
                  <c:v>0.875</c:v>
                </c:pt>
                <c:pt idx="897">
                  <c:v>0.8759765625</c:v>
                </c:pt>
                <c:pt idx="898">
                  <c:v>0.876953125</c:v>
                </c:pt>
                <c:pt idx="899">
                  <c:v>0.8779296875</c:v>
                </c:pt>
                <c:pt idx="900">
                  <c:v>0.87890625</c:v>
                </c:pt>
                <c:pt idx="901">
                  <c:v>0.8798828125</c:v>
                </c:pt>
                <c:pt idx="902">
                  <c:v>0.880859375</c:v>
                </c:pt>
                <c:pt idx="903">
                  <c:v>0.8818359375</c:v>
                </c:pt>
                <c:pt idx="904">
                  <c:v>0.8828125</c:v>
                </c:pt>
                <c:pt idx="905">
                  <c:v>0.8837890625</c:v>
                </c:pt>
                <c:pt idx="906">
                  <c:v>0.884765625</c:v>
                </c:pt>
                <c:pt idx="907">
                  <c:v>0.8857421875</c:v>
                </c:pt>
                <c:pt idx="908">
                  <c:v>0.88671875</c:v>
                </c:pt>
                <c:pt idx="909">
                  <c:v>0.8876953125</c:v>
                </c:pt>
                <c:pt idx="910">
                  <c:v>0.888671875</c:v>
                </c:pt>
                <c:pt idx="911">
                  <c:v>0.8896484375</c:v>
                </c:pt>
                <c:pt idx="912">
                  <c:v>0.890625</c:v>
                </c:pt>
                <c:pt idx="913">
                  <c:v>0.8916015625</c:v>
                </c:pt>
                <c:pt idx="914">
                  <c:v>0.892578125</c:v>
                </c:pt>
                <c:pt idx="915">
                  <c:v>0.8935546875</c:v>
                </c:pt>
                <c:pt idx="916">
                  <c:v>0.89453125</c:v>
                </c:pt>
                <c:pt idx="917">
                  <c:v>0.8955078125</c:v>
                </c:pt>
                <c:pt idx="918">
                  <c:v>0.896484375</c:v>
                </c:pt>
                <c:pt idx="919">
                  <c:v>0.8974609375</c:v>
                </c:pt>
                <c:pt idx="920">
                  <c:v>0.8984375</c:v>
                </c:pt>
                <c:pt idx="921">
                  <c:v>0.8994140625</c:v>
                </c:pt>
                <c:pt idx="922">
                  <c:v>0.900390625</c:v>
                </c:pt>
                <c:pt idx="923">
                  <c:v>0.9013671875</c:v>
                </c:pt>
                <c:pt idx="924">
                  <c:v>0.90234375</c:v>
                </c:pt>
                <c:pt idx="925">
                  <c:v>0.9033203125</c:v>
                </c:pt>
                <c:pt idx="926">
                  <c:v>0.904296875</c:v>
                </c:pt>
                <c:pt idx="927">
                  <c:v>0.9052734375</c:v>
                </c:pt>
                <c:pt idx="928">
                  <c:v>0.90625</c:v>
                </c:pt>
                <c:pt idx="929">
                  <c:v>0.9072265625</c:v>
                </c:pt>
                <c:pt idx="930">
                  <c:v>0.908203125</c:v>
                </c:pt>
                <c:pt idx="931">
                  <c:v>0.9091796875</c:v>
                </c:pt>
                <c:pt idx="932">
                  <c:v>0.91015625</c:v>
                </c:pt>
                <c:pt idx="933">
                  <c:v>0.9111328125</c:v>
                </c:pt>
                <c:pt idx="934">
                  <c:v>0.912109375</c:v>
                </c:pt>
                <c:pt idx="935">
                  <c:v>0.9130859375</c:v>
                </c:pt>
                <c:pt idx="936">
                  <c:v>0.9140625</c:v>
                </c:pt>
                <c:pt idx="937">
                  <c:v>0.9150390625</c:v>
                </c:pt>
                <c:pt idx="938">
                  <c:v>0.916015625</c:v>
                </c:pt>
                <c:pt idx="939">
                  <c:v>0.9169921875</c:v>
                </c:pt>
                <c:pt idx="940">
                  <c:v>0.91796875</c:v>
                </c:pt>
                <c:pt idx="941">
                  <c:v>0.9189453125</c:v>
                </c:pt>
                <c:pt idx="942">
                  <c:v>0.919921875</c:v>
                </c:pt>
                <c:pt idx="943">
                  <c:v>0.9208984375</c:v>
                </c:pt>
                <c:pt idx="944">
                  <c:v>0.921875</c:v>
                </c:pt>
                <c:pt idx="945">
                  <c:v>0.9228515625</c:v>
                </c:pt>
                <c:pt idx="946">
                  <c:v>0.923828125</c:v>
                </c:pt>
                <c:pt idx="947">
                  <c:v>0.9248046875</c:v>
                </c:pt>
                <c:pt idx="948">
                  <c:v>0.92578125</c:v>
                </c:pt>
                <c:pt idx="949">
                  <c:v>0.9267578125</c:v>
                </c:pt>
                <c:pt idx="950">
                  <c:v>0.927734375</c:v>
                </c:pt>
                <c:pt idx="951">
                  <c:v>0.9287109375</c:v>
                </c:pt>
                <c:pt idx="952">
                  <c:v>0.9296875</c:v>
                </c:pt>
                <c:pt idx="953">
                  <c:v>0.9306640625</c:v>
                </c:pt>
                <c:pt idx="954">
                  <c:v>0.931640625</c:v>
                </c:pt>
                <c:pt idx="955">
                  <c:v>0.9326171875</c:v>
                </c:pt>
                <c:pt idx="956">
                  <c:v>0.93359375</c:v>
                </c:pt>
                <c:pt idx="957">
                  <c:v>0.9345703125</c:v>
                </c:pt>
                <c:pt idx="958">
                  <c:v>0.935546875</c:v>
                </c:pt>
                <c:pt idx="959">
                  <c:v>0.9365234375</c:v>
                </c:pt>
                <c:pt idx="960">
                  <c:v>0.9375</c:v>
                </c:pt>
                <c:pt idx="961">
                  <c:v>0.9384765625</c:v>
                </c:pt>
                <c:pt idx="962">
                  <c:v>0.939453125</c:v>
                </c:pt>
                <c:pt idx="963">
                  <c:v>0.9404296875</c:v>
                </c:pt>
                <c:pt idx="964">
                  <c:v>0.94140625</c:v>
                </c:pt>
                <c:pt idx="965">
                  <c:v>0.9423828125</c:v>
                </c:pt>
                <c:pt idx="966">
                  <c:v>0.943359375</c:v>
                </c:pt>
                <c:pt idx="967">
                  <c:v>0.9443359375</c:v>
                </c:pt>
                <c:pt idx="968">
                  <c:v>0.9453125</c:v>
                </c:pt>
                <c:pt idx="969">
                  <c:v>0.9462890625</c:v>
                </c:pt>
                <c:pt idx="970">
                  <c:v>0.947265625</c:v>
                </c:pt>
                <c:pt idx="971">
                  <c:v>0.9482421875</c:v>
                </c:pt>
                <c:pt idx="972">
                  <c:v>0.94921875</c:v>
                </c:pt>
                <c:pt idx="973">
                  <c:v>0.9501953125</c:v>
                </c:pt>
                <c:pt idx="974">
                  <c:v>0.951171875</c:v>
                </c:pt>
                <c:pt idx="975">
                  <c:v>0.9521484375</c:v>
                </c:pt>
                <c:pt idx="976">
                  <c:v>0.953125</c:v>
                </c:pt>
                <c:pt idx="977">
                  <c:v>0.9541015625</c:v>
                </c:pt>
                <c:pt idx="978">
                  <c:v>0.955078125</c:v>
                </c:pt>
                <c:pt idx="979">
                  <c:v>0.9560546875</c:v>
                </c:pt>
                <c:pt idx="980">
                  <c:v>0.95703125</c:v>
                </c:pt>
                <c:pt idx="981">
                  <c:v>0.9580078125</c:v>
                </c:pt>
                <c:pt idx="982">
                  <c:v>0.958984375</c:v>
                </c:pt>
                <c:pt idx="983">
                  <c:v>0.9599609375</c:v>
                </c:pt>
                <c:pt idx="984">
                  <c:v>0.9609375</c:v>
                </c:pt>
                <c:pt idx="985">
                  <c:v>0.9619140625</c:v>
                </c:pt>
                <c:pt idx="986">
                  <c:v>0.962890625</c:v>
                </c:pt>
                <c:pt idx="987">
                  <c:v>0.9638671875</c:v>
                </c:pt>
                <c:pt idx="988">
                  <c:v>0.96484375</c:v>
                </c:pt>
                <c:pt idx="989">
                  <c:v>0.9658203125</c:v>
                </c:pt>
                <c:pt idx="990">
                  <c:v>0.966796875</c:v>
                </c:pt>
                <c:pt idx="991">
                  <c:v>0.9677734375</c:v>
                </c:pt>
                <c:pt idx="992">
                  <c:v>0.96875</c:v>
                </c:pt>
                <c:pt idx="993">
                  <c:v>0.9697265625</c:v>
                </c:pt>
                <c:pt idx="994">
                  <c:v>0.970703125</c:v>
                </c:pt>
                <c:pt idx="995">
                  <c:v>0.9716796875</c:v>
                </c:pt>
                <c:pt idx="996">
                  <c:v>0.97265625</c:v>
                </c:pt>
                <c:pt idx="997">
                  <c:v>0.9736328125</c:v>
                </c:pt>
                <c:pt idx="998">
                  <c:v>0.974609375</c:v>
                </c:pt>
                <c:pt idx="999">
                  <c:v>0.9755859375</c:v>
                </c:pt>
                <c:pt idx="1000">
                  <c:v>0.9765625</c:v>
                </c:pt>
                <c:pt idx="1001">
                  <c:v>0.9775390625</c:v>
                </c:pt>
                <c:pt idx="1002">
                  <c:v>0.978515625</c:v>
                </c:pt>
                <c:pt idx="1003">
                  <c:v>0.9794921875</c:v>
                </c:pt>
                <c:pt idx="1004">
                  <c:v>0.98046875</c:v>
                </c:pt>
                <c:pt idx="1005">
                  <c:v>0.9814453125</c:v>
                </c:pt>
                <c:pt idx="1006">
                  <c:v>0.982421875</c:v>
                </c:pt>
                <c:pt idx="1007">
                  <c:v>0.9833984375</c:v>
                </c:pt>
                <c:pt idx="1008">
                  <c:v>0.984375</c:v>
                </c:pt>
                <c:pt idx="1009">
                  <c:v>0.9853515625</c:v>
                </c:pt>
                <c:pt idx="1010">
                  <c:v>0.986328125</c:v>
                </c:pt>
                <c:pt idx="1011">
                  <c:v>0.9873046875</c:v>
                </c:pt>
                <c:pt idx="1012">
                  <c:v>0.98828125</c:v>
                </c:pt>
                <c:pt idx="1013">
                  <c:v>0.9892578125</c:v>
                </c:pt>
                <c:pt idx="1014">
                  <c:v>0.990234375</c:v>
                </c:pt>
                <c:pt idx="1015">
                  <c:v>0.9912109375</c:v>
                </c:pt>
                <c:pt idx="1016">
                  <c:v>0.9921875</c:v>
                </c:pt>
                <c:pt idx="1017">
                  <c:v>0.9931640625</c:v>
                </c:pt>
                <c:pt idx="1018">
                  <c:v>0.994140625</c:v>
                </c:pt>
                <c:pt idx="1019">
                  <c:v>0.9951171875</c:v>
                </c:pt>
                <c:pt idx="1020">
                  <c:v>0.99609375</c:v>
                </c:pt>
                <c:pt idx="1021">
                  <c:v>0.9970703125</c:v>
                </c:pt>
                <c:pt idx="1022">
                  <c:v>0.998046875</c:v>
                </c:pt>
                <c:pt idx="1023">
                  <c:v>0.9990234375</c:v>
                </c:pt>
              </c:numCache>
            </c:numRef>
          </c:cat>
          <c:val>
            <c:numRef>
              <c:f>'[oscillators.xlsx]PulseWave PeriodicWave'!$D$2:$D$1249</c:f>
              <c:numCache>
                <c:formatCode>General</c:formatCode>
                <c:ptCount val="124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1</c:v>
                </c:pt>
                <c:pt idx="449">
                  <c:v>1</c:v>
                </c:pt>
                <c:pt idx="450">
                  <c:v>1</c:v>
                </c:pt>
                <c:pt idx="451">
                  <c:v>1</c:v>
                </c:pt>
                <c:pt idx="452">
                  <c:v>1</c:v>
                </c:pt>
                <c:pt idx="453">
                  <c:v>1</c:v>
                </c:pt>
                <c:pt idx="454">
                  <c:v>1</c:v>
                </c:pt>
                <c:pt idx="455">
                  <c:v>1</c:v>
                </c:pt>
                <c:pt idx="456">
                  <c:v>1</c:v>
                </c:pt>
                <c:pt idx="457">
                  <c:v>1</c:v>
                </c:pt>
                <c:pt idx="458">
                  <c:v>1</c:v>
                </c:pt>
                <c:pt idx="459">
                  <c:v>1</c:v>
                </c:pt>
                <c:pt idx="460">
                  <c:v>1</c:v>
                </c:pt>
                <c:pt idx="461">
                  <c:v>1</c:v>
                </c:pt>
                <c:pt idx="462">
                  <c:v>1</c:v>
                </c:pt>
                <c:pt idx="463">
                  <c:v>1</c:v>
                </c:pt>
                <c:pt idx="464">
                  <c:v>1</c:v>
                </c:pt>
                <c:pt idx="465">
                  <c:v>1</c:v>
                </c:pt>
                <c:pt idx="466">
                  <c:v>1</c:v>
                </c:pt>
                <c:pt idx="467">
                  <c:v>1</c:v>
                </c:pt>
                <c:pt idx="468">
                  <c:v>1</c:v>
                </c:pt>
                <c:pt idx="469">
                  <c:v>1</c:v>
                </c:pt>
                <c:pt idx="470">
                  <c:v>1</c:v>
                </c:pt>
                <c:pt idx="471">
                  <c:v>1</c:v>
                </c:pt>
                <c:pt idx="472">
                  <c:v>1</c:v>
                </c:pt>
                <c:pt idx="473">
                  <c:v>1</c:v>
                </c:pt>
                <c:pt idx="474">
                  <c:v>1</c:v>
                </c:pt>
                <c:pt idx="475">
                  <c:v>1</c:v>
                </c:pt>
                <c:pt idx="476">
                  <c:v>1</c:v>
                </c:pt>
                <c:pt idx="477">
                  <c:v>1</c:v>
                </c:pt>
                <c:pt idx="478">
                  <c:v>1</c:v>
                </c:pt>
                <c:pt idx="479">
                  <c:v>1</c:v>
                </c:pt>
                <c:pt idx="480">
                  <c:v>1</c:v>
                </c:pt>
                <c:pt idx="481">
                  <c:v>1</c:v>
                </c:pt>
                <c:pt idx="482">
                  <c:v>1</c:v>
                </c:pt>
                <c:pt idx="483">
                  <c:v>1</c:v>
                </c:pt>
                <c:pt idx="484">
                  <c:v>1</c:v>
                </c:pt>
                <c:pt idx="485">
                  <c:v>1</c:v>
                </c:pt>
                <c:pt idx="486">
                  <c:v>1</c:v>
                </c:pt>
                <c:pt idx="487">
                  <c:v>1</c:v>
                </c:pt>
                <c:pt idx="488">
                  <c:v>1</c:v>
                </c:pt>
                <c:pt idx="489">
                  <c:v>1</c:v>
                </c:pt>
                <c:pt idx="490">
                  <c:v>1</c:v>
                </c:pt>
                <c:pt idx="491">
                  <c:v>1</c:v>
                </c:pt>
                <c:pt idx="492">
                  <c:v>1</c:v>
                </c:pt>
                <c:pt idx="493">
                  <c:v>1</c:v>
                </c:pt>
                <c:pt idx="494">
                  <c:v>1</c:v>
                </c:pt>
                <c:pt idx="495">
                  <c:v>1</c:v>
                </c:pt>
                <c:pt idx="496">
                  <c:v>1</c:v>
                </c:pt>
                <c:pt idx="497">
                  <c:v>1</c:v>
                </c:pt>
                <c:pt idx="498">
                  <c:v>1</c:v>
                </c:pt>
                <c:pt idx="499">
                  <c:v>1</c:v>
                </c:pt>
                <c:pt idx="500">
                  <c:v>1</c:v>
                </c:pt>
                <c:pt idx="501">
                  <c:v>1</c:v>
                </c:pt>
                <c:pt idx="502">
                  <c:v>1</c:v>
                </c:pt>
                <c:pt idx="503">
                  <c:v>1</c:v>
                </c:pt>
                <c:pt idx="504">
                  <c:v>1</c:v>
                </c:pt>
                <c:pt idx="505">
                  <c:v>1</c:v>
                </c:pt>
                <c:pt idx="506">
                  <c:v>1</c:v>
                </c:pt>
                <c:pt idx="507">
                  <c:v>1</c:v>
                </c:pt>
                <c:pt idx="508">
                  <c:v>1</c:v>
                </c:pt>
                <c:pt idx="509">
                  <c:v>1</c:v>
                </c:pt>
                <c:pt idx="510">
                  <c:v>1</c:v>
                </c:pt>
                <c:pt idx="511">
                  <c:v>1</c:v>
                </c:pt>
                <c:pt idx="512">
                  <c:v>1</c:v>
                </c:pt>
                <c:pt idx="513">
                  <c:v>1</c:v>
                </c:pt>
                <c:pt idx="514">
                  <c:v>1</c:v>
                </c:pt>
                <c:pt idx="515">
                  <c:v>1</c:v>
                </c:pt>
                <c:pt idx="516">
                  <c:v>1</c:v>
                </c:pt>
                <c:pt idx="517">
                  <c:v>1</c:v>
                </c:pt>
                <c:pt idx="518">
                  <c:v>1</c:v>
                </c:pt>
                <c:pt idx="519">
                  <c:v>1</c:v>
                </c:pt>
                <c:pt idx="520">
                  <c:v>1</c:v>
                </c:pt>
                <c:pt idx="521">
                  <c:v>1</c:v>
                </c:pt>
                <c:pt idx="522">
                  <c:v>1</c:v>
                </c:pt>
                <c:pt idx="523">
                  <c:v>1</c:v>
                </c:pt>
                <c:pt idx="524">
                  <c:v>1</c:v>
                </c:pt>
                <c:pt idx="525">
                  <c:v>1</c:v>
                </c:pt>
                <c:pt idx="526">
                  <c:v>1</c:v>
                </c:pt>
                <c:pt idx="527">
                  <c:v>1</c:v>
                </c:pt>
                <c:pt idx="528">
                  <c:v>1</c:v>
                </c:pt>
                <c:pt idx="529">
                  <c:v>1</c:v>
                </c:pt>
                <c:pt idx="530">
                  <c:v>1</c:v>
                </c:pt>
                <c:pt idx="531">
                  <c:v>1</c:v>
                </c:pt>
                <c:pt idx="532">
                  <c:v>1</c:v>
                </c:pt>
                <c:pt idx="533">
                  <c:v>1</c:v>
                </c:pt>
                <c:pt idx="534">
                  <c:v>1</c:v>
                </c:pt>
                <c:pt idx="535">
                  <c:v>1</c:v>
                </c:pt>
                <c:pt idx="536">
                  <c:v>1</c:v>
                </c:pt>
                <c:pt idx="537">
                  <c:v>1</c:v>
                </c:pt>
                <c:pt idx="538">
                  <c:v>1</c:v>
                </c:pt>
                <c:pt idx="539">
                  <c:v>1</c:v>
                </c:pt>
                <c:pt idx="540">
                  <c:v>1</c:v>
                </c:pt>
                <c:pt idx="541">
                  <c:v>1</c:v>
                </c:pt>
                <c:pt idx="542">
                  <c:v>1</c:v>
                </c:pt>
                <c:pt idx="543">
                  <c:v>1</c:v>
                </c:pt>
                <c:pt idx="544">
                  <c:v>1</c:v>
                </c:pt>
                <c:pt idx="545">
                  <c:v>1</c:v>
                </c:pt>
                <c:pt idx="546">
                  <c:v>1</c:v>
                </c:pt>
                <c:pt idx="547">
                  <c:v>1</c:v>
                </c:pt>
                <c:pt idx="548">
                  <c:v>1</c:v>
                </c:pt>
                <c:pt idx="549">
                  <c:v>1</c:v>
                </c:pt>
                <c:pt idx="550">
                  <c:v>1</c:v>
                </c:pt>
                <c:pt idx="551">
                  <c:v>1</c:v>
                </c:pt>
                <c:pt idx="552">
                  <c:v>1</c:v>
                </c:pt>
                <c:pt idx="553">
                  <c:v>1</c:v>
                </c:pt>
                <c:pt idx="554">
                  <c:v>1</c:v>
                </c:pt>
                <c:pt idx="555">
                  <c:v>1</c:v>
                </c:pt>
                <c:pt idx="556">
                  <c:v>1</c:v>
                </c:pt>
                <c:pt idx="557">
                  <c:v>1</c:v>
                </c:pt>
                <c:pt idx="558">
                  <c:v>1</c:v>
                </c:pt>
                <c:pt idx="559">
                  <c:v>1</c:v>
                </c:pt>
                <c:pt idx="560">
                  <c:v>1</c:v>
                </c:pt>
                <c:pt idx="561">
                  <c:v>1</c:v>
                </c:pt>
                <c:pt idx="562">
                  <c:v>1</c:v>
                </c:pt>
                <c:pt idx="563">
                  <c:v>1</c:v>
                </c:pt>
                <c:pt idx="564">
                  <c:v>1</c:v>
                </c:pt>
                <c:pt idx="565">
                  <c:v>1</c:v>
                </c:pt>
                <c:pt idx="566">
                  <c:v>1</c:v>
                </c:pt>
                <c:pt idx="567">
                  <c:v>1</c:v>
                </c:pt>
                <c:pt idx="568">
                  <c:v>1</c:v>
                </c:pt>
                <c:pt idx="569">
                  <c:v>1</c:v>
                </c:pt>
                <c:pt idx="570">
                  <c:v>1</c:v>
                </c:pt>
                <c:pt idx="571">
                  <c:v>1</c:v>
                </c:pt>
                <c:pt idx="572">
                  <c:v>1</c:v>
                </c:pt>
                <c:pt idx="573">
                  <c:v>1</c:v>
                </c:pt>
                <c:pt idx="574">
                  <c:v>1</c:v>
                </c:pt>
                <c:pt idx="575">
                  <c:v>1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1</c:v>
                </c:pt>
                <c:pt idx="962">
                  <c:v>1</c:v>
                </c:pt>
                <c:pt idx="963">
                  <c:v>1</c:v>
                </c:pt>
                <c:pt idx="964">
                  <c:v>1</c:v>
                </c:pt>
                <c:pt idx="965">
                  <c:v>1</c:v>
                </c:pt>
                <c:pt idx="966">
                  <c:v>1</c:v>
                </c:pt>
                <c:pt idx="967">
                  <c:v>1</c:v>
                </c:pt>
                <c:pt idx="968">
                  <c:v>1</c:v>
                </c:pt>
                <c:pt idx="969">
                  <c:v>1</c:v>
                </c:pt>
                <c:pt idx="970">
                  <c:v>1</c:v>
                </c:pt>
                <c:pt idx="971">
                  <c:v>1</c:v>
                </c:pt>
                <c:pt idx="972">
                  <c:v>1</c:v>
                </c:pt>
                <c:pt idx="973">
                  <c:v>1</c:v>
                </c:pt>
                <c:pt idx="974">
                  <c:v>1</c:v>
                </c:pt>
                <c:pt idx="975">
                  <c:v>1</c:v>
                </c:pt>
                <c:pt idx="976">
                  <c:v>1</c:v>
                </c:pt>
                <c:pt idx="977">
                  <c:v>1</c:v>
                </c:pt>
                <c:pt idx="978">
                  <c:v>1</c:v>
                </c:pt>
                <c:pt idx="979">
                  <c:v>1</c:v>
                </c:pt>
                <c:pt idx="980">
                  <c:v>1</c:v>
                </c:pt>
                <c:pt idx="981">
                  <c:v>1</c:v>
                </c:pt>
                <c:pt idx="982">
                  <c:v>1</c:v>
                </c:pt>
                <c:pt idx="983">
                  <c:v>1</c:v>
                </c:pt>
                <c:pt idx="984">
                  <c:v>1</c:v>
                </c:pt>
                <c:pt idx="985">
                  <c:v>1</c:v>
                </c:pt>
                <c:pt idx="986">
                  <c:v>1</c:v>
                </c:pt>
                <c:pt idx="987">
                  <c:v>1</c:v>
                </c:pt>
                <c:pt idx="988">
                  <c:v>1</c:v>
                </c:pt>
                <c:pt idx="989">
                  <c:v>1</c:v>
                </c:pt>
                <c:pt idx="990">
                  <c:v>1</c:v>
                </c:pt>
                <c:pt idx="991">
                  <c:v>1</c:v>
                </c:pt>
                <c:pt idx="992">
                  <c:v>1</c:v>
                </c:pt>
                <c:pt idx="993">
                  <c:v>1</c:v>
                </c:pt>
                <c:pt idx="994">
                  <c:v>1</c:v>
                </c:pt>
                <c:pt idx="995">
                  <c:v>1</c:v>
                </c:pt>
                <c:pt idx="996">
                  <c:v>1</c:v>
                </c:pt>
                <c:pt idx="997">
                  <c:v>1</c:v>
                </c:pt>
                <c:pt idx="998">
                  <c:v>1</c:v>
                </c:pt>
                <c:pt idx="999">
                  <c:v>1</c:v>
                </c:pt>
                <c:pt idx="1000">
                  <c:v>1</c:v>
                </c:pt>
                <c:pt idx="1001">
                  <c:v>1</c:v>
                </c:pt>
                <c:pt idx="1002">
                  <c:v>1</c:v>
                </c:pt>
                <c:pt idx="1003">
                  <c:v>1</c:v>
                </c:pt>
                <c:pt idx="1004">
                  <c:v>1</c:v>
                </c:pt>
                <c:pt idx="1005">
                  <c:v>1</c:v>
                </c:pt>
                <c:pt idx="1006">
                  <c:v>1</c:v>
                </c:pt>
                <c:pt idx="1007">
                  <c:v>1</c:v>
                </c:pt>
                <c:pt idx="1008">
                  <c:v>1</c:v>
                </c:pt>
                <c:pt idx="1009">
                  <c:v>1</c:v>
                </c:pt>
                <c:pt idx="1010">
                  <c:v>1</c:v>
                </c:pt>
                <c:pt idx="1011">
                  <c:v>1</c:v>
                </c:pt>
                <c:pt idx="1012">
                  <c:v>1</c:v>
                </c:pt>
                <c:pt idx="1013">
                  <c:v>1</c:v>
                </c:pt>
                <c:pt idx="1014">
                  <c:v>1</c:v>
                </c:pt>
                <c:pt idx="1015">
                  <c:v>1</c:v>
                </c:pt>
                <c:pt idx="1016">
                  <c:v>1</c:v>
                </c:pt>
                <c:pt idx="1017">
                  <c:v>1</c:v>
                </c:pt>
                <c:pt idx="1018">
                  <c:v>1</c:v>
                </c:pt>
                <c:pt idx="1019">
                  <c:v>1</c:v>
                </c:pt>
                <c:pt idx="1020">
                  <c:v>1</c:v>
                </c:pt>
                <c:pt idx="1021">
                  <c:v>1</c:v>
                </c:pt>
                <c:pt idx="1022">
                  <c:v>1</c:v>
                </c:pt>
                <c:pt idx="1023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79-4129-91D9-CC14AD944F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84063928"/>
        <c:axId val="584063608"/>
      </c:lineChart>
      <c:catAx>
        <c:axId val="584063928"/>
        <c:scaling>
          <c:orientation val="minMax"/>
        </c:scaling>
        <c:delete val="0"/>
        <c:axPos val="b"/>
        <c:numFmt formatCode="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584063608"/>
        <c:crosses val="autoZero"/>
        <c:auto val="1"/>
        <c:lblAlgn val="ctr"/>
        <c:lblOffset val="100"/>
        <c:tickLblSkip val="102"/>
        <c:noMultiLvlLbl val="0"/>
      </c:catAx>
      <c:valAx>
        <c:axId val="584063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58406392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Pulse Wave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1"/>
          <c:order val="0"/>
          <c:marker>
            <c:symbol val="none"/>
          </c:marker>
          <c:cat>
            <c:numRef>
              <c:f>'[oscillators.xlsx]PulseWave PeriodicWave'!$A$2:$A$1249</c:f>
              <c:numCache>
                <c:formatCode>General</c:formatCode>
                <c:ptCount val="1248"/>
                <c:pt idx="0">
                  <c:v>0</c:v>
                </c:pt>
                <c:pt idx="1">
                  <c:v>9.765625E-4</c:v>
                </c:pt>
                <c:pt idx="2">
                  <c:v>1.953125E-3</c:v>
                </c:pt>
                <c:pt idx="3">
                  <c:v>2.9296875E-3</c:v>
                </c:pt>
                <c:pt idx="4">
                  <c:v>3.90625E-3</c:v>
                </c:pt>
                <c:pt idx="5">
                  <c:v>4.8828125E-3</c:v>
                </c:pt>
                <c:pt idx="6">
                  <c:v>5.859375E-3</c:v>
                </c:pt>
                <c:pt idx="7">
                  <c:v>6.8359375E-3</c:v>
                </c:pt>
                <c:pt idx="8">
                  <c:v>7.8125E-3</c:v>
                </c:pt>
                <c:pt idx="9">
                  <c:v>8.7890625E-3</c:v>
                </c:pt>
                <c:pt idx="10">
                  <c:v>9.765625E-3</c:v>
                </c:pt>
                <c:pt idx="11">
                  <c:v>1.07421875E-2</c:v>
                </c:pt>
                <c:pt idx="12">
                  <c:v>1.171875E-2</c:v>
                </c:pt>
                <c:pt idx="13">
                  <c:v>1.26953125E-2</c:v>
                </c:pt>
                <c:pt idx="14">
                  <c:v>1.3671875E-2</c:v>
                </c:pt>
                <c:pt idx="15">
                  <c:v>1.46484375E-2</c:v>
                </c:pt>
                <c:pt idx="16">
                  <c:v>1.5625E-2</c:v>
                </c:pt>
                <c:pt idx="17">
                  <c:v>1.66015625E-2</c:v>
                </c:pt>
                <c:pt idx="18">
                  <c:v>1.7578125E-2</c:v>
                </c:pt>
                <c:pt idx="19">
                  <c:v>1.85546875E-2</c:v>
                </c:pt>
                <c:pt idx="20">
                  <c:v>1.953125E-2</c:v>
                </c:pt>
                <c:pt idx="21">
                  <c:v>2.05078125E-2</c:v>
                </c:pt>
                <c:pt idx="22">
                  <c:v>2.1484375E-2</c:v>
                </c:pt>
                <c:pt idx="23">
                  <c:v>2.24609375E-2</c:v>
                </c:pt>
                <c:pt idx="24">
                  <c:v>2.34375E-2</c:v>
                </c:pt>
                <c:pt idx="25">
                  <c:v>2.44140625E-2</c:v>
                </c:pt>
                <c:pt idx="26">
                  <c:v>2.5390625E-2</c:v>
                </c:pt>
                <c:pt idx="27">
                  <c:v>2.63671875E-2</c:v>
                </c:pt>
                <c:pt idx="28">
                  <c:v>2.734375E-2</c:v>
                </c:pt>
                <c:pt idx="29">
                  <c:v>2.83203125E-2</c:v>
                </c:pt>
                <c:pt idx="30">
                  <c:v>2.9296875E-2</c:v>
                </c:pt>
                <c:pt idx="31">
                  <c:v>3.02734375E-2</c:v>
                </c:pt>
                <c:pt idx="32">
                  <c:v>3.125E-2</c:v>
                </c:pt>
                <c:pt idx="33">
                  <c:v>3.22265625E-2</c:v>
                </c:pt>
                <c:pt idx="34">
                  <c:v>3.3203125E-2</c:v>
                </c:pt>
                <c:pt idx="35">
                  <c:v>3.41796875E-2</c:v>
                </c:pt>
                <c:pt idx="36">
                  <c:v>3.515625E-2</c:v>
                </c:pt>
                <c:pt idx="37">
                  <c:v>3.61328125E-2</c:v>
                </c:pt>
                <c:pt idx="38">
                  <c:v>3.7109375E-2</c:v>
                </c:pt>
                <c:pt idx="39">
                  <c:v>3.80859375E-2</c:v>
                </c:pt>
                <c:pt idx="40">
                  <c:v>3.90625E-2</c:v>
                </c:pt>
                <c:pt idx="41">
                  <c:v>4.00390625E-2</c:v>
                </c:pt>
                <c:pt idx="42">
                  <c:v>4.1015625E-2</c:v>
                </c:pt>
                <c:pt idx="43">
                  <c:v>4.19921875E-2</c:v>
                </c:pt>
                <c:pt idx="44">
                  <c:v>4.296875E-2</c:v>
                </c:pt>
                <c:pt idx="45">
                  <c:v>4.39453125E-2</c:v>
                </c:pt>
                <c:pt idx="46">
                  <c:v>4.4921875E-2</c:v>
                </c:pt>
                <c:pt idx="47">
                  <c:v>4.58984375E-2</c:v>
                </c:pt>
                <c:pt idx="48">
                  <c:v>4.6875E-2</c:v>
                </c:pt>
                <c:pt idx="49">
                  <c:v>4.78515625E-2</c:v>
                </c:pt>
                <c:pt idx="50">
                  <c:v>4.8828125E-2</c:v>
                </c:pt>
                <c:pt idx="51">
                  <c:v>4.98046875E-2</c:v>
                </c:pt>
                <c:pt idx="52">
                  <c:v>5.078125E-2</c:v>
                </c:pt>
                <c:pt idx="53">
                  <c:v>5.17578125E-2</c:v>
                </c:pt>
                <c:pt idx="54">
                  <c:v>5.2734375E-2</c:v>
                </c:pt>
                <c:pt idx="55">
                  <c:v>5.37109375E-2</c:v>
                </c:pt>
                <c:pt idx="56">
                  <c:v>5.46875E-2</c:v>
                </c:pt>
                <c:pt idx="57">
                  <c:v>5.56640625E-2</c:v>
                </c:pt>
                <c:pt idx="58">
                  <c:v>5.6640625E-2</c:v>
                </c:pt>
                <c:pt idx="59">
                  <c:v>5.76171875E-2</c:v>
                </c:pt>
                <c:pt idx="60">
                  <c:v>5.859375E-2</c:v>
                </c:pt>
                <c:pt idx="61">
                  <c:v>5.95703125E-2</c:v>
                </c:pt>
                <c:pt idx="62">
                  <c:v>6.0546875E-2</c:v>
                </c:pt>
                <c:pt idx="63">
                  <c:v>6.15234375E-2</c:v>
                </c:pt>
                <c:pt idx="64">
                  <c:v>6.25E-2</c:v>
                </c:pt>
                <c:pt idx="65">
                  <c:v>6.34765625E-2</c:v>
                </c:pt>
                <c:pt idx="66">
                  <c:v>6.4453125E-2</c:v>
                </c:pt>
                <c:pt idx="67">
                  <c:v>6.54296875E-2</c:v>
                </c:pt>
                <c:pt idx="68">
                  <c:v>6.640625E-2</c:v>
                </c:pt>
                <c:pt idx="69">
                  <c:v>6.73828125E-2</c:v>
                </c:pt>
                <c:pt idx="70">
                  <c:v>6.8359375E-2</c:v>
                </c:pt>
                <c:pt idx="71">
                  <c:v>6.93359375E-2</c:v>
                </c:pt>
                <c:pt idx="72">
                  <c:v>7.03125E-2</c:v>
                </c:pt>
                <c:pt idx="73">
                  <c:v>7.12890625E-2</c:v>
                </c:pt>
                <c:pt idx="74">
                  <c:v>7.2265625E-2</c:v>
                </c:pt>
                <c:pt idx="75">
                  <c:v>7.32421875E-2</c:v>
                </c:pt>
                <c:pt idx="76">
                  <c:v>7.421875E-2</c:v>
                </c:pt>
                <c:pt idx="77">
                  <c:v>7.51953125E-2</c:v>
                </c:pt>
                <c:pt idx="78">
                  <c:v>7.6171875E-2</c:v>
                </c:pt>
                <c:pt idx="79">
                  <c:v>7.71484375E-2</c:v>
                </c:pt>
                <c:pt idx="80">
                  <c:v>7.8125E-2</c:v>
                </c:pt>
                <c:pt idx="81">
                  <c:v>7.91015625E-2</c:v>
                </c:pt>
                <c:pt idx="82">
                  <c:v>8.0078125E-2</c:v>
                </c:pt>
                <c:pt idx="83">
                  <c:v>8.10546875E-2</c:v>
                </c:pt>
                <c:pt idx="84">
                  <c:v>8.203125E-2</c:v>
                </c:pt>
                <c:pt idx="85">
                  <c:v>8.30078125E-2</c:v>
                </c:pt>
                <c:pt idx="86">
                  <c:v>8.3984375E-2</c:v>
                </c:pt>
                <c:pt idx="87">
                  <c:v>8.49609375E-2</c:v>
                </c:pt>
                <c:pt idx="88">
                  <c:v>8.59375E-2</c:v>
                </c:pt>
                <c:pt idx="89">
                  <c:v>8.69140625E-2</c:v>
                </c:pt>
                <c:pt idx="90">
                  <c:v>8.7890625E-2</c:v>
                </c:pt>
                <c:pt idx="91">
                  <c:v>8.88671875E-2</c:v>
                </c:pt>
                <c:pt idx="92">
                  <c:v>8.984375E-2</c:v>
                </c:pt>
                <c:pt idx="93">
                  <c:v>9.08203125E-2</c:v>
                </c:pt>
                <c:pt idx="94">
                  <c:v>9.1796875E-2</c:v>
                </c:pt>
                <c:pt idx="95">
                  <c:v>9.27734375E-2</c:v>
                </c:pt>
                <c:pt idx="96">
                  <c:v>9.375E-2</c:v>
                </c:pt>
                <c:pt idx="97">
                  <c:v>9.47265625E-2</c:v>
                </c:pt>
                <c:pt idx="98">
                  <c:v>9.5703125E-2</c:v>
                </c:pt>
                <c:pt idx="99">
                  <c:v>9.66796875E-2</c:v>
                </c:pt>
                <c:pt idx="100">
                  <c:v>9.765625E-2</c:v>
                </c:pt>
                <c:pt idx="101">
                  <c:v>9.86328125E-2</c:v>
                </c:pt>
                <c:pt idx="102">
                  <c:v>9.9609375E-2</c:v>
                </c:pt>
                <c:pt idx="103">
                  <c:v>0.1005859375</c:v>
                </c:pt>
                <c:pt idx="104">
                  <c:v>0.1015625</c:v>
                </c:pt>
                <c:pt idx="105">
                  <c:v>0.1025390625</c:v>
                </c:pt>
                <c:pt idx="106">
                  <c:v>0.103515625</c:v>
                </c:pt>
                <c:pt idx="107">
                  <c:v>0.1044921875</c:v>
                </c:pt>
                <c:pt idx="108">
                  <c:v>0.10546875</c:v>
                </c:pt>
                <c:pt idx="109">
                  <c:v>0.1064453125</c:v>
                </c:pt>
                <c:pt idx="110">
                  <c:v>0.107421875</c:v>
                </c:pt>
                <c:pt idx="111">
                  <c:v>0.1083984375</c:v>
                </c:pt>
                <c:pt idx="112">
                  <c:v>0.109375</c:v>
                </c:pt>
                <c:pt idx="113">
                  <c:v>0.1103515625</c:v>
                </c:pt>
                <c:pt idx="114">
                  <c:v>0.111328125</c:v>
                </c:pt>
                <c:pt idx="115">
                  <c:v>0.1123046875</c:v>
                </c:pt>
                <c:pt idx="116">
                  <c:v>0.11328125</c:v>
                </c:pt>
                <c:pt idx="117">
                  <c:v>0.1142578125</c:v>
                </c:pt>
                <c:pt idx="118">
                  <c:v>0.115234375</c:v>
                </c:pt>
                <c:pt idx="119">
                  <c:v>0.1162109375</c:v>
                </c:pt>
                <c:pt idx="120">
                  <c:v>0.1171875</c:v>
                </c:pt>
                <c:pt idx="121">
                  <c:v>0.1181640625</c:v>
                </c:pt>
                <c:pt idx="122">
                  <c:v>0.119140625</c:v>
                </c:pt>
                <c:pt idx="123">
                  <c:v>0.1201171875</c:v>
                </c:pt>
                <c:pt idx="124">
                  <c:v>0.12109375</c:v>
                </c:pt>
                <c:pt idx="125">
                  <c:v>0.1220703125</c:v>
                </c:pt>
                <c:pt idx="126">
                  <c:v>0.123046875</c:v>
                </c:pt>
                <c:pt idx="127">
                  <c:v>0.1240234375</c:v>
                </c:pt>
                <c:pt idx="128">
                  <c:v>0.125</c:v>
                </c:pt>
                <c:pt idx="129">
                  <c:v>0.1259765625</c:v>
                </c:pt>
                <c:pt idx="130">
                  <c:v>0.126953125</c:v>
                </c:pt>
                <c:pt idx="131">
                  <c:v>0.1279296875</c:v>
                </c:pt>
                <c:pt idx="132">
                  <c:v>0.12890625</c:v>
                </c:pt>
                <c:pt idx="133">
                  <c:v>0.1298828125</c:v>
                </c:pt>
                <c:pt idx="134">
                  <c:v>0.130859375</c:v>
                </c:pt>
                <c:pt idx="135">
                  <c:v>0.1318359375</c:v>
                </c:pt>
                <c:pt idx="136">
                  <c:v>0.1328125</c:v>
                </c:pt>
                <c:pt idx="137">
                  <c:v>0.1337890625</c:v>
                </c:pt>
                <c:pt idx="138">
                  <c:v>0.134765625</c:v>
                </c:pt>
                <c:pt idx="139">
                  <c:v>0.1357421875</c:v>
                </c:pt>
                <c:pt idx="140">
                  <c:v>0.13671875</c:v>
                </c:pt>
                <c:pt idx="141">
                  <c:v>0.1376953125</c:v>
                </c:pt>
                <c:pt idx="142">
                  <c:v>0.138671875</c:v>
                </c:pt>
                <c:pt idx="143">
                  <c:v>0.1396484375</c:v>
                </c:pt>
                <c:pt idx="144">
                  <c:v>0.140625</c:v>
                </c:pt>
                <c:pt idx="145">
                  <c:v>0.1416015625</c:v>
                </c:pt>
                <c:pt idx="146">
                  <c:v>0.142578125</c:v>
                </c:pt>
                <c:pt idx="147">
                  <c:v>0.1435546875</c:v>
                </c:pt>
                <c:pt idx="148">
                  <c:v>0.14453125</c:v>
                </c:pt>
                <c:pt idx="149">
                  <c:v>0.1455078125</c:v>
                </c:pt>
                <c:pt idx="150">
                  <c:v>0.146484375</c:v>
                </c:pt>
                <c:pt idx="151">
                  <c:v>0.1474609375</c:v>
                </c:pt>
                <c:pt idx="152">
                  <c:v>0.1484375</c:v>
                </c:pt>
                <c:pt idx="153">
                  <c:v>0.1494140625</c:v>
                </c:pt>
                <c:pt idx="154">
                  <c:v>0.150390625</c:v>
                </c:pt>
                <c:pt idx="155">
                  <c:v>0.1513671875</c:v>
                </c:pt>
                <c:pt idx="156">
                  <c:v>0.15234375</c:v>
                </c:pt>
                <c:pt idx="157">
                  <c:v>0.1533203125</c:v>
                </c:pt>
                <c:pt idx="158">
                  <c:v>0.154296875</c:v>
                </c:pt>
                <c:pt idx="159">
                  <c:v>0.1552734375</c:v>
                </c:pt>
                <c:pt idx="160">
                  <c:v>0.15625</c:v>
                </c:pt>
                <c:pt idx="161">
                  <c:v>0.1572265625</c:v>
                </c:pt>
                <c:pt idx="162">
                  <c:v>0.158203125</c:v>
                </c:pt>
                <c:pt idx="163">
                  <c:v>0.1591796875</c:v>
                </c:pt>
                <c:pt idx="164">
                  <c:v>0.16015625</c:v>
                </c:pt>
                <c:pt idx="165">
                  <c:v>0.1611328125</c:v>
                </c:pt>
                <c:pt idx="166">
                  <c:v>0.162109375</c:v>
                </c:pt>
                <c:pt idx="167">
                  <c:v>0.1630859375</c:v>
                </c:pt>
                <c:pt idx="168">
                  <c:v>0.1640625</c:v>
                </c:pt>
                <c:pt idx="169">
                  <c:v>0.1650390625</c:v>
                </c:pt>
                <c:pt idx="170">
                  <c:v>0.166015625</c:v>
                </c:pt>
                <c:pt idx="171">
                  <c:v>0.1669921875</c:v>
                </c:pt>
                <c:pt idx="172">
                  <c:v>0.16796875</c:v>
                </c:pt>
                <c:pt idx="173">
                  <c:v>0.1689453125</c:v>
                </c:pt>
                <c:pt idx="174">
                  <c:v>0.169921875</c:v>
                </c:pt>
                <c:pt idx="175">
                  <c:v>0.1708984375</c:v>
                </c:pt>
                <c:pt idx="176">
                  <c:v>0.171875</c:v>
                </c:pt>
                <c:pt idx="177">
                  <c:v>0.1728515625</c:v>
                </c:pt>
                <c:pt idx="178">
                  <c:v>0.173828125</c:v>
                </c:pt>
                <c:pt idx="179">
                  <c:v>0.1748046875</c:v>
                </c:pt>
                <c:pt idx="180">
                  <c:v>0.17578125</c:v>
                </c:pt>
                <c:pt idx="181">
                  <c:v>0.1767578125</c:v>
                </c:pt>
                <c:pt idx="182">
                  <c:v>0.177734375</c:v>
                </c:pt>
                <c:pt idx="183">
                  <c:v>0.1787109375</c:v>
                </c:pt>
                <c:pt idx="184">
                  <c:v>0.1796875</c:v>
                </c:pt>
                <c:pt idx="185">
                  <c:v>0.1806640625</c:v>
                </c:pt>
                <c:pt idx="186">
                  <c:v>0.181640625</c:v>
                </c:pt>
                <c:pt idx="187">
                  <c:v>0.1826171875</c:v>
                </c:pt>
                <c:pt idx="188">
                  <c:v>0.18359375</c:v>
                </c:pt>
                <c:pt idx="189">
                  <c:v>0.1845703125</c:v>
                </c:pt>
                <c:pt idx="190">
                  <c:v>0.185546875</c:v>
                </c:pt>
                <c:pt idx="191">
                  <c:v>0.1865234375</c:v>
                </c:pt>
                <c:pt idx="192">
                  <c:v>0.1875</c:v>
                </c:pt>
                <c:pt idx="193">
                  <c:v>0.1884765625</c:v>
                </c:pt>
                <c:pt idx="194">
                  <c:v>0.189453125</c:v>
                </c:pt>
                <c:pt idx="195">
                  <c:v>0.1904296875</c:v>
                </c:pt>
                <c:pt idx="196">
                  <c:v>0.19140625</c:v>
                </c:pt>
                <c:pt idx="197">
                  <c:v>0.1923828125</c:v>
                </c:pt>
                <c:pt idx="198">
                  <c:v>0.193359375</c:v>
                </c:pt>
                <c:pt idx="199">
                  <c:v>0.1943359375</c:v>
                </c:pt>
                <c:pt idx="200">
                  <c:v>0.1953125</c:v>
                </c:pt>
                <c:pt idx="201">
                  <c:v>0.1962890625</c:v>
                </c:pt>
                <c:pt idx="202">
                  <c:v>0.197265625</c:v>
                </c:pt>
                <c:pt idx="203">
                  <c:v>0.1982421875</c:v>
                </c:pt>
                <c:pt idx="204">
                  <c:v>0.19921875</c:v>
                </c:pt>
                <c:pt idx="205">
                  <c:v>0.2001953125</c:v>
                </c:pt>
                <c:pt idx="206">
                  <c:v>0.201171875</c:v>
                </c:pt>
                <c:pt idx="207">
                  <c:v>0.2021484375</c:v>
                </c:pt>
                <c:pt idx="208">
                  <c:v>0.203125</c:v>
                </c:pt>
                <c:pt idx="209">
                  <c:v>0.2041015625</c:v>
                </c:pt>
                <c:pt idx="210">
                  <c:v>0.205078125</c:v>
                </c:pt>
                <c:pt idx="211">
                  <c:v>0.2060546875</c:v>
                </c:pt>
                <c:pt idx="212">
                  <c:v>0.20703125</c:v>
                </c:pt>
                <c:pt idx="213">
                  <c:v>0.2080078125</c:v>
                </c:pt>
                <c:pt idx="214">
                  <c:v>0.208984375</c:v>
                </c:pt>
                <c:pt idx="215">
                  <c:v>0.2099609375</c:v>
                </c:pt>
                <c:pt idx="216">
                  <c:v>0.2109375</c:v>
                </c:pt>
                <c:pt idx="217">
                  <c:v>0.2119140625</c:v>
                </c:pt>
                <c:pt idx="218">
                  <c:v>0.212890625</c:v>
                </c:pt>
                <c:pt idx="219">
                  <c:v>0.2138671875</c:v>
                </c:pt>
                <c:pt idx="220">
                  <c:v>0.21484375</c:v>
                </c:pt>
                <c:pt idx="221">
                  <c:v>0.2158203125</c:v>
                </c:pt>
                <c:pt idx="222">
                  <c:v>0.216796875</c:v>
                </c:pt>
                <c:pt idx="223">
                  <c:v>0.2177734375</c:v>
                </c:pt>
                <c:pt idx="224">
                  <c:v>0.21875</c:v>
                </c:pt>
                <c:pt idx="225">
                  <c:v>0.2197265625</c:v>
                </c:pt>
                <c:pt idx="226">
                  <c:v>0.220703125</c:v>
                </c:pt>
                <c:pt idx="227">
                  <c:v>0.2216796875</c:v>
                </c:pt>
                <c:pt idx="228">
                  <c:v>0.22265625</c:v>
                </c:pt>
                <c:pt idx="229">
                  <c:v>0.2236328125</c:v>
                </c:pt>
                <c:pt idx="230">
                  <c:v>0.224609375</c:v>
                </c:pt>
                <c:pt idx="231">
                  <c:v>0.2255859375</c:v>
                </c:pt>
                <c:pt idx="232">
                  <c:v>0.2265625</c:v>
                </c:pt>
                <c:pt idx="233">
                  <c:v>0.2275390625</c:v>
                </c:pt>
                <c:pt idx="234">
                  <c:v>0.228515625</c:v>
                </c:pt>
                <c:pt idx="235">
                  <c:v>0.2294921875</c:v>
                </c:pt>
                <c:pt idx="236">
                  <c:v>0.23046875</c:v>
                </c:pt>
                <c:pt idx="237">
                  <c:v>0.2314453125</c:v>
                </c:pt>
                <c:pt idx="238">
                  <c:v>0.232421875</c:v>
                </c:pt>
                <c:pt idx="239">
                  <c:v>0.2333984375</c:v>
                </c:pt>
                <c:pt idx="240">
                  <c:v>0.234375</c:v>
                </c:pt>
                <c:pt idx="241">
                  <c:v>0.2353515625</c:v>
                </c:pt>
                <c:pt idx="242">
                  <c:v>0.236328125</c:v>
                </c:pt>
                <c:pt idx="243">
                  <c:v>0.2373046875</c:v>
                </c:pt>
                <c:pt idx="244">
                  <c:v>0.23828125</c:v>
                </c:pt>
                <c:pt idx="245">
                  <c:v>0.2392578125</c:v>
                </c:pt>
                <c:pt idx="246">
                  <c:v>0.240234375</c:v>
                </c:pt>
                <c:pt idx="247">
                  <c:v>0.2412109375</c:v>
                </c:pt>
                <c:pt idx="248">
                  <c:v>0.2421875</c:v>
                </c:pt>
                <c:pt idx="249">
                  <c:v>0.2431640625</c:v>
                </c:pt>
                <c:pt idx="250">
                  <c:v>0.244140625</c:v>
                </c:pt>
                <c:pt idx="251">
                  <c:v>0.2451171875</c:v>
                </c:pt>
                <c:pt idx="252">
                  <c:v>0.24609375</c:v>
                </c:pt>
                <c:pt idx="253">
                  <c:v>0.2470703125</c:v>
                </c:pt>
                <c:pt idx="254">
                  <c:v>0.248046875</c:v>
                </c:pt>
                <c:pt idx="255">
                  <c:v>0.2490234375</c:v>
                </c:pt>
                <c:pt idx="256">
                  <c:v>0.25</c:v>
                </c:pt>
                <c:pt idx="257">
                  <c:v>0.2509765625</c:v>
                </c:pt>
                <c:pt idx="258">
                  <c:v>0.251953125</c:v>
                </c:pt>
                <c:pt idx="259">
                  <c:v>0.2529296875</c:v>
                </c:pt>
                <c:pt idx="260">
                  <c:v>0.25390625</c:v>
                </c:pt>
                <c:pt idx="261">
                  <c:v>0.2548828125</c:v>
                </c:pt>
                <c:pt idx="262">
                  <c:v>0.255859375</c:v>
                </c:pt>
                <c:pt idx="263">
                  <c:v>0.2568359375</c:v>
                </c:pt>
                <c:pt idx="264">
                  <c:v>0.2578125</c:v>
                </c:pt>
                <c:pt idx="265">
                  <c:v>0.2587890625</c:v>
                </c:pt>
                <c:pt idx="266">
                  <c:v>0.259765625</c:v>
                </c:pt>
                <c:pt idx="267">
                  <c:v>0.2607421875</c:v>
                </c:pt>
                <c:pt idx="268">
                  <c:v>0.26171875</c:v>
                </c:pt>
                <c:pt idx="269">
                  <c:v>0.2626953125</c:v>
                </c:pt>
                <c:pt idx="270">
                  <c:v>0.263671875</c:v>
                </c:pt>
                <c:pt idx="271">
                  <c:v>0.2646484375</c:v>
                </c:pt>
                <c:pt idx="272">
                  <c:v>0.265625</c:v>
                </c:pt>
                <c:pt idx="273">
                  <c:v>0.2666015625</c:v>
                </c:pt>
                <c:pt idx="274">
                  <c:v>0.267578125</c:v>
                </c:pt>
                <c:pt idx="275">
                  <c:v>0.2685546875</c:v>
                </c:pt>
                <c:pt idx="276">
                  <c:v>0.26953125</c:v>
                </c:pt>
                <c:pt idx="277">
                  <c:v>0.2705078125</c:v>
                </c:pt>
                <c:pt idx="278">
                  <c:v>0.271484375</c:v>
                </c:pt>
                <c:pt idx="279">
                  <c:v>0.2724609375</c:v>
                </c:pt>
                <c:pt idx="280">
                  <c:v>0.2734375</c:v>
                </c:pt>
                <c:pt idx="281">
                  <c:v>0.2744140625</c:v>
                </c:pt>
                <c:pt idx="282">
                  <c:v>0.275390625</c:v>
                </c:pt>
                <c:pt idx="283">
                  <c:v>0.2763671875</c:v>
                </c:pt>
                <c:pt idx="284">
                  <c:v>0.27734375</c:v>
                </c:pt>
                <c:pt idx="285">
                  <c:v>0.2783203125</c:v>
                </c:pt>
                <c:pt idx="286">
                  <c:v>0.279296875</c:v>
                </c:pt>
                <c:pt idx="287">
                  <c:v>0.2802734375</c:v>
                </c:pt>
                <c:pt idx="288">
                  <c:v>0.28125</c:v>
                </c:pt>
                <c:pt idx="289">
                  <c:v>0.2822265625</c:v>
                </c:pt>
                <c:pt idx="290">
                  <c:v>0.283203125</c:v>
                </c:pt>
                <c:pt idx="291">
                  <c:v>0.2841796875</c:v>
                </c:pt>
                <c:pt idx="292">
                  <c:v>0.28515625</c:v>
                </c:pt>
                <c:pt idx="293">
                  <c:v>0.2861328125</c:v>
                </c:pt>
                <c:pt idx="294">
                  <c:v>0.287109375</c:v>
                </c:pt>
                <c:pt idx="295">
                  <c:v>0.2880859375</c:v>
                </c:pt>
                <c:pt idx="296">
                  <c:v>0.2890625</c:v>
                </c:pt>
                <c:pt idx="297">
                  <c:v>0.2900390625</c:v>
                </c:pt>
                <c:pt idx="298">
                  <c:v>0.291015625</c:v>
                </c:pt>
                <c:pt idx="299">
                  <c:v>0.2919921875</c:v>
                </c:pt>
                <c:pt idx="300">
                  <c:v>0.29296875</c:v>
                </c:pt>
                <c:pt idx="301">
                  <c:v>0.2939453125</c:v>
                </c:pt>
                <c:pt idx="302">
                  <c:v>0.294921875</c:v>
                </c:pt>
                <c:pt idx="303">
                  <c:v>0.2958984375</c:v>
                </c:pt>
                <c:pt idx="304">
                  <c:v>0.296875</c:v>
                </c:pt>
                <c:pt idx="305">
                  <c:v>0.2978515625</c:v>
                </c:pt>
                <c:pt idx="306">
                  <c:v>0.298828125</c:v>
                </c:pt>
                <c:pt idx="307">
                  <c:v>0.2998046875</c:v>
                </c:pt>
                <c:pt idx="308">
                  <c:v>0.30078125</c:v>
                </c:pt>
                <c:pt idx="309">
                  <c:v>0.3017578125</c:v>
                </c:pt>
                <c:pt idx="310">
                  <c:v>0.302734375</c:v>
                </c:pt>
                <c:pt idx="311">
                  <c:v>0.3037109375</c:v>
                </c:pt>
                <c:pt idx="312">
                  <c:v>0.3046875</c:v>
                </c:pt>
                <c:pt idx="313">
                  <c:v>0.3056640625</c:v>
                </c:pt>
                <c:pt idx="314">
                  <c:v>0.306640625</c:v>
                </c:pt>
                <c:pt idx="315">
                  <c:v>0.3076171875</c:v>
                </c:pt>
                <c:pt idx="316">
                  <c:v>0.30859375</c:v>
                </c:pt>
                <c:pt idx="317">
                  <c:v>0.3095703125</c:v>
                </c:pt>
                <c:pt idx="318">
                  <c:v>0.310546875</c:v>
                </c:pt>
                <c:pt idx="319">
                  <c:v>0.3115234375</c:v>
                </c:pt>
                <c:pt idx="320">
                  <c:v>0.3125</c:v>
                </c:pt>
                <c:pt idx="321">
                  <c:v>0.3134765625</c:v>
                </c:pt>
                <c:pt idx="322">
                  <c:v>0.314453125</c:v>
                </c:pt>
                <c:pt idx="323">
                  <c:v>0.3154296875</c:v>
                </c:pt>
                <c:pt idx="324">
                  <c:v>0.31640625</c:v>
                </c:pt>
                <c:pt idx="325">
                  <c:v>0.3173828125</c:v>
                </c:pt>
                <c:pt idx="326">
                  <c:v>0.318359375</c:v>
                </c:pt>
                <c:pt idx="327">
                  <c:v>0.3193359375</c:v>
                </c:pt>
                <c:pt idx="328">
                  <c:v>0.3203125</c:v>
                </c:pt>
                <c:pt idx="329">
                  <c:v>0.3212890625</c:v>
                </c:pt>
                <c:pt idx="330">
                  <c:v>0.322265625</c:v>
                </c:pt>
                <c:pt idx="331">
                  <c:v>0.3232421875</c:v>
                </c:pt>
                <c:pt idx="332">
                  <c:v>0.32421875</c:v>
                </c:pt>
                <c:pt idx="333">
                  <c:v>0.3251953125</c:v>
                </c:pt>
                <c:pt idx="334">
                  <c:v>0.326171875</c:v>
                </c:pt>
                <c:pt idx="335">
                  <c:v>0.3271484375</c:v>
                </c:pt>
                <c:pt idx="336">
                  <c:v>0.328125</c:v>
                </c:pt>
                <c:pt idx="337">
                  <c:v>0.3291015625</c:v>
                </c:pt>
                <c:pt idx="338">
                  <c:v>0.330078125</c:v>
                </c:pt>
                <c:pt idx="339">
                  <c:v>0.3310546875</c:v>
                </c:pt>
                <c:pt idx="340">
                  <c:v>0.33203125</c:v>
                </c:pt>
                <c:pt idx="341">
                  <c:v>0.3330078125</c:v>
                </c:pt>
                <c:pt idx="342">
                  <c:v>0.333984375</c:v>
                </c:pt>
                <c:pt idx="343">
                  <c:v>0.3349609375</c:v>
                </c:pt>
                <c:pt idx="344">
                  <c:v>0.3359375</c:v>
                </c:pt>
                <c:pt idx="345">
                  <c:v>0.3369140625</c:v>
                </c:pt>
                <c:pt idx="346">
                  <c:v>0.337890625</c:v>
                </c:pt>
                <c:pt idx="347">
                  <c:v>0.3388671875</c:v>
                </c:pt>
                <c:pt idx="348">
                  <c:v>0.33984375</c:v>
                </c:pt>
                <c:pt idx="349">
                  <c:v>0.3408203125</c:v>
                </c:pt>
                <c:pt idx="350">
                  <c:v>0.341796875</c:v>
                </c:pt>
                <c:pt idx="351">
                  <c:v>0.3427734375</c:v>
                </c:pt>
                <c:pt idx="352">
                  <c:v>0.34375</c:v>
                </c:pt>
                <c:pt idx="353">
                  <c:v>0.3447265625</c:v>
                </c:pt>
                <c:pt idx="354">
                  <c:v>0.345703125</c:v>
                </c:pt>
                <c:pt idx="355">
                  <c:v>0.3466796875</c:v>
                </c:pt>
                <c:pt idx="356">
                  <c:v>0.34765625</c:v>
                </c:pt>
                <c:pt idx="357">
                  <c:v>0.3486328125</c:v>
                </c:pt>
                <c:pt idx="358">
                  <c:v>0.349609375</c:v>
                </c:pt>
                <c:pt idx="359">
                  <c:v>0.3505859375</c:v>
                </c:pt>
                <c:pt idx="360">
                  <c:v>0.3515625</c:v>
                </c:pt>
                <c:pt idx="361">
                  <c:v>0.3525390625</c:v>
                </c:pt>
                <c:pt idx="362">
                  <c:v>0.353515625</c:v>
                </c:pt>
                <c:pt idx="363">
                  <c:v>0.3544921875</c:v>
                </c:pt>
                <c:pt idx="364">
                  <c:v>0.35546875</c:v>
                </c:pt>
                <c:pt idx="365">
                  <c:v>0.3564453125</c:v>
                </c:pt>
                <c:pt idx="366">
                  <c:v>0.357421875</c:v>
                </c:pt>
                <c:pt idx="367">
                  <c:v>0.3583984375</c:v>
                </c:pt>
                <c:pt idx="368">
                  <c:v>0.359375</c:v>
                </c:pt>
                <c:pt idx="369">
                  <c:v>0.3603515625</c:v>
                </c:pt>
                <c:pt idx="370">
                  <c:v>0.361328125</c:v>
                </c:pt>
                <c:pt idx="371">
                  <c:v>0.3623046875</c:v>
                </c:pt>
                <c:pt idx="372">
                  <c:v>0.36328125</c:v>
                </c:pt>
                <c:pt idx="373">
                  <c:v>0.3642578125</c:v>
                </c:pt>
                <c:pt idx="374">
                  <c:v>0.365234375</c:v>
                </c:pt>
                <c:pt idx="375">
                  <c:v>0.3662109375</c:v>
                </c:pt>
                <c:pt idx="376">
                  <c:v>0.3671875</c:v>
                </c:pt>
                <c:pt idx="377">
                  <c:v>0.3681640625</c:v>
                </c:pt>
                <c:pt idx="378">
                  <c:v>0.369140625</c:v>
                </c:pt>
                <c:pt idx="379">
                  <c:v>0.3701171875</c:v>
                </c:pt>
                <c:pt idx="380">
                  <c:v>0.37109375</c:v>
                </c:pt>
                <c:pt idx="381">
                  <c:v>0.3720703125</c:v>
                </c:pt>
                <c:pt idx="382">
                  <c:v>0.373046875</c:v>
                </c:pt>
                <c:pt idx="383">
                  <c:v>0.3740234375</c:v>
                </c:pt>
                <c:pt idx="384">
                  <c:v>0.375</c:v>
                </c:pt>
                <c:pt idx="385">
                  <c:v>0.3759765625</c:v>
                </c:pt>
                <c:pt idx="386">
                  <c:v>0.376953125</c:v>
                </c:pt>
                <c:pt idx="387">
                  <c:v>0.3779296875</c:v>
                </c:pt>
                <c:pt idx="388">
                  <c:v>0.37890625</c:v>
                </c:pt>
                <c:pt idx="389">
                  <c:v>0.3798828125</c:v>
                </c:pt>
                <c:pt idx="390">
                  <c:v>0.380859375</c:v>
                </c:pt>
                <c:pt idx="391">
                  <c:v>0.3818359375</c:v>
                </c:pt>
                <c:pt idx="392">
                  <c:v>0.3828125</c:v>
                </c:pt>
                <c:pt idx="393">
                  <c:v>0.3837890625</c:v>
                </c:pt>
                <c:pt idx="394">
                  <c:v>0.384765625</c:v>
                </c:pt>
                <c:pt idx="395">
                  <c:v>0.3857421875</c:v>
                </c:pt>
                <c:pt idx="396">
                  <c:v>0.38671875</c:v>
                </c:pt>
                <c:pt idx="397">
                  <c:v>0.3876953125</c:v>
                </c:pt>
                <c:pt idx="398">
                  <c:v>0.388671875</c:v>
                </c:pt>
                <c:pt idx="399">
                  <c:v>0.3896484375</c:v>
                </c:pt>
                <c:pt idx="400">
                  <c:v>0.390625</c:v>
                </c:pt>
                <c:pt idx="401">
                  <c:v>0.3916015625</c:v>
                </c:pt>
                <c:pt idx="402">
                  <c:v>0.392578125</c:v>
                </c:pt>
                <c:pt idx="403">
                  <c:v>0.3935546875</c:v>
                </c:pt>
                <c:pt idx="404">
                  <c:v>0.39453125</c:v>
                </c:pt>
                <c:pt idx="405">
                  <c:v>0.3955078125</c:v>
                </c:pt>
                <c:pt idx="406">
                  <c:v>0.396484375</c:v>
                </c:pt>
                <c:pt idx="407">
                  <c:v>0.3974609375</c:v>
                </c:pt>
                <c:pt idx="408">
                  <c:v>0.3984375</c:v>
                </c:pt>
                <c:pt idx="409">
                  <c:v>0.3994140625</c:v>
                </c:pt>
                <c:pt idx="410">
                  <c:v>0.400390625</c:v>
                </c:pt>
                <c:pt idx="411">
                  <c:v>0.4013671875</c:v>
                </c:pt>
                <c:pt idx="412">
                  <c:v>0.40234375</c:v>
                </c:pt>
                <c:pt idx="413">
                  <c:v>0.4033203125</c:v>
                </c:pt>
                <c:pt idx="414">
                  <c:v>0.404296875</c:v>
                </c:pt>
                <c:pt idx="415">
                  <c:v>0.4052734375</c:v>
                </c:pt>
                <c:pt idx="416">
                  <c:v>0.40625</c:v>
                </c:pt>
                <c:pt idx="417">
                  <c:v>0.4072265625</c:v>
                </c:pt>
                <c:pt idx="418">
                  <c:v>0.408203125</c:v>
                </c:pt>
                <c:pt idx="419">
                  <c:v>0.4091796875</c:v>
                </c:pt>
                <c:pt idx="420">
                  <c:v>0.41015625</c:v>
                </c:pt>
                <c:pt idx="421">
                  <c:v>0.4111328125</c:v>
                </c:pt>
                <c:pt idx="422">
                  <c:v>0.412109375</c:v>
                </c:pt>
                <c:pt idx="423">
                  <c:v>0.4130859375</c:v>
                </c:pt>
                <c:pt idx="424">
                  <c:v>0.4140625</c:v>
                </c:pt>
                <c:pt idx="425">
                  <c:v>0.4150390625</c:v>
                </c:pt>
                <c:pt idx="426">
                  <c:v>0.416015625</c:v>
                </c:pt>
                <c:pt idx="427">
                  <c:v>0.4169921875</c:v>
                </c:pt>
                <c:pt idx="428">
                  <c:v>0.41796875</c:v>
                </c:pt>
                <c:pt idx="429">
                  <c:v>0.4189453125</c:v>
                </c:pt>
                <c:pt idx="430">
                  <c:v>0.419921875</c:v>
                </c:pt>
                <c:pt idx="431">
                  <c:v>0.4208984375</c:v>
                </c:pt>
                <c:pt idx="432">
                  <c:v>0.421875</c:v>
                </c:pt>
                <c:pt idx="433">
                  <c:v>0.4228515625</c:v>
                </c:pt>
                <c:pt idx="434">
                  <c:v>0.423828125</c:v>
                </c:pt>
                <c:pt idx="435">
                  <c:v>0.4248046875</c:v>
                </c:pt>
                <c:pt idx="436">
                  <c:v>0.42578125</c:v>
                </c:pt>
                <c:pt idx="437">
                  <c:v>0.4267578125</c:v>
                </c:pt>
                <c:pt idx="438">
                  <c:v>0.427734375</c:v>
                </c:pt>
                <c:pt idx="439">
                  <c:v>0.4287109375</c:v>
                </c:pt>
                <c:pt idx="440">
                  <c:v>0.4296875</c:v>
                </c:pt>
                <c:pt idx="441">
                  <c:v>0.4306640625</c:v>
                </c:pt>
                <c:pt idx="442">
                  <c:v>0.431640625</c:v>
                </c:pt>
                <c:pt idx="443">
                  <c:v>0.4326171875</c:v>
                </c:pt>
                <c:pt idx="444">
                  <c:v>0.43359375</c:v>
                </c:pt>
                <c:pt idx="445">
                  <c:v>0.4345703125</c:v>
                </c:pt>
                <c:pt idx="446">
                  <c:v>0.435546875</c:v>
                </c:pt>
                <c:pt idx="447">
                  <c:v>0.4365234375</c:v>
                </c:pt>
                <c:pt idx="448">
                  <c:v>0.4375</c:v>
                </c:pt>
                <c:pt idx="449">
                  <c:v>0.4384765625</c:v>
                </c:pt>
                <c:pt idx="450">
                  <c:v>0.439453125</c:v>
                </c:pt>
                <c:pt idx="451">
                  <c:v>0.4404296875</c:v>
                </c:pt>
                <c:pt idx="452">
                  <c:v>0.44140625</c:v>
                </c:pt>
                <c:pt idx="453">
                  <c:v>0.4423828125</c:v>
                </c:pt>
                <c:pt idx="454">
                  <c:v>0.443359375</c:v>
                </c:pt>
                <c:pt idx="455">
                  <c:v>0.4443359375</c:v>
                </c:pt>
                <c:pt idx="456">
                  <c:v>0.4453125</c:v>
                </c:pt>
                <c:pt idx="457">
                  <c:v>0.4462890625</c:v>
                </c:pt>
                <c:pt idx="458">
                  <c:v>0.447265625</c:v>
                </c:pt>
                <c:pt idx="459">
                  <c:v>0.4482421875</c:v>
                </c:pt>
                <c:pt idx="460">
                  <c:v>0.44921875</c:v>
                </c:pt>
                <c:pt idx="461">
                  <c:v>0.4501953125</c:v>
                </c:pt>
                <c:pt idx="462">
                  <c:v>0.451171875</c:v>
                </c:pt>
                <c:pt idx="463">
                  <c:v>0.4521484375</c:v>
                </c:pt>
                <c:pt idx="464">
                  <c:v>0.453125</c:v>
                </c:pt>
                <c:pt idx="465">
                  <c:v>0.4541015625</c:v>
                </c:pt>
                <c:pt idx="466">
                  <c:v>0.455078125</c:v>
                </c:pt>
                <c:pt idx="467">
                  <c:v>0.4560546875</c:v>
                </c:pt>
                <c:pt idx="468">
                  <c:v>0.45703125</c:v>
                </c:pt>
                <c:pt idx="469">
                  <c:v>0.4580078125</c:v>
                </c:pt>
                <c:pt idx="470">
                  <c:v>0.458984375</c:v>
                </c:pt>
                <c:pt idx="471">
                  <c:v>0.4599609375</c:v>
                </c:pt>
                <c:pt idx="472">
                  <c:v>0.4609375</c:v>
                </c:pt>
                <c:pt idx="473">
                  <c:v>0.4619140625</c:v>
                </c:pt>
                <c:pt idx="474">
                  <c:v>0.462890625</c:v>
                </c:pt>
                <c:pt idx="475">
                  <c:v>0.4638671875</c:v>
                </c:pt>
                <c:pt idx="476">
                  <c:v>0.46484375</c:v>
                </c:pt>
                <c:pt idx="477">
                  <c:v>0.4658203125</c:v>
                </c:pt>
                <c:pt idx="478">
                  <c:v>0.466796875</c:v>
                </c:pt>
                <c:pt idx="479">
                  <c:v>0.4677734375</c:v>
                </c:pt>
                <c:pt idx="480">
                  <c:v>0.46875</c:v>
                </c:pt>
                <c:pt idx="481">
                  <c:v>0.4697265625</c:v>
                </c:pt>
                <c:pt idx="482">
                  <c:v>0.470703125</c:v>
                </c:pt>
                <c:pt idx="483">
                  <c:v>0.4716796875</c:v>
                </c:pt>
                <c:pt idx="484">
                  <c:v>0.47265625</c:v>
                </c:pt>
                <c:pt idx="485">
                  <c:v>0.4736328125</c:v>
                </c:pt>
                <c:pt idx="486">
                  <c:v>0.474609375</c:v>
                </c:pt>
                <c:pt idx="487">
                  <c:v>0.4755859375</c:v>
                </c:pt>
                <c:pt idx="488">
                  <c:v>0.4765625</c:v>
                </c:pt>
                <c:pt idx="489">
                  <c:v>0.4775390625</c:v>
                </c:pt>
                <c:pt idx="490">
                  <c:v>0.478515625</c:v>
                </c:pt>
                <c:pt idx="491">
                  <c:v>0.4794921875</c:v>
                </c:pt>
                <c:pt idx="492">
                  <c:v>0.48046875</c:v>
                </c:pt>
                <c:pt idx="493">
                  <c:v>0.4814453125</c:v>
                </c:pt>
                <c:pt idx="494">
                  <c:v>0.482421875</c:v>
                </c:pt>
                <c:pt idx="495">
                  <c:v>0.4833984375</c:v>
                </c:pt>
                <c:pt idx="496">
                  <c:v>0.484375</c:v>
                </c:pt>
                <c:pt idx="497">
                  <c:v>0.4853515625</c:v>
                </c:pt>
                <c:pt idx="498">
                  <c:v>0.486328125</c:v>
                </c:pt>
                <c:pt idx="499">
                  <c:v>0.4873046875</c:v>
                </c:pt>
                <c:pt idx="500">
                  <c:v>0.48828125</c:v>
                </c:pt>
                <c:pt idx="501">
                  <c:v>0.4892578125</c:v>
                </c:pt>
                <c:pt idx="502">
                  <c:v>0.490234375</c:v>
                </c:pt>
                <c:pt idx="503">
                  <c:v>0.4912109375</c:v>
                </c:pt>
                <c:pt idx="504">
                  <c:v>0.4921875</c:v>
                </c:pt>
                <c:pt idx="505">
                  <c:v>0.4931640625</c:v>
                </c:pt>
                <c:pt idx="506">
                  <c:v>0.494140625</c:v>
                </c:pt>
                <c:pt idx="507">
                  <c:v>0.4951171875</c:v>
                </c:pt>
                <c:pt idx="508">
                  <c:v>0.49609375</c:v>
                </c:pt>
                <c:pt idx="509">
                  <c:v>0.4970703125</c:v>
                </c:pt>
                <c:pt idx="510">
                  <c:v>0.498046875</c:v>
                </c:pt>
                <c:pt idx="511">
                  <c:v>0.4990234375</c:v>
                </c:pt>
                <c:pt idx="512">
                  <c:v>0.5</c:v>
                </c:pt>
                <c:pt idx="513">
                  <c:v>0.5009765625</c:v>
                </c:pt>
                <c:pt idx="514">
                  <c:v>0.501953125</c:v>
                </c:pt>
                <c:pt idx="515">
                  <c:v>0.5029296875</c:v>
                </c:pt>
                <c:pt idx="516">
                  <c:v>0.50390625</c:v>
                </c:pt>
                <c:pt idx="517">
                  <c:v>0.5048828125</c:v>
                </c:pt>
                <c:pt idx="518">
                  <c:v>0.505859375</c:v>
                </c:pt>
                <c:pt idx="519">
                  <c:v>0.5068359375</c:v>
                </c:pt>
                <c:pt idx="520">
                  <c:v>0.5078125</c:v>
                </c:pt>
                <c:pt idx="521">
                  <c:v>0.5087890625</c:v>
                </c:pt>
                <c:pt idx="522">
                  <c:v>0.509765625</c:v>
                </c:pt>
                <c:pt idx="523">
                  <c:v>0.5107421875</c:v>
                </c:pt>
                <c:pt idx="524">
                  <c:v>0.51171875</c:v>
                </c:pt>
                <c:pt idx="525">
                  <c:v>0.5126953125</c:v>
                </c:pt>
                <c:pt idx="526">
                  <c:v>0.513671875</c:v>
                </c:pt>
                <c:pt idx="527">
                  <c:v>0.5146484375</c:v>
                </c:pt>
                <c:pt idx="528">
                  <c:v>0.515625</c:v>
                </c:pt>
                <c:pt idx="529">
                  <c:v>0.5166015625</c:v>
                </c:pt>
                <c:pt idx="530">
                  <c:v>0.517578125</c:v>
                </c:pt>
                <c:pt idx="531">
                  <c:v>0.5185546875</c:v>
                </c:pt>
                <c:pt idx="532">
                  <c:v>0.51953125</c:v>
                </c:pt>
                <c:pt idx="533">
                  <c:v>0.5205078125</c:v>
                </c:pt>
                <c:pt idx="534">
                  <c:v>0.521484375</c:v>
                </c:pt>
                <c:pt idx="535">
                  <c:v>0.5224609375</c:v>
                </c:pt>
                <c:pt idx="536">
                  <c:v>0.5234375</c:v>
                </c:pt>
                <c:pt idx="537">
                  <c:v>0.5244140625</c:v>
                </c:pt>
                <c:pt idx="538">
                  <c:v>0.525390625</c:v>
                </c:pt>
                <c:pt idx="539">
                  <c:v>0.5263671875</c:v>
                </c:pt>
                <c:pt idx="540">
                  <c:v>0.52734375</c:v>
                </c:pt>
                <c:pt idx="541">
                  <c:v>0.5283203125</c:v>
                </c:pt>
                <c:pt idx="542">
                  <c:v>0.529296875</c:v>
                </c:pt>
                <c:pt idx="543">
                  <c:v>0.5302734375</c:v>
                </c:pt>
                <c:pt idx="544">
                  <c:v>0.53125</c:v>
                </c:pt>
                <c:pt idx="545">
                  <c:v>0.5322265625</c:v>
                </c:pt>
                <c:pt idx="546">
                  <c:v>0.533203125</c:v>
                </c:pt>
                <c:pt idx="547">
                  <c:v>0.5341796875</c:v>
                </c:pt>
                <c:pt idx="548">
                  <c:v>0.53515625</c:v>
                </c:pt>
                <c:pt idx="549">
                  <c:v>0.5361328125</c:v>
                </c:pt>
                <c:pt idx="550">
                  <c:v>0.537109375</c:v>
                </c:pt>
                <c:pt idx="551">
                  <c:v>0.5380859375</c:v>
                </c:pt>
                <c:pt idx="552">
                  <c:v>0.5390625</c:v>
                </c:pt>
                <c:pt idx="553">
                  <c:v>0.5400390625</c:v>
                </c:pt>
                <c:pt idx="554">
                  <c:v>0.541015625</c:v>
                </c:pt>
                <c:pt idx="555">
                  <c:v>0.5419921875</c:v>
                </c:pt>
                <c:pt idx="556">
                  <c:v>0.54296875</c:v>
                </c:pt>
                <c:pt idx="557">
                  <c:v>0.5439453125</c:v>
                </c:pt>
                <c:pt idx="558">
                  <c:v>0.544921875</c:v>
                </c:pt>
                <c:pt idx="559">
                  <c:v>0.5458984375</c:v>
                </c:pt>
                <c:pt idx="560">
                  <c:v>0.546875</c:v>
                </c:pt>
                <c:pt idx="561">
                  <c:v>0.5478515625</c:v>
                </c:pt>
                <c:pt idx="562">
                  <c:v>0.548828125</c:v>
                </c:pt>
                <c:pt idx="563">
                  <c:v>0.5498046875</c:v>
                </c:pt>
                <c:pt idx="564">
                  <c:v>0.55078125</c:v>
                </c:pt>
                <c:pt idx="565">
                  <c:v>0.5517578125</c:v>
                </c:pt>
                <c:pt idx="566">
                  <c:v>0.552734375</c:v>
                </c:pt>
                <c:pt idx="567">
                  <c:v>0.5537109375</c:v>
                </c:pt>
                <c:pt idx="568">
                  <c:v>0.5546875</c:v>
                </c:pt>
                <c:pt idx="569">
                  <c:v>0.5556640625</c:v>
                </c:pt>
                <c:pt idx="570">
                  <c:v>0.556640625</c:v>
                </c:pt>
                <c:pt idx="571">
                  <c:v>0.5576171875</c:v>
                </c:pt>
                <c:pt idx="572">
                  <c:v>0.55859375</c:v>
                </c:pt>
                <c:pt idx="573">
                  <c:v>0.5595703125</c:v>
                </c:pt>
                <c:pt idx="574">
                  <c:v>0.560546875</c:v>
                </c:pt>
                <c:pt idx="575">
                  <c:v>0.5615234375</c:v>
                </c:pt>
                <c:pt idx="576">
                  <c:v>0.5625</c:v>
                </c:pt>
                <c:pt idx="577">
                  <c:v>0.5634765625</c:v>
                </c:pt>
                <c:pt idx="578">
                  <c:v>0.564453125</c:v>
                </c:pt>
                <c:pt idx="579">
                  <c:v>0.5654296875</c:v>
                </c:pt>
                <c:pt idx="580">
                  <c:v>0.56640625</c:v>
                </c:pt>
                <c:pt idx="581">
                  <c:v>0.5673828125</c:v>
                </c:pt>
                <c:pt idx="582">
                  <c:v>0.568359375</c:v>
                </c:pt>
                <c:pt idx="583">
                  <c:v>0.5693359375</c:v>
                </c:pt>
                <c:pt idx="584">
                  <c:v>0.5703125</c:v>
                </c:pt>
                <c:pt idx="585">
                  <c:v>0.5712890625</c:v>
                </c:pt>
                <c:pt idx="586">
                  <c:v>0.572265625</c:v>
                </c:pt>
                <c:pt idx="587">
                  <c:v>0.5732421875</c:v>
                </c:pt>
                <c:pt idx="588">
                  <c:v>0.57421875</c:v>
                </c:pt>
                <c:pt idx="589">
                  <c:v>0.5751953125</c:v>
                </c:pt>
                <c:pt idx="590">
                  <c:v>0.576171875</c:v>
                </c:pt>
                <c:pt idx="591">
                  <c:v>0.5771484375</c:v>
                </c:pt>
                <c:pt idx="592">
                  <c:v>0.578125</c:v>
                </c:pt>
                <c:pt idx="593">
                  <c:v>0.5791015625</c:v>
                </c:pt>
                <c:pt idx="594">
                  <c:v>0.580078125</c:v>
                </c:pt>
                <c:pt idx="595">
                  <c:v>0.5810546875</c:v>
                </c:pt>
                <c:pt idx="596">
                  <c:v>0.58203125</c:v>
                </c:pt>
                <c:pt idx="597">
                  <c:v>0.5830078125</c:v>
                </c:pt>
                <c:pt idx="598">
                  <c:v>0.583984375</c:v>
                </c:pt>
                <c:pt idx="599">
                  <c:v>0.5849609375</c:v>
                </c:pt>
                <c:pt idx="600">
                  <c:v>0.5859375</c:v>
                </c:pt>
                <c:pt idx="601">
                  <c:v>0.5869140625</c:v>
                </c:pt>
                <c:pt idx="602">
                  <c:v>0.587890625</c:v>
                </c:pt>
                <c:pt idx="603">
                  <c:v>0.5888671875</c:v>
                </c:pt>
                <c:pt idx="604">
                  <c:v>0.58984375</c:v>
                </c:pt>
                <c:pt idx="605">
                  <c:v>0.5908203125</c:v>
                </c:pt>
                <c:pt idx="606">
                  <c:v>0.591796875</c:v>
                </c:pt>
                <c:pt idx="607">
                  <c:v>0.5927734375</c:v>
                </c:pt>
                <c:pt idx="608">
                  <c:v>0.59375</c:v>
                </c:pt>
                <c:pt idx="609">
                  <c:v>0.5947265625</c:v>
                </c:pt>
                <c:pt idx="610">
                  <c:v>0.595703125</c:v>
                </c:pt>
                <c:pt idx="611">
                  <c:v>0.5966796875</c:v>
                </c:pt>
                <c:pt idx="612">
                  <c:v>0.59765625</c:v>
                </c:pt>
                <c:pt idx="613">
                  <c:v>0.5986328125</c:v>
                </c:pt>
                <c:pt idx="614">
                  <c:v>0.599609375</c:v>
                </c:pt>
                <c:pt idx="615">
                  <c:v>0.6005859375</c:v>
                </c:pt>
                <c:pt idx="616">
                  <c:v>0.6015625</c:v>
                </c:pt>
                <c:pt idx="617">
                  <c:v>0.6025390625</c:v>
                </c:pt>
                <c:pt idx="618">
                  <c:v>0.603515625</c:v>
                </c:pt>
                <c:pt idx="619">
                  <c:v>0.6044921875</c:v>
                </c:pt>
                <c:pt idx="620">
                  <c:v>0.60546875</c:v>
                </c:pt>
                <c:pt idx="621">
                  <c:v>0.6064453125</c:v>
                </c:pt>
                <c:pt idx="622">
                  <c:v>0.607421875</c:v>
                </c:pt>
                <c:pt idx="623">
                  <c:v>0.6083984375</c:v>
                </c:pt>
                <c:pt idx="624">
                  <c:v>0.609375</c:v>
                </c:pt>
                <c:pt idx="625">
                  <c:v>0.6103515625</c:v>
                </c:pt>
                <c:pt idx="626">
                  <c:v>0.611328125</c:v>
                </c:pt>
                <c:pt idx="627">
                  <c:v>0.6123046875</c:v>
                </c:pt>
                <c:pt idx="628">
                  <c:v>0.61328125</c:v>
                </c:pt>
                <c:pt idx="629">
                  <c:v>0.6142578125</c:v>
                </c:pt>
                <c:pt idx="630">
                  <c:v>0.615234375</c:v>
                </c:pt>
                <c:pt idx="631">
                  <c:v>0.6162109375</c:v>
                </c:pt>
                <c:pt idx="632">
                  <c:v>0.6171875</c:v>
                </c:pt>
                <c:pt idx="633">
                  <c:v>0.6181640625</c:v>
                </c:pt>
                <c:pt idx="634">
                  <c:v>0.619140625</c:v>
                </c:pt>
                <c:pt idx="635">
                  <c:v>0.6201171875</c:v>
                </c:pt>
                <c:pt idx="636">
                  <c:v>0.62109375</c:v>
                </c:pt>
                <c:pt idx="637">
                  <c:v>0.6220703125</c:v>
                </c:pt>
                <c:pt idx="638">
                  <c:v>0.623046875</c:v>
                </c:pt>
                <c:pt idx="639">
                  <c:v>0.6240234375</c:v>
                </c:pt>
                <c:pt idx="640">
                  <c:v>0.625</c:v>
                </c:pt>
                <c:pt idx="641">
                  <c:v>0.6259765625</c:v>
                </c:pt>
                <c:pt idx="642">
                  <c:v>0.626953125</c:v>
                </c:pt>
                <c:pt idx="643">
                  <c:v>0.6279296875</c:v>
                </c:pt>
                <c:pt idx="644">
                  <c:v>0.62890625</c:v>
                </c:pt>
                <c:pt idx="645">
                  <c:v>0.6298828125</c:v>
                </c:pt>
                <c:pt idx="646">
                  <c:v>0.630859375</c:v>
                </c:pt>
                <c:pt idx="647">
                  <c:v>0.6318359375</c:v>
                </c:pt>
                <c:pt idx="648">
                  <c:v>0.6328125</c:v>
                </c:pt>
                <c:pt idx="649">
                  <c:v>0.6337890625</c:v>
                </c:pt>
                <c:pt idx="650">
                  <c:v>0.634765625</c:v>
                </c:pt>
                <c:pt idx="651">
                  <c:v>0.6357421875</c:v>
                </c:pt>
                <c:pt idx="652">
                  <c:v>0.63671875</c:v>
                </c:pt>
                <c:pt idx="653">
                  <c:v>0.6376953125</c:v>
                </c:pt>
                <c:pt idx="654">
                  <c:v>0.638671875</c:v>
                </c:pt>
                <c:pt idx="655">
                  <c:v>0.6396484375</c:v>
                </c:pt>
                <c:pt idx="656">
                  <c:v>0.640625</c:v>
                </c:pt>
                <c:pt idx="657">
                  <c:v>0.6416015625</c:v>
                </c:pt>
                <c:pt idx="658">
                  <c:v>0.642578125</c:v>
                </c:pt>
                <c:pt idx="659">
                  <c:v>0.6435546875</c:v>
                </c:pt>
                <c:pt idx="660">
                  <c:v>0.64453125</c:v>
                </c:pt>
                <c:pt idx="661">
                  <c:v>0.6455078125</c:v>
                </c:pt>
                <c:pt idx="662">
                  <c:v>0.646484375</c:v>
                </c:pt>
                <c:pt idx="663">
                  <c:v>0.6474609375</c:v>
                </c:pt>
                <c:pt idx="664">
                  <c:v>0.6484375</c:v>
                </c:pt>
                <c:pt idx="665">
                  <c:v>0.6494140625</c:v>
                </c:pt>
                <c:pt idx="666">
                  <c:v>0.650390625</c:v>
                </c:pt>
                <c:pt idx="667">
                  <c:v>0.6513671875</c:v>
                </c:pt>
                <c:pt idx="668">
                  <c:v>0.65234375</c:v>
                </c:pt>
                <c:pt idx="669">
                  <c:v>0.6533203125</c:v>
                </c:pt>
                <c:pt idx="670">
                  <c:v>0.654296875</c:v>
                </c:pt>
                <c:pt idx="671">
                  <c:v>0.6552734375</c:v>
                </c:pt>
                <c:pt idx="672">
                  <c:v>0.65625</c:v>
                </c:pt>
                <c:pt idx="673">
                  <c:v>0.6572265625</c:v>
                </c:pt>
                <c:pt idx="674">
                  <c:v>0.658203125</c:v>
                </c:pt>
                <c:pt idx="675">
                  <c:v>0.6591796875</c:v>
                </c:pt>
                <c:pt idx="676">
                  <c:v>0.66015625</c:v>
                </c:pt>
                <c:pt idx="677">
                  <c:v>0.6611328125</c:v>
                </c:pt>
                <c:pt idx="678">
                  <c:v>0.662109375</c:v>
                </c:pt>
                <c:pt idx="679">
                  <c:v>0.6630859375</c:v>
                </c:pt>
                <c:pt idx="680">
                  <c:v>0.6640625</c:v>
                </c:pt>
                <c:pt idx="681">
                  <c:v>0.6650390625</c:v>
                </c:pt>
                <c:pt idx="682">
                  <c:v>0.666015625</c:v>
                </c:pt>
                <c:pt idx="683">
                  <c:v>0.6669921875</c:v>
                </c:pt>
                <c:pt idx="684">
                  <c:v>0.66796875</c:v>
                </c:pt>
                <c:pt idx="685">
                  <c:v>0.6689453125</c:v>
                </c:pt>
                <c:pt idx="686">
                  <c:v>0.669921875</c:v>
                </c:pt>
                <c:pt idx="687">
                  <c:v>0.6708984375</c:v>
                </c:pt>
                <c:pt idx="688">
                  <c:v>0.671875</c:v>
                </c:pt>
                <c:pt idx="689">
                  <c:v>0.6728515625</c:v>
                </c:pt>
                <c:pt idx="690">
                  <c:v>0.673828125</c:v>
                </c:pt>
                <c:pt idx="691">
                  <c:v>0.6748046875</c:v>
                </c:pt>
                <c:pt idx="692">
                  <c:v>0.67578125</c:v>
                </c:pt>
                <c:pt idx="693">
                  <c:v>0.6767578125</c:v>
                </c:pt>
                <c:pt idx="694">
                  <c:v>0.677734375</c:v>
                </c:pt>
                <c:pt idx="695">
                  <c:v>0.6787109375</c:v>
                </c:pt>
                <c:pt idx="696">
                  <c:v>0.6796875</c:v>
                </c:pt>
                <c:pt idx="697">
                  <c:v>0.6806640625</c:v>
                </c:pt>
                <c:pt idx="698">
                  <c:v>0.681640625</c:v>
                </c:pt>
                <c:pt idx="699">
                  <c:v>0.6826171875</c:v>
                </c:pt>
                <c:pt idx="700">
                  <c:v>0.68359375</c:v>
                </c:pt>
                <c:pt idx="701">
                  <c:v>0.6845703125</c:v>
                </c:pt>
                <c:pt idx="702">
                  <c:v>0.685546875</c:v>
                </c:pt>
                <c:pt idx="703">
                  <c:v>0.6865234375</c:v>
                </c:pt>
                <c:pt idx="704">
                  <c:v>0.6875</c:v>
                </c:pt>
                <c:pt idx="705">
                  <c:v>0.6884765625</c:v>
                </c:pt>
                <c:pt idx="706">
                  <c:v>0.689453125</c:v>
                </c:pt>
                <c:pt idx="707">
                  <c:v>0.6904296875</c:v>
                </c:pt>
                <c:pt idx="708">
                  <c:v>0.69140625</c:v>
                </c:pt>
                <c:pt idx="709">
                  <c:v>0.6923828125</c:v>
                </c:pt>
                <c:pt idx="710">
                  <c:v>0.693359375</c:v>
                </c:pt>
                <c:pt idx="711">
                  <c:v>0.6943359375</c:v>
                </c:pt>
                <c:pt idx="712">
                  <c:v>0.6953125</c:v>
                </c:pt>
                <c:pt idx="713">
                  <c:v>0.6962890625</c:v>
                </c:pt>
                <c:pt idx="714">
                  <c:v>0.697265625</c:v>
                </c:pt>
                <c:pt idx="715">
                  <c:v>0.6982421875</c:v>
                </c:pt>
                <c:pt idx="716">
                  <c:v>0.69921875</c:v>
                </c:pt>
                <c:pt idx="717">
                  <c:v>0.7001953125</c:v>
                </c:pt>
                <c:pt idx="718">
                  <c:v>0.701171875</c:v>
                </c:pt>
                <c:pt idx="719">
                  <c:v>0.7021484375</c:v>
                </c:pt>
                <c:pt idx="720">
                  <c:v>0.703125</c:v>
                </c:pt>
                <c:pt idx="721">
                  <c:v>0.7041015625</c:v>
                </c:pt>
                <c:pt idx="722">
                  <c:v>0.705078125</c:v>
                </c:pt>
                <c:pt idx="723">
                  <c:v>0.7060546875</c:v>
                </c:pt>
                <c:pt idx="724">
                  <c:v>0.70703125</c:v>
                </c:pt>
                <c:pt idx="725">
                  <c:v>0.7080078125</c:v>
                </c:pt>
                <c:pt idx="726">
                  <c:v>0.708984375</c:v>
                </c:pt>
                <c:pt idx="727">
                  <c:v>0.7099609375</c:v>
                </c:pt>
                <c:pt idx="728">
                  <c:v>0.7109375</c:v>
                </c:pt>
                <c:pt idx="729">
                  <c:v>0.7119140625</c:v>
                </c:pt>
                <c:pt idx="730">
                  <c:v>0.712890625</c:v>
                </c:pt>
                <c:pt idx="731">
                  <c:v>0.7138671875</c:v>
                </c:pt>
                <c:pt idx="732">
                  <c:v>0.71484375</c:v>
                </c:pt>
                <c:pt idx="733">
                  <c:v>0.7158203125</c:v>
                </c:pt>
                <c:pt idx="734">
                  <c:v>0.716796875</c:v>
                </c:pt>
                <c:pt idx="735">
                  <c:v>0.7177734375</c:v>
                </c:pt>
                <c:pt idx="736">
                  <c:v>0.71875</c:v>
                </c:pt>
                <c:pt idx="737">
                  <c:v>0.7197265625</c:v>
                </c:pt>
                <c:pt idx="738">
                  <c:v>0.720703125</c:v>
                </c:pt>
                <c:pt idx="739">
                  <c:v>0.7216796875</c:v>
                </c:pt>
                <c:pt idx="740">
                  <c:v>0.72265625</c:v>
                </c:pt>
                <c:pt idx="741">
                  <c:v>0.7236328125</c:v>
                </c:pt>
                <c:pt idx="742">
                  <c:v>0.724609375</c:v>
                </c:pt>
                <c:pt idx="743">
                  <c:v>0.7255859375</c:v>
                </c:pt>
                <c:pt idx="744">
                  <c:v>0.7265625</c:v>
                </c:pt>
                <c:pt idx="745">
                  <c:v>0.7275390625</c:v>
                </c:pt>
                <c:pt idx="746">
                  <c:v>0.728515625</c:v>
                </c:pt>
                <c:pt idx="747">
                  <c:v>0.7294921875</c:v>
                </c:pt>
                <c:pt idx="748">
                  <c:v>0.73046875</c:v>
                </c:pt>
                <c:pt idx="749">
                  <c:v>0.7314453125</c:v>
                </c:pt>
                <c:pt idx="750">
                  <c:v>0.732421875</c:v>
                </c:pt>
                <c:pt idx="751">
                  <c:v>0.7333984375</c:v>
                </c:pt>
                <c:pt idx="752">
                  <c:v>0.734375</c:v>
                </c:pt>
                <c:pt idx="753">
                  <c:v>0.7353515625</c:v>
                </c:pt>
                <c:pt idx="754">
                  <c:v>0.736328125</c:v>
                </c:pt>
                <c:pt idx="755">
                  <c:v>0.7373046875</c:v>
                </c:pt>
                <c:pt idx="756">
                  <c:v>0.73828125</c:v>
                </c:pt>
                <c:pt idx="757">
                  <c:v>0.7392578125</c:v>
                </c:pt>
                <c:pt idx="758">
                  <c:v>0.740234375</c:v>
                </c:pt>
                <c:pt idx="759">
                  <c:v>0.7412109375</c:v>
                </c:pt>
                <c:pt idx="760">
                  <c:v>0.7421875</c:v>
                </c:pt>
                <c:pt idx="761">
                  <c:v>0.7431640625</c:v>
                </c:pt>
                <c:pt idx="762">
                  <c:v>0.744140625</c:v>
                </c:pt>
                <c:pt idx="763">
                  <c:v>0.7451171875</c:v>
                </c:pt>
                <c:pt idx="764">
                  <c:v>0.74609375</c:v>
                </c:pt>
                <c:pt idx="765">
                  <c:v>0.7470703125</c:v>
                </c:pt>
                <c:pt idx="766">
                  <c:v>0.748046875</c:v>
                </c:pt>
                <c:pt idx="767">
                  <c:v>0.7490234375</c:v>
                </c:pt>
                <c:pt idx="768">
                  <c:v>0.75</c:v>
                </c:pt>
                <c:pt idx="769">
                  <c:v>0.7509765625</c:v>
                </c:pt>
                <c:pt idx="770">
                  <c:v>0.751953125</c:v>
                </c:pt>
                <c:pt idx="771">
                  <c:v>0.7529296875</c:v>
                </c:pt>
                <c:pt idx="772">
                  <c:v>0.75390625</c:v>
                </c:pt>
                <c:pt idx="773">
                  <c:v>0.7548828125</c:v>
                </c:pt>
                <c:pt idx="774">
                  <c:v>0.755859375</c:v>
                </c:pt>
                <c:pt idx="775">
                  <c:v>0.7568359375</c:v>
                </c:pt>
                <c:pt idx="776">
                  <c:v>0.7578125</c:v>
                </c:pt>
                <c:pt idx="777">
                  <c:v>0.7587890625</c:v>
                </c:pt>
                <c:pt idx="778">
                  <c:v>0.759765625</c:v>
                </c:pt>
                <c:pt idx="779">
                  <c:v>0.7607421875</c:v>
                </c:pt>
                <c:pt idx="780">
                  <c:v>0.76171875</c:v>
                </c:pt>
                <c:pt idx="781">
                  <c:v>0.7626953125</c:v>
                </c:pt>
                <c:pt idx="782">
                  <c:v>0.763671875</c:v>
                </c:pt>
                <c:pt idx="783">
                  <c:v>0.7646484375</c:v>
                </c:pt>
                <c:pt idx="784">
                  <c:v>0.765625</c:v>
                </c:pt>
                <c:pt idx="785">
                  <c:v>0.7666015625</c:v>
                </c:pt>
                <c:pt idx="786">
                  <c:v>0.767578125</c:v>
                </c:pt>
                <c:pt idx="787">
                  <c:v>0.7685546875</c:v>
                </c:pt>
                <c:pt idx="788">
                  <c:v>0.76953125</c:v>
                </c:pt>
                <c:pt idx="789">
                  <c:v>0.7705078125</c:v>
                </c:pt>
                <c:pt idx="790">
                  <c:v>0.771484375</c:v>
                </c:pt>
                <c:pt idx="791">
                  <c:v>0.7724609375</c:v>
                </c:pt>
                <c:pt idx="792">
                  <c:v>0.7734375</c:v>
                </c:pt>
                <c:pt idx="793">
                  <c:v>0.7744140625</c:v>
                </c:pt>
                <c:pt idx="794">
                  <c:v>0.775390625</c:v>
                </c:pt>
                <c:pt idx="795">
                  <c:v>0.7763671875</c:v>
                </c:pt>
                <c:pt idx="796">
                  <c:v>0.77734375</c:v>
                </c:pt>
                <c:pt idx="797">
                  <c:v>0.7783203125</c:v>
                </c:pt>
                <c:pt idx="798">
                  <c:v>0.779296875</c:v>
                </c:pt>
                <c:pt idx="799">
                  <c:v>0.7802734375</c:v>
                </c:pt>
                <c:pt idx="800">
                  <c:v>0.78125</c:v>
                </c:pt>
                <c:pt idx="801">
                  <c:v>0.7822265625</c:v>
                </c:pt>
                <c:pt idx="802">
                  <c:v>0.783203125</c:v>
                </c:pt>
                <c:pt idx="803">
                  <c:v>0.7841796875</c:v>
                </c:pt>
                <c:pt idx="804">
                  <c:v>0.78515625</c:v>
                </c:pt>
                <c:pt idx="805">
                  <c:v>0.7861328125</c:v>
                </c:pt>
                <c:pt idx="806">
                  <c:v>0.787109375</c:v>
                </c:pt>
                <c:pt idx="807">
                  <c:v>0.7880859375</c:v>
                </c:pt>
                <c:pt idx="808">
                  <c:v>0.7890625</c:v>
                </c:pt>
                <c:pt idx="809">
                  <c:v>0.7900390625</c:v>
                </c:pt>
                <c:pt idx="810">
                  <c:v>0.791015625</c:v>
                </c:pt>
                <c:pt idx="811">
                  <c:v>0.7919921875</c:v>
                </c:pt>
                <c:pt idx="812">
                  <c:v>0.79296875</c:v>
                </c:pt>
                <c:pt idx="813">
                  <c:v>0.7939453125</c:v>
                </c:pt>
                <c:pt idx="814">
                  <c:v>0.794921875</c:v>
                </c:pt>
                <c:pt idx="815">
                  <c:v>0.7958984375</c:v>
                </c:pt>
                <c:pt idx="816">
                  <c:v>0.796875</c:v>
                </c:pt>
                <c:pt idx="817">
                  <c:v>0.7978515625</c:v>
                </c:pt>
                <c:pt idx="818">
                  <c:v>0.798828125</c:v>
                </c:pt>
                <c:pt idx="819">
                  <c:v>0.7998046875</c:v>
                </c:pt>
                <c:pt idx="820">
                  <c:v>0.80078125</c:v>
                </c:pt>
                <c:pt idx="821">
                  <c:v>0.8017578125</c:v>
                </c:pt>
                <c:pt idx="822">
                  <c:v>0.802734375</c:v>
                </c:pt>
                <c:pt idx="823">
                  <c:v>0.8037109375</c:v>
                </c:pt>
                <c:pt idx="824">
                  <c:v>0.8046875</c:v>
                </c:pt>
                <c:pt idx="825">
                  <c:v>0.8056640625</c:v>
                </c:pt>
                <c:pt idx="826">
                  <c:v>0.806640625</c:v>
                </c:pt>
                <c:pt idx="827">
                  <c:v>0.8076171875</c:v>
                </c:pt>
                <c:pt idx="828">
                  <c:v>0.80859375</c:v>
                </c:pt>
                <c:pt idx="829">
                  <c:v>0.8095703125</c:v>
                </c:pt>
                <c:pt idx="830">
                  <c:v>0.810546875</c:v>
                </c:pt>
                <c:pt idx="831">
                  <c:v>0.8115234375</c:v>
                </c:pt>
                <c:pt idx="832">
                  <c:v>0.8125</c:v>
                </c:pt>
                <c:pt idx="833">
                  <c:v>0.8134765625</c:v>
                </c:pt>
                <c:pt idx="834">
                  <c:v>0.814453125</c:v>
                </c:pt>
                <c:pt idx="835">
                  <c:v>0.8154296875</c:v>
                </c:pt>
                <c:pt idx="836">
                  <c:v>0.81640625</c:v>
                </c:pt>
                <c:pt idx="837">
                  <c:v>0.8173828125</c:v>
                </c:pt>
                <c:pt idx="838">
                  <c:v>0.818359375</c:v>
                </c:pt>
                <c:pt idx="839">
                  <c:v>0.8193359375</c:v>
                </c:pt>
                <c:pt idx="840">
                  <c:v>0.8203125</c:v>
                </c:pt>
                <c:pt idx="841">
                  <c:v>0.8212890625</c:v>
                </c:pt>
                <c:pt idx="842">
                  <c:v>0.822265625</c:v>
                </c:pt>
                <c:pt idx="843">
                  <c:v>0.8232421875</c:v>
                </c:pt>
                <c:pt idx="844">
                  <c:v>0.82421875</c:v>
                </c:pt>
                <c:pt idx="845">
                  <c:v>0.8251953125</c:v>
                </c:pt>
                <c:pt idx="846">
                  <c:v>0.826171875</c:v>
                </c:pt>
                <c:pt idx="847">
                  <c:v>0.8271484375</c:v>
                </c:pt>
                <c:pt idx="848">
                  <c:v>0.828125</c:v>
                </c:pt>
                <c:pt idx="849">
                  <c:v>0.8291015625</c:v>
                </c:pt>
                <c:pt idx="850">
                  <c:v>0.830078125</c:v>
                </c:pt>
                <c:pt idx="851">
                  <c:v>0.8310546875</c:v>
                </c:pt>
                <c:pt idx="852">
                  <c:v>0.83203125</c:v>
                </c:pt>
                <c:pt idx="853">
                  <c:v>0.8330078125</c:v>
                </c:pt>
                <c:pt idx="854">
                  <c:v>0.833984375</c:v>
                </c:pt>
                <c:pt idx="855">
                  <c:v>0.8349609375</c:v>
                </c:pt>
                <c:pt idx="856">
                  <c:v>0.8359375</c:v>
                </c:pt>
                <c:pt idx="857">
                  <c:v>0.8369140625</c:v>
                </c:pt>
                <c:pt idx="858">
                  <c:v>0.837890625</c:v>
                </c:pt>
                <c:pt idx="859">
                  <c:v>0.8388671875</c:v>
                </c:pt>
                <c:pt idx="860">
                  <c:v>0.83984375</c:v>
                </c:pt>
                <c:pt idx="861">
                  <c:v>0.8408203125</c:v>
                </c:pt>
                <c:pt idx="862">
                  <c:v>0.841796875</c:v>
                </c:pt>
                <c:pt idx="863">
                  <c:v>0.8427734375</c:v>
                </c:pt>
                <c:pt idx="864">
                  <c:v>0.84375</c:v>
                </c:pt>
                <c:pt idx="865">
                  <c:v>0.8447265625</c:v>
                </c:pt>
                <c:pt idx="866">
                  <c:v>0.845703125</c:v>
                </c:pt>
                <c:pt idx="867">
                  <c:v>0.8466796875</c:v>
                </c:pt>
                <c:pt idx="868">
                  <c:v>0.84765625</c:v>
                </c:pt>
                <c:pt idx="869">
                  <c:v>0.8486328125</c:v>
                </c:pt>
                <c:pt idx="870">
                  <c:v>0.849609375</c:v>
                </c:pt>
                <c:pt idx="871">
                  <c:v>0.8505859375</c:v>
                </c:pt>
                <c:pt idx="872">
                  <c:v>0.8515625</c:v>
                </c:pt>
                <c:pt idx="873">
                  <c:v>0.8525390625</c:v>
                </c:pt>
                <c:pt idx="874">
                  <c:v>0.853515625</c:v>
                </c:pt>
                <c:pt idx="875">
                  <c:v>0.8544921875</c:v>
                </c:pt>
                <c:pt idx="876">
                  <c:v>0.85546875</c:v>
                </c:pt>
                <c:pt idx="877">
                  <c:v>0.8564453125</c:v>
                </c:pt>
                <c:pt idx="878">
                  <c:v>0.857421875</c:v>
                </c:pt>
                <c:pt idx="879">
                  <c:v>0.8583984375</c:v>
                </c:pt>
                <c:pt idx="880">
                  <c:v>0.859375</c:v>
                </c:pt>
                <c:pt idx="881">
                  <c:v>0.8603515625</c:v>
                </c:pt>
                <c:pt idx="882">
                  <c:v>0.861328125</c:v>
                </c:pt>
                <c:pt idx="883">
                  <c:v>0.8623046875</c:v>
                </c:pt>
                <c:pt idx="884">
                  <c:v>0.86328125</c:v>
                </c:pt>
                <c:pt idx="885">
                  <c:v>0.8642578125</c:v>
                </c:pt>
                <c:pt idx="886">
                  <c:v>0.865234375</c:v>
                </c:pt>
                <c:pt idx="887">
                  <c:v>0.8662109375</c:v>
                </c:pt>
                <c:pt idx="888">
                  <c:v>0.8671875</c:v>
                </c:pt>
                <c:pt idx="889">
                  <c:v>0.8681640625</c:v>
                </c:pt>
                <c:pt idx="890">
                  <c:v>0.869140625</c:v>
                </c:pt>
                <c:pt idx="891">
                  <c:v>0.8701171875</c:v>
                </c:pt>
                <c:pt idx="892">
                  <c:v>0.87109375</c:v>
                </c:pt>
                <c:pt idx="893">
                  <c:v>0.8720703125</c:v>
                </c:pt>
                <c:pt idx="894">
                  <c:v>0.873046875</c:v>
                </c:pt>
                <c:pt idx="895">
                  <c:v>0.8740234375</c:v>
                </c:pt>
                <c:pt idx="896">
                  <c:v>0.875</c:v>
                </c:pt>
                <c:pt idx="897">
                  <c:v>0.8759765625</c:v>
                </c:pt>
                <c:pt idx="898">
                  <c:v>0.876953125</c:v>
                </c:pt>
                <c:pt idx="899">
                  <c:v>0.8779296875</c:v>
                </c:pt>
                <c:pt idx="900">
                  <c:v>0.87890625</c:v>
                </c:pt>
                <c:pt idx="901">
                  <c:v>0.8798828125</c:v>
                </c:pt>
                <c:pt idx="902">
                  <c:v>0.880859375</c:v>
                </c:pt>
                <c:pt idx="903">
                  <c:v>0.8818359375</c:v>
                </c:pt>
                <c:pt idx="904">
                  <c:v>0.8828125</c:v>
                </c:pt>
                <c:pt idx="905">
                  <c:v>0.8837890625</c:v>
                </c:pt>
                <c:pt idx="906">
                  <c:v>0.884765625</c:v>
                </c:pt>
                <c:pt idx="907">
                  <c:v>0.8857421875</c:v>
                </c:pt>
                <c:pt idx="908">
                  <c:v>0.88671875</c:v>
                </c:pt>
                <c:pt idx="909">
                  <c:v>0.8876953125</c:v>
                </c:pt>
                <c:pt idx="910">
                  <c:v>0.888671875</c:v>
                </c:pt>
                <c:pt idx="911">
                  <c:v>0.8896484375</c:v>
                </c:pt>
                <c:pt idx="912">
                  <c:v>0.890625</c:v>
                </c:pt>
                <c:pt idx="913">
                  <c:v>0.8916015625</c:v>
                </c:pt>
                <c:pt idx="914">
                  <c:v>0.892578125</c:v>
                </c:pt>
                <c:pt idx="915">
                  <c:v>0.8935546875</c:v>
                </c:pt>
                <c:pt idx="916">
                  <c:v>0.89453125</c:v>
                </c:pt>
                <c:pt idx="917">
                  <c:v>0.8955078125</c:v>
                </c:pt>
                <c:pt idx="918">
                  <c:v>0.896484375</c:v>
                </c:pt>
                <c:pt idx="919">
                  <c:v>0.8974609375</c:v>
                </c:pt>
                <c:pt idx="920">
                  <c:v>0.8984375</c:v>
                </c:pt>
                <c:pt idx="921">
                  <c:v>0.8994140625</c:v>
                </c:pt>
                <c:pt idx="922">
                  <c:v>0.900390625</c:v>
                </c:pt>
                <c:pt idx="923">
                  <c:v>0.9013671875</c:v>
                </c:pt>
                <c:pt idx="924">
                  <c:v>0.90234375</c:v>
                </c:pt>
                <c:pt idx="925">
                  <c:v>0.9033203125</c:v>
                </c:pt>
                <c:pt idx="926">
                  <c:v>0.904296875</c:v>
                </c:pt>
                <c:pt idx="927">
                  <c:v>0.9052734375</c:v>
                </c:pt>
                <c:pt idx="928">
                  <c:v>0.90625</c:v>
                </c:pt>
                <c:pt idx="929">
                  <c:v>0.9072265625</c:v>
                </c:pt>
                <c:pt idx="930">
                  <c:v>0.908203125</c:v>
                </c:pt>
                <c:pt idx="931">
                  <c:v>0.9091796875</c:v>
                </c:pt>
                <c:pt idx="932">
                  <c:v>0.91015625</c:v>
                </c:pt>
                <c:pt idx="933">
                  <c:v>0.9111328125</c:v>
                </c:pt>
                <c:pt idx="934">
                  <c:v>0.912109375</c:v>
                </c:pt>
                <c:pt idx="935">
                  <c:v>0.9130859375</c:v>
                </c:pt>
                <c:pt idx="936">
                  <c:v>0.9140625</c:v>
                </c:pt>
                <c:pt idx="937">
                  <c:v>0.9150390625</c:v>
                </c:pt>
                <c:pt idx="938">
                  <c:v>0.916015625</c:v>
                </c:pt>
                <c:pt idx="939">
                  <c:v>0.9169921875</c:v>
                </c:pt>
                <c:pt idx="940">
                  <c:v>0.91796875</c:v>
                </c:pt>
                <c:pt idx="941">
                  <c:v>0.9189453125</c:v>
                </c:pt>
                <c:pt idx="942">
                  <c:v>0.919921875</c:v>
                </c:pt>
                <c:pt idx="943">
                  <c:v>0.9208984375</c:v>
                </c:pt>
                <c:pt idx="944">
                  <c:v>0.921875</c:v>
                </c:pt>
                <c:pt idx="945">
                  <c:v>0.9228515625</c:v>
                </c:pt>
                <c:pt idx="946">
                  <c:v>0.923828125</c:v>
                </c:pt>
                <c:pt idx="947">
                  <c:v>0.9248046875</c:v>
                </c:pt>
                <c:pt idx="948">
                  <c:v>0.92578125</c:v>
                </c:pt>
                <c:pt idx="949">
                  <c:v>0.9267578125</c:v>
                </c:pt>
                <c:pt idx="950">
                  <c:v>0.927734375</c:v>
                </c:pt>
                <c:pt idx="951">
                  <c:v>0.9287109375</c:v>
                </c:pt>
                <c:pt idx="952">
                  <c:v>0.9296875</c:v>
                </c:pt>
                <c:pt idx="953">
                  <c:v>0.9306640625</c:v>
                </c:pt>
                <c:pt idx="954">
                  <c:v>0.931640625</c:v>
                </c:pt>
                <c:pt idx="955">
                  <c:v>0.9326171875</c:v>
                </c:pt>
                <c:pt idx="956">
                  <c:v>0.93359375</c:v>
                </c:pt>
                <c:pt idx="957">
                  <c:v>0.9345703125</c:v>
                </c:pt>
                <c:pt idx="958">
                  <c:v>0.935546875</c:v>
                </c:pt>
                <c:pt idx="959">
                  <c:v>0.9365234375</c:v>
                </c:pt>
                <c:pt idx="960">
                  <c:v>0.9375</c:v>
                </c:pt>
                <c:pt idx="961">
                  <c:v>0.9384765625</c:v>
                </c:pt>
                <c:pt idx="962">
                  <c:v>0.939453125</c:v>
                </c:pt>
                <c:pt idx="963">
                  <c:v>0.9404296875</c:v>
                </c:pt>
                <c:pt idx="964">
                  <c:v>0.94140625</c:v>
                </c:pt>
                <c:pt idx="965">
                  <c:v>0.9423828125</c:v>
                </c:pt>
                <c:pt idx="966">
                  <c:v>0.943359375</c:v>
                </c:pt>
                <c:pt idx="967">
                  <c:v>0.9443359375</c:v>
                </c:pt>
                <c:pt idx="968">
                  <c:v>0.9453125</c:v>
                </c:pt>
                <c:pt idx="969">
                  <c:v>0.9462890625</c:v>
                </c:pt>
                <c:pt idx="970">
                  <c:v>0.947265625</c:v>
                </c:pt>
                <c:pt idx="971">
                  <c:v>0.9482421875</c:v>
                </c:pt>
                <c:pt idx="972">
                  <c:v>0.94921875</c:v>
                </c:pt>
                <c:pt idx="973">
                  <c:v>0.9501953125</c:v>
                </c:pt>
                <c:pt idx="974">
                  <c:v>0.951171875</c:v>
                </c:pt>
                <c:pt idx="975">
                  <c:v>0.9521484375</c:v>
                </c:pt>
                <c:pt idx="976">
                  <c:v>0.953125</c:v>
                </c:pt>
                <c:pt idx="977">
                  <c:v>0.9541015625</c:v>
                </c:pt>
                <c:pt idx="978">
                  <c:v>0.955078125</c:v>
                </c:pt>
                <c:pt idx="979">
                  <c:v>0.9560546875</c:v>
                </c:pt>
                <c:pt idx="980">
                  <c:v>0.95703125</c:v>
                </c:pt>
                <c:pt idx="981">
                  <c:v>0.9580078125</c:v>
                </c:pt>
                <c:pt idx="982">
                  <c:v>0.958984375</c:v>
                </c:pt>
                <c:pt idx="983">
                  <c:v>0.9599609375</c:v>
                </c:pt>
                <c:pt idx="984">
                  <c:v>0.9609375</c:v>
                </c:pt>
                <c:pt idx="985">
                  <c:v>0.9619140625</c:v>
                </c:pt>
                <c:pt idx="986">
                  <c:v>0.962890625</c:v>
                </c:pt>
                <c:pt idx="987">
                  <c:v>0.9638671875</c:v>
                </c:pt>
                <c:pt idx="988">
                  <c:v>0.96484375</c:v>
                </c:pt>
                <c:pt idx="989">
                  <c:v>0.9658203125</c:v>
                </c:pt>
                <c:pt idx="990">
                  <c:v>0.966796875</c:v>
                </c:pt>
                <c:pt idx="991">
                  <c:v>0.9677734375</c:v>
                </c:pt>
                <c:pt idx="992">
                  <c:v>0.96875</c:v>
                </c:pt>
                <c:pt idx="993">
                  <c:v>0.9697265625</c:v>
                </c:pt>
                <c:pt idx="994">
                  <c:v>0.970703125</c:v>
                </c:pt>
                <c:pt idx="995">
                  <c:v>0.9716796875</c:v>
                </c:pt>
                <c:pt idx="996">
                  <c:v>0.97265625</c:v>
                </c:pt>
                <c:pt idx="997">
                  <c:v>0.9736328125</c:v>
                </c:pt>
                <c:pt idx="998">
                  <c:v>0.974609375</c:v>
                </c:pt>
                <c:pt idx="999">
                  <c:v>0.9755859375</c:v>
                </c:pt>
                <c:pt idx="1000">
                  <c:v>0.9765625</c:v>
                </c:pt>
                <c:pt idx="1001">
                  <c:v>0.9775390625</c:v>
                </c:pt>
                <c:pt idx="1002">
                  <c:v>0.978515625</c:v>
                </c:pt>
                <c:pt idx="1003">
                  <c:v>0.9794921875</c:v>
                </c:pt>
                <c:pt idx="1004">
                  <c:v>0.98046875</c:v>
                </c:pt>
                <c:pt idx="1005">
                  <c:v>0.9814453125</c:v>
                </c:pt>
                <c:pt idx="1006">
                  <c:v>0.982421875</c:v>
                </c:pt>
                <c:pt idx="1007">
                  <c:v>0.9833984375</c:v>
                </c:pt>
                <c:pt idx="1008">
                  <c:v>0.984375</c:v>
                </c:pt>
                <c:pt idx="1009">
                  <c:v>0.9853515625</c:v>
                </c:pt>
                <c:pt idx="1010">
                  <c:v>0.986328125</c:v>
                </c:pt>
                <c:pt idx="1011">
                  <c:v>0.9873046875</c:v>
                </c:pt>
                <c:pt idx="1012">
                  <c:v>0.98828125</c:v>
                </c:pt>
                <c:pt idx="1013">
                  <c:v>0.9892578125</c:v>
                </c:pt>
                <c:pt idx="1014">
                  <c:v>0.990234375</c:v>
                </c:pt>
                <c:pt idx="1015">
                  <c:v>0.9912109375</c:v>
                </c:pt>
                <c:pt idx="1016">
                  <c:v>0.9921875</c:v>
                </c:pt>
                <c:pt idx="1017">
                  <c:v>0.9931640625</c:v>
                </c:pt>
                <c:pt idx="1018">
                  <c:v>0.994140625</c:v>
                </c:pt>
                <c:pt idx="1019">
                  <c:v>0.9951171875</c:v>
                </c:pt>
                <c:pt idx="1020">
                  <c:v>0.99609375</c:v>
                </c:pt>
                <c:pt idx="1021">
                  <c:v>0.9970703125</c:v>
                </c:pt>
                <c:pt idx="1022">
                  <c:v>0.998046875</c:v>
                </c:pt>
                <c:pt idx="1023">
                  <c:v>0.9990234375</c:v>
                </c:pt>
              </c:numCache>
            </c:numRef>
          </c:cat>
          <c:val>
            <c:numRef>
              <c:f>'[oscillators.xlsx]PulseWave PeriodicWave'!$B$2:$B$1249</c:f>
              <c:numCache>
                <c:formatCode>General</c:formatCode>
                <c:ptCount val="1248"/>
                <c:pt idx="0">
                  <c:v>0.75376671552658003</c:v>
                </c:pt>
                <c:pt idx="1">
                  <c:v>0.74697333574295</c:v>
                </c:pt>
                <c:pt idx="2">
                  <c:v>0.75109601020812899</c:v>
                </c:pt>
                <c:pt idx="3">
                  <c:v>0.75126969814300504</c:v>
                </c:pt>
                <c:pt idx="4">
                  <c:v>0.74685692787170399</c:v>
                </c:pt>
                <c:pt idx="5">
                  <c:v>0.75378668308258001</c:v>
                </c:pt>
                <c:pt idx="6">
                  <c:v>0.74705815315246504</c:v>
                </c:pt>
                <c:pt idx="7">
                  <c:v>0.750932276248931</c:v>
                </c:pt>
                <c:pt idx="8">
                  <c:v>0.75145965814590399</c:v>
                </c:pt>
                <c:pt idx="9">
                  <c:v>0.74670433998107899</c:v>
                </c:pt>
                <c:pt idx="10">
                  <c:v>0.753848016262054</c:v>
                </c:pt>
                <c:pt idx="11">
                  <c:v>0.74711346626281705</c:v>
                </c:pt>
                <c:pt idx="12">
                  <c:v>0.75077283382415705</c:v>
                </c:pt>
                <c:pt idx="13">
                  <c:v>0.75167351961135798</c:v>
                </c:pt>
                <c:pt idx="14">
                  <c:v>0.74650788307189897</c:v>
                </c:pt>
                <c:pt idx="15">
                  <c:v>0.75395572185516302</c:v>
                </c:pt>
                <c:pt idx="16">
                  <c:v>0.747139692306518</c:v>
                </c:pt>
                <c:pt idx="17">
                  <c:v>0.75061190128326405</c:v>
                </c:pt>
                <c:pt idx="18">
                  <c:v>0.75192165374755804</c:v>
                </c:pt>
                <c:pt idx="19">
                  <c:v>0.74625599384307795</c:v>
                </c:pt>
                <c:pt idx="20">
                  <c:v>0.75411891937255804</c:v>
                </c:pt>
                <c:pt idx="21">
                  <c:v>0.74713397026062001</c:v>
                </c:pt>
                <c:pt idx="22">
                  <c:v>0.75044298171997004</c:v>
                </c:pt>
                <c:pt idx="23">
                  <c:v>0.75221860408782903</c:v>
                </c:pt>
                <c:pt idx="24">
                  <c:v>0.745930194854736</c:v>
                </c:pt>
                <c:pt idx="25">
                  <c:v>0.754352986812591</c:v>
                </c:pt>
                <c:pt idx="26">
                  <c:v>0.74709087610244695</c:v>
                </c:pt>
                <c:pt idx="27">
                  <c:v>0.75025773048400801</c:v>
                </c:pt>
                <c:pt idx="28">
                  <c:v>0.75258660316467196</c:v>
                </c:pt>
                <c:pt idx="29">
                  <c:v>0.74550080299377397</c:v>
                </c:pt>
                <c:pt idx="30">
                  <c:v>0.75468420982360795</c:v>
                </c:pt>
                <c:pt idx="31">
                  <c:v>0.74699908494949296</c:v>
                </c:pt>
                <c:pt idx="32">
                  <c:v>0.75004392862319902</c:v>
                </c:pt>
                <c:pt idx="33">
                  <c:v>0.75306129455566395</c:v>
                </c:pt>
                <c:pt idx="34">
                  <c:v>0.74491822719573897</c:v>
                </c:pt>
                <c:pt idx="35">
                  <c:v>0.75515806674957198</c:v>
                </c:pt>
                <c:pt idx="36">
                  <c:v>0.74683809280395497</c:v>
                </c:pt>
                <c:pt idx="37">
                  <c:v>0.74978196620941095</c:v>
                </c:pt>
                <c:pt idx="38">
                  <c:v>0.75370502471923795</c:v>
                </c:pt>
                <c:pt idx="39">
                  <c:v>0.74409270286560003</c:v>
                </c:pt>
                <c:pt idx="40">
                  <c:v>0.75586009025573697</c:v>
                </c:pt>
                <c:pt idx="41">
                  <c:v>0.74656641483306796</c:v>
                </c:pt>
                <c:pt idx="42">
                  <c:v>0.74943643808364802</c:v>
                </c:pt>
                <c:pt idx="43">
                  <c:v>0.75463855266571001</c:v>
                </c:pt>
                <c:pt idx="44">
                  <c:v>0.74284446239471402</c:v>
                </c:pt>
                <c:pt idx="45">
                  <c:v>0.75696724653243996</c:v>
                </c:pt>
                <c:pt idx="46">
                  <c:v>0.74609333276748602</c:v>
                </c:pt>
                <c:pt idx="47">
                  <c:v>0.74893558025360096</c:v>
                </c:pt>
                <c:pt idx="48">
                  <c:v>0.75612944364547696</c:v>
                </c:pt>
                <c:pt idx="49">
                  <c:v>0.74075436592101995</c:v>
                </c:pt>
                <c:pt idx="50">
                  <c:v>0.75891435146331698</c:v>
                </c:pt>
                <c:pt idx="51">
                  <c:v>0.74517667293548495</c:v>
                </c:pt>
                <c:pt idx="52">
                  <c:v>0.74810457229614202</c:v>
                </c:pt>
                <c:pt idx="53">
                  <c:v>0.758913934230804</c:v>
                </c:pt>
                <c:pt idx="54">
                  <c:v>0.73657280206680298</c:v>
                </c:pt>
                <c:pt idx="55">
                  <c:v>0.76312279701232899</c:v>
                </c:pt>
                <c:pt idx="56">
                  <c:v>0.742903351783752</c:v>
                </c:pt>
                <c:pt idx="57">
                  <c:v>0.74639379978179898</c:v>
                </c:pt>
                <c:pt idx="58">
                  <c:v>0.76601374149322499</c:v>
                </c:pt>
                <c:pt idx="59">
                  <c:v>0.72417950630187899</c:v>
                </c:pt>
                <c:pt idx="60">
                  <c:v>0.77830076217651301</c:v>
                </c:pt>
                <c:pt idx="61">
                  <c:v>0.73101019859313898</c:v>
                </c:pt>
                <c:pt idx="62">
                  <c:v>0.74270284175872803</c:v>
                </c:pt>
                <c:pt idx="63">
                  <c:v>0.81701815128326405</c:v>
                </c:pt>
                <c:pt idx="64">
                  <c:v>0.249219834804534</c:v>
                </c:pt>
                <c:pt idx="65">
                  <c:v>-0.31576478481292702</c:v>
                </c:pt>
                <c:pt idx="66">
                  <c:v>-0.24315603077411599</c:v>
                </c:pt>
                <c:pt idx="67">
                  <c:v>-0.23153601586818601</c:v>
                </c:pt>
                <c:pt idx="68">
                  <c:v>-0.27700203657150202</c:v>
                </c:pt>
                <c:pt idx="69">
                  <c:v>-0.22574086487293199</c:v>
                </c:pt>
                <c:pt idx="70">
                  <c:v>-0.26480403542518599</c:v>
                </c:pt>
                <c:pt idx="71">
                  <c:v>-0.24677500128745999</c:v>
                </c:pt>
                <c:pt idx="72">
                  <c:v>-0.24350269138812999</c:v>
                </c:pt>
                <c:pt idx="73">
                  <c:v>-0.26177686452865601</c:v>
                </c:pt>
                <c:pt idx="74">
                  <c:v>-0.23813751339912401</c:v>
                </c:pt>
                <c:pt idx="75">
                  <c:v>-0.25774657726287797</c:v>
                </c:pt>
                <c:pt idx="76">
                  <c:v>-0.24841342866420699</c:v>
                </c:pt>
                <c:pt idx="77">
                  <c:v>-0.24585133790969799</c:v>
                </c:pt>
                <c:pt idx="78">
                  <c:v>-0.257518351078033</c:v>
                </c:pt>
                <c:pt idx="79">
                  <c:v>-0.24232457578182201</c:v>
                </c:pt>
                <c:pt idx="80">
                  <c:v>-0.255003571510314</c:v>
                </c:pt>
                <c:pt idx="81">
                  <c:v>-0.24917131662368699</c:v>
                </c:pt>
                <c:pt idx="82">
                  <c:v>-0.246845677495002</c:v>
                </c:pt>
                <c:pt idx="83">
                  <c:v>-0.25551831722259499</c:v>
                </c:pt>
                <c:pt idx="84">
                  <c:v>-0.24442242085933599</c:v>
                </c:pt>
                <c:pt idx="85">
                  <c:v>-0.25355350971221902</c:v>
                </c:pt>
                <c:pt idx="86">
                  <c:v>-0.24959734082221899</c:v>
                </c:pt>
                <c:pt idx="87">
                  <c:v>-0.24739962816238401</c:v>
                </c:pt>
                <c:pt idx="88">
                  <c:v>-0.25435468554496699</c:v>
                </c:pt>
                <c:pt idx="89">
                  <c:v>-0.24568098783493</c:v>
                </c:pt>
                <c:pt idx="90">
                  <c:v>-0.252660572528839</c:v>
                </c:pt>
                <c:pt idx="91">
                  <c:v>-0.24986568093299799</c:v>
                </c:pt>
                <c:pt idx="92">
                  <c:v>-0.247756361961364</c:v>
                </c:pt>
                <c:pt idx="93">
                  <c:v>-0.25359183549880898</c:v>
                </c:pt>
                <c:pt idx="94">
                  <c:v>-0.24651946127414701</c:v>
                </c:pt>
                <c:pt idx="95">
                  <c:v>-0.25205758213996798</c:v>
                </c:pt>
                <c:pt idx="96">
                  <c:v>-0.25004738569259599</c:v>
                </c:pt>
                <c:pt idx="97">
                  <c:v>-0.24800755083560899</c:v>
                </c:pt>
                <c:pt idx="98">
                  <c:v>-0.25305202603340099</c:v>
                </c:pt>
                <c:pt idx="99">
                  <c:v>-0.24711792171001401</c:v>
                </c:pt>
                <c:pt idx="100">
                  <c:v>-0.251624345779418</c:v>
                </c:pt>
                <c:pt idx="101">
                  <c:v>-0.25017675757408098</c:v>
                </c:pt>
                <c:pt idx="102">
                  <c:v>-0.24819572269916501</c:v>
                </c:pt>
                <c:pt idx="103">
                  <c:v>-0.25264889001846302</c:v>
                </c:pt>
                <c:pt idx="104">
                  <c:v>-0.24756649136543199</c:v>
                </c:pt>
                <c:pt idx="105">
                  <c:v>-0.25129890441894498</c:v>
                </c:pt>
                <c:pt idx="106">
                  <c:v>-0.25027221441268899</c:v>
                </c:pt>
                <c:pt idx="107">
                  <c:v>-0.248342961072921</c:v>
                </c:pt>
                <c:pt idx="108">
                  <c:v>-0.25233584642410201</c:v>
                </c:pt>
                <c:pt idx="109">
                  <c:v>-0.247915104031562</c:v>
                </c:pt>
                <c:pt idx="110">
                  <c:v>-0.251046031713485</c:v>
                </c:pt>
                <c:pt idx="111">
                  <c:v>-0.25034457445144598</c:v>
                </c:pt>
                <c:pt idx="112">
                  <c:v>-0.248462259769439</c:v>
                </c:pt>
                <c:pt idx="113">
                  <c:v>-0.25208508968353199</c:v>
                </c:pt>
                <c:pt idx="114">
                  <c:v>-0.24819406867027199</c:v>
                </c:pt>
                <c:pt idx="115">
                  <c:v>-0.25084424018859802</c:v>
                </c:pt>
                <c:pt idx="116">
                  <c:v>-0.250400781631469</c:v>
                </c:pt>
                <c:pt idx="117">
                  <c:v>-0.24856129288673401</c:v>
                </c:pt>
                <c:pt idx="118">
                  <c:v>-0.25187915563583302</c:v>
                </c:pt>
                <c:pt idx="119">
                  <c:v>-0.24842242896556799</c:v>
                </c:pt>
                <c:pt idx="120">
                  <c:v>-0.250679671764373</c:v>
                </c:pt>
                <c:pt idx="121">
                  <c:v>-0.25044494867324801</c:v>
                </c:pt>
                <c:pt idx="122">
                  <c:v>-0.248645409941673</c:v>
                </c:pt>
                <c:pt idx="123">
                  <c:v>-0.25170683860778797</c:v>
                </c:pt>
                <c:pt idx="124">
                  <c:v>-0.24861298501491499</c:v>
                </c:pt>
                <c:pt idx="125">
                  <c:v>-0.25054311752319303</c:v>
                </c:pt>
                <c:pt idx="126">
                  <c:v>-0.25048023462295499</c:v>
                </c:pt>
                <c:pt idx="127">
                  <c:v>-0.24871797859668701</c:v>
                </c:pt>
                <c:pt idx="128">
                  <c:v>-0.25156021118164001</c:v>
                </c:pt>
                <c:pt idx="129">
                  <c:v>-0.24877443909645</c:v>
                </c:pt>
                <c:pt idx="130">
                  <c:v>-0.25042802095413202</c:v>
                </c:pt>
                <c:pt idx="131">
                  <c:v>-0.25050875544548001</c:v>
                </c:pt>
                <c:pt idx="132">
                  <c:v>-0.24878163635730699</c:v>
                </c:pt>
                <c:pt idx="133">
                  <c:v>-0.25143355131149198</c:v>
                </c:pt>
                <c:pt idx="134">
                  <c:v>-0.248913198709487</c:v>
                </c:pt>
                <c:pt idx="135">
                  <c:v>-0.25032979249954201</c:v>
                </c:pt>
                <c:pt idx="136">
                  <c:v>-0.25053203105926503</c:v>
                </c:pt>
                <c:pt idx="137">
                  <c:v>-0.24883806705474801</c:v>
                </c:pt>
                <c:pt idx="138">
                  <c:v>-0.25132277607917702</c:v>
                </c:pt>
                <c:pt idx="139">
                  <c:v>-0.249033853411674</c:v>
                </c:pt>
                <c:pt idx="140">
                  <c:v>-0.25024488568305903</c:v>
                </c:pt>
                <c:pt idx="141">
                  <c:v>-0.25055116415023798</c:v>
                </c:pt>
                <c:pt idx="142">
                  <c:v>-0.24888868629932401</c:v>
                </c:pt>
                <c:pt idx="143">
                  <c:v>-0.251224994659423</c:v>
                </c:pt>
                <c:pt idx="144">
                  <c:v>-0.249139904975891</c:v>
                </c:pt>
                <c:pt idx="145">
                  <c:v>-0.25017076730728099</c:v>
                </c:pt>
                <c:pt idx="146">
                  <c:v>-0.25056686997413602</c:v>
                </c:pt>
                <c:pt idx="147">
                  <c:v>-0.24893431365489899</c:v>
                </c:pt>
                <c:pt idx="148">
                  <c:v>-0.25113773345947199</c:v>
                </c:pt>
                <c:pt idx="149">
                  <c:v>-0.24923397600650701</c:v>
                </c:pt>
                <c:pt idx="150">
                  <c:v>-0.250105530023574</c:v>
                </c:pt>
                <c:pt idx="151">
                  <c:v>-0.25058001279830899</c:v>
                </c:pt>
                <c:pt idx="152">
                  <c:v>-0.24897603690624201</c:v>
                </c:pt>
                <c:pt idx="153">
                  <c:v>-0.25105932354927002</c:v>
                </c:pt>
                <c:pt idx="154">
                  <c:v>-0.249318152666091</c:v>
                </c:pt>
                <c:pt idx="155">
                  <c:v>-0.25004762411117498</c:v>
                </c:pt>
                <c:pt idx="156">
                  <c:v>-0.250591039657592</c:v>
                </c:pt>
                <c:pt idx="157">
                  <c:v>-0.24901428818702601</c:v>
                </c:pt>
                <c:pt idx="158">
                  <c:v>-0.25098821520805298</c:v>
                </c:pt>
                <c:pt idx="159">
                  <c:v>-0.24939398467540699</c:v>
                </c:pt>
                <c:pt idx="160">
                  <c:v>-0.24999576807022</c:v>
                </c:pt>
                <c:pt idx="161">
                  <c:v>-0.25060015916824302</c:v>
                </c:pt>
                <c:pt idx="162">
                  <c:v>-0.249049678444862</c:v>
                </c:pt>
                <c:pt idx="163">
                  <c:v>-0.25092321634292603</c:v>
                </c:pt>
                <c:pt idx="164">
                  <c:v>-0.24946296215057301</c:v>
                </c:pt>
                <c:pt idx="165">
                  <c:v>-0.24994905292987801</c:v>
                </c:pt>
                <c:pt idx="166">
                  <c:v>-0.25060784816741899</c:v>
                </c:pt>
                <c:pt idx="167">
                  <c:v>-0.24908261001109999</c:v>
                </c:pt>
                <c:pt idx="168">
                  <c:v>-0.25086361169815002</c:v>
                </c:pt>
                <c:pt idx="169">
                  <c:v>-0.24952596426010101</c:v>
                </c:pt>
                <c:pt idx="170">
                  <c:v>-0.24990659952163599</c:v>
                </c:pt>
                <c:pt idx="171">
                  <c:v>-0.25061428546905501</c:v>
                </c:pt>
                <c:pt idx="172">
                  <c:v>-0.24911329150199801</c:v>
                </c:pt>
                <c:pt idx="173">
                  <c:v>-0.25080844759941101</c:v>
                </c:pt>
                <c:pt idx="174">
                  <c:v>-0.249583885073661</c:v>
                </c:pt>
                <c:pt idx="175">
                  <c:v>-0.24986787140369399</c:v>
                </c:pt>
                <c:pt idx="176">
                  <c:v>-0.25061982870101901</c:v>
                </c:pt>
                <c:pt idx="177">
                  <c:v>-0.249142155051231</c:v>
                </c:pt>
                <c:pt idx="178">
                  <c:v>-0.25075715780258101</c:v>
                </c:pt>
                <c:pt idx="179">
                  <c:v>-0.24963746964931399</c:v>
                </c:pt>
                <c:pt idx="180">
                  <c:v>-0.249832272529602</c:v>
                </c:pt>
                <c:pt idx="181">
                  <c:v>-0.25062444806098899</c:v>
                </c:pt>
                <c:pt idx="182">
                  <c:v>-0.24916940927505399</c:v>
                </c:pt>
                <c:pt idx="183">
                  <c:v>-0.25070923566818198</c:v>
                </c:pt>
                <c:pt idx="184">
                  <c:v>-0.24968740344047499</c:v>
                </c:pt>
                <c:pt idx="185">
                  <c:v>-0.24979934096336301</c:v>
                </c:pt>
                <c:pt idx="186">
                  <c:v>-0.250628411769866</c:v>
                </c:pt>
                <c:pt idx="187">
                  <c:v>-0.24919523298740301</c:v>
                </c:pt>
                <c:pt idx="188">
                  <c:v>-0.25066429376602101</c:v>
                </c:pt>
                <c:pt idx="189">
                  <c:v>-0.24973410367965601</c:v>
                </c:pt>
                <c:pt idx="190">
                  <c:v>-0.24976879358291601</c:v>
                </c:pt>
                <c:pt idx="191">
                  <c:v>-0.25063169002532898</c:v>
                </c:pt>
                <c:pt idx="192">
                  <c:v>-0.249219834804534</c:v>
                </c:pt>
                <c:pt idx="193">
                  <c:v>-0.25062167644500699</c:v>
                </c:pt>
                <c:pt idx="194">
                  <c:v>-0.249777972698211</c:v>
                </c:pt>
                <c:pt idx="195">
                  <c:v>-0.24974012374877899</c:v>
                </c:pt>
                <c:pt idx="196">
                  <c:v>-0.25063443183898898</c:v>
                </c:pt>
                <c:pt idx="197">
                  <c:v>-0.249243378639221</c:v>
                </c:pt>
                <c:pt idx="198">
                  <c:v>-0.25058141350746099</c:v>
                </c:pt>
                <c:pt idx="199">
                  <c:v>-0.24981947243213601</c:v>
                </c:pt>
                <c:pt idx="200">
                  <c:v>-0.24971327185630701</c:v>
                </c:pt>
                <c:pt idx="201">
                  <c:v>-0.25063681602478</c:v>
                </c:pt>
                <c:pt idx="202">
                  <c:v>-0.24926590919494601</c:v>
                </c:pt>
                <c:pt idx="203">
                  <c:v>-0.25054299831390298</c:v>
                </c:pt>
                <c:pt idx="204">
                  <c:v>-0.24985885620117099</c:v>
                </c:pt>
                <c:pt idx="205">
                  <c:v>-0.249687924981117</c:v>
                </c:pt>
                <c:pt idx="206">
                  <c:v>-0.25063884258270203</c:v>
                </c:pt>
                <c:pt idx="207">
                  <c:v>-0.249287664890289</c:v>
                </c:pt>
                <c:pt idx="208">
                  <c:v>-0.25050613284111001</c:v>
                </c:pt>
                <c:pt idx="209">
                  <c:v>-0.24989645183086301</c:v>
                </c:pt>
                <c:pt idx="210">
                  <c:v>-0.24966384470462799</c:v>
                </c:pt>
                <c:pt idx="211">
                  <c:v>-0.25064036250114402</c:v>
                </c:pt>
                <c:pt idx="212">
                  <c:v>-0.24930867552757199</c:v>
                </c:pt>
                <c:pt idx="213">
                  <c:v>-0.25047075748443598</c:v>
                </c:pt>
                <c:pt idx="214">
                  <c:v>-0.24993252754211401</c:v>
                </c:pt>
                <c:pt idx="215">
                  <c:v>-0.249640837311744</c:v>
                </c:pt>
                <c:pt idx="216">
                  <c:v>-0.25064182281494102</c:v>
                </c:pt>
                <c:pt idx="217">
                  <c:v>-0.24932914972305201</c:v>
                </c:pt>
                <c:pt idx="218">
                  <c:v>-0.25043669342994601</c:v>
                </c:pt>
                <c:pt idx="219">
                  <c:v>-0.24996718764305101</c:v>
                </c:pt>
                <c:pt idx="220">
                  <c:v>-0.24961878359317699</c:v>
                </c:pt>
                <c:pt idx="221">
                  <c:v>-0.25064304471015902</c:v>
                </c:pt>
                <c:pt idx="222">
                  <c:v>-0.24934904277324599</c:v>
                </c:pt>
                <c:pt idx="223">
                  <c:v>-0.25040352344512901</c:v>
                </c:pt>
                <c:pt idx="224">
                  <c:v>-0.25000077486038202</c:v>
                </c:pt>
                <c:pt idx="225">
                  <c:v>-0.24959757924079801</c:v>
                </c:pt>
                <c:pt idx="226">
                  <c:v>-0.25064393877982999</c:v>
                </c:pt>
                <c:pt idx="227">
                  <c:v>-0.24936856329441001</c:v>
                </c:pt>
                <c:pt idx="228">
                  <c:v>-0.25037124752998302</c:v>
                </c:pt>
                <c:pt idx="229">
                  <c:v>-0.250033408403396</c:v>
                </c:pt>
                <c:pt idx="230">
                  <c:v>-0.249577030539512</c:v>
                </c:pt>
                <c:pt idx="231">
                  <c:v>-0.25064471364021301</c:v>
                </c:pt>
                <c:pt idx="232">
                  <c:v>-0.2493876516819</c:v>
                </c:pt>
                <c:pt idx="233">
                  <c:v>-0.25033971667289701</c:v>
                </c:pt>
                <c:pt idx="234">
                  <c:v>-0.250065207481384</c:v>
                </c:pt>
                <c:pt idx="235">
                  <c:v>-0.24955703318118999</c:v>
                </c:pt>
                <c:pt idx="236">
                  <c:v>-0.25064530968665999</c:v>
                </c:pt>
                <c:pt idx="237">
                  <c:v>-0.24940654635429299</c:v>
                </c:pt>
                <c:pt idx="238">
                  <c:v>-0.25030860304832397</c:v>
                </c:pt>
                <c:pt idx="239">
                  <c:v>-0.25009649991989102</c:v>
                </c:pt>
                <c:pt idx="240">
                  <c:v>-0.249537423253059</c:v>
                </c:pt>
                <c:pt idx="241">
                  <c:v>-0.25064569711685097</c:v>
                </c:pt>
                <c:pt idx="242">
                  <c:v>-0.24942520260810799</c:v>
                </c:pt>
                <c:pt idx="243">
                  <c:v>-0.25027805566787698</c:v>
                </c:pt>
                <c:pt idx="244">
                  <c:v>-0.25012713670730502</c:v>
                </c:pt>
                <c:pt idx="245">
                  <c:v>-0.24951834976673101</c:v>
                </c:pt>
                <c:pt idx="246">
                  <c:v>-0.25064605474472001</c:v>
                </c:pt>
                <c:pt idx="247">
                  <c:v>-0.249443724751472</c:v>
                </c:pt>
                <c:pt idx="248">
                  <c:v>-0.25024777650833102</c:v>
                </c:pt>
                <c:pt idx="249">
                  <c:v>-0.25015759468078602</c:v>
                </c:pt>
                <c:pt idx="250">
                  <c:v>-0.24949949979782099</c:v>
                </c:pt>
                <c:pt idx="251">
                  <c:v>-0.25064623355865401</c:v>
                </c:pt>
                <c:pt idx="252">
                  <c:v>-0.24946221709251401</c:v>
                </c:pt>
                <c:pt idx="253">
                  <c:v>-0.250217795372009</c:v>
                </c:pt>
                <c:pt idx="254">
                  <c:v>-0.25018766522407498</c:v>
                </c:pt>
                <c:pt idx="255">
                  <c:v>-0.24948087334632801</c:v>
                </c:pt>
                <c:pt idx="256">
                  <c:v>-0.25064629316329901</c:v>
                </c:pt>
                <c:pt idx="257">
                  <c:v>-0.24948084354400599</c:v>
                </c:pt>
                <c:pt idx="258">
                  <c:v>-0.25018772482871998</c:v>
                </c:pt>
                <c:pt idx="259">
                  <c:v>-0.250217825174331</c:v>
                </c:pt>
                <c:pt idx="260">
                  <c:v>-0.24946233630180301</c:v>
                </c:pt>
                <c:pt idx="261">
                  <c:v>-0.25064623355865401</c:v>
                </c:pt>
                <c:pt idx="262">
                  <c:v>-0.24949952960014299</c:v>
                </c:pt>
                <c:pt idx="263">
                  <c:v>-0.25015753507614102</c:v>
                </c:pt>
                <c:pt idx="264">
                  <c:v>-0.25024789571762002</c:v>
                </c:pt>
                <c:pt idx="265">
                  <c:v>-0.2494438290596</c:v>
                </c:pt>
                <c:pt idx="266">
                  <c:v>-0.25064605474472001</c:v>
                </c:pt>
                <c:pt idx="267">
                  <c:v>-0.24951836466789201</c:v>
                </c:pt>
                <c:pt idx="268">
                  <c:v>-0.25012719631195002</c:v>
                </c:pt>
                <c:pt idx="269">
                  <c:v>-0.25027817487716603</c:v>
                </c:pt>
                <c:pt idx="270">
                  <c:v>-0.249425143003463</c:v>
                </c:pt>
                <c:pt idx="271">
                  <c:v>-0.25064575672149603</c:v>
                </c:pt>
                <c:pt idx="272">
                  <c:v>-0.249537497758865</c:v>
                </c:pt>
                <c:pt idx="273">
                  <c:v>-0.25009647011756803</c:v>
                </c:pt>
                <c:pt idx="274">
                  <c:v>-0.25030878186225802</c:v>
                </c:pt>
                <c:pt idx="275">
                  <c:v>-0.24940653145313199</c:v>
                </c:pt>
                <c:pt idx="276">
                  <c:v>-0.25064530968665999</c:v>
                </c:pt>
                <c:pt idx="277">
                  <c:v>-0.24955701828002899</c:v>
                </c:pt>
                <c:pt idx="278">
                  <c:v>-0.250065296888351</c:v>
                </c:pt>
                <c:pt idx="279">
                  <c:v>-0.25033971667289701</c:v>
                </c:pt>
                <c:pt idx="280">
                  <c:v>-0.2493876516819</c:v>
                </c:pt>
                <c:pt idx="281">
                  <c:v>-0.25064474344253501</c:v>
                </c:pt>
                <c:pt idx="282">
                  <c:v>-0.24957700073719</c:v>
                </c:pt>
                <c:pt idx="283">
                  <c:v>-0.250033378601074</c:v>
                </c:pt>
                <c:pt idx="284">
                  <c:v>-0.25037118792533802</c:v>
                </c:pt>
                <c:pt idx="285">
                  <c:v>-0.24936863780021601</c:v>
                </c:pt>
                <c:pt idx="286">
                  <c:v>-0.25064396858215299</c:v>
                </c:pt>
                <c:pt idx="287">
                  <c:v>-0.24959759414196001</c:v>
                </c:pt>
                <c:pt idx="288">
                  <c:v>-0.25000077486038202</c:v>
                </c:pt>
                <c:pt idx="289">
                  <c:v>-0.25040355324745101</c:v>
                </c:pt>
                <c:pt idx="290">
                  <c:v>-0.24934908747673001</c:v>
                </c:pt>
                <c:pt idx="291">
                  <c:v>-0.25064304471015902</c:v>
                </c:pt>
                <c:pt idx="292">
                  <c:v>-0.24961879849433899</c:v>
                </c:pt>
                <c:pt idx="293">
                  <c:v>-0.24996721744537301</c:v>
                </c:pt>
                <c:pt idx="294">
                  <c:v>-0.25043663382530201</c:v>
                </c:pt>
                <c:pt idx="295">
                  <c:v>-0.24932909011840801</c:v>
                </c:pt>
                <c:pt idx="296">
                  <c:v>-0.25064182281494102</c:v>
                </c:pt>
                <c:pt idx="297">
                  <c:v>-0.249640852212905</c:v>
                </c:pt>
                <c:pt idx="298">
                  <c:v>-0.24993246793746901</c:v>
                </c:pt>
                <c:pt idx="299">
                  <c:v>-0.25047084689140298</c:v>
                </c:pt>
                <c:pt idx="300">
                  <c:v>-0.24930873513221699</c:v>
                </c:pt>
                <c:pt idx="301">
                  <c:v>-0.25064045190811102</c:v>
                </c:pt>
                <c:pt idx="302">
                  <c:v>-0.24966382980346599</c:v>
                </c:pt>
                <c:pt idx="303">
                  <c:v>-0.24989646673202501</c:v>
                </c:pt>
                <c:pt idx="304">
                  <c:v>-0.25050610303878701</c:v>
                </c:pt>
                <c:pt idx="305">
                  <c:v>-0.249287649989128</c:v>
                </c:pt>
                <c:pt idx="306">
                  <c:v>-0.25063887238502502</c:v>
                </c:pt>
                <c:pt idx="307">
                  <c:v>-0.249687895178794</c:v>
                </c:pt>
                <c:pt idx="308">
                  <c:v>-0.24985888600349401</c:v>
                </c:pt>
                <c:pt idx="309">
                  <c:v>-0.25054293870925898</c:v>
                </c:pt>
                <c:pt idx="310">
                  <c:v>-0.24926595389842901</c:v>
                </c:pt>
                <c:pt idx="311">
                  <c:v>-0.250636786222457</c:v>
                </c:pt>
                <c:pt idx="312">
                  <c:v>-0.24971330165863001</c:v>
                </c:pt>
                <c:pt idx="313">
                  <c:v>-0.24981951713562001</c:v>
                </c:pt>
                <c:pt idx="314">
                  <c:v>-0.250581353902816</c:v>
                </c:pt>
                <c:pt idx="315">
                  <c:v>-0.249243393540382</c:v>
                </c:pt>
                <c:pt idx="316">
                  <c:v>-0.25063443183898898</c:v>
                </c:pt>
                <c:pt idx="317">
                  <c:v>-0.24974021315574599</c:v>
                </c:pt>
                <c:pt idx="318">
                  <c:v>-0.249778017401695</c:v>
                </c:pt>
                <c:pt idx="319">
                  <c:v>-0.25062170624732899</c:v>
                </c:pt>
                <c:pt idx="320">
                  <c:v>-0.249219834804534</c:v>
                </c:pt>
                <c:pt idx="321">
                  <c:v>-0.25063169002532898</c:v>
                </c:pt>
                <c:pt idx="322">
                  <c:v>-0.24976877868175501</c:v>
                </c:pt>
                <c:pt idx="323">
                  <c:v>-0.24973405897617301</c:v>
                </c:pt>
                <c:pt idx="324">
                  <c:v>-0.25066429376602101</c:v>
                </c:pt>
                <c:pt idx="325">
                  <c:v>-0.24919526278972601</c:v>
                </c:pt>
                <c:pt idx="326">
                  <c:v>-0.250628381967544</c:v>
                </c:pt>
                <c:pt idx="327">
                  <c:v>-0.24979937076568601</c:v>
                </c:pt>
                <c:pt idx="328">
                  <c:v>-0.24968741834163599</c:v>
                </c:pt>
                <c:pt idx="329">
                  <c:v>-0.25070923566818198</c:v>
                </c:pt>
                <c:pt idx="330">
                  <c:v>-0.24916937947273199</c:v>
                </c:pt>
                <c:pt idx="331">
                  <c:v>-0.25062441825866699</c:v>
                </c:pt>
                <c:pt idx="332">
                  <c:v>-0.24983228743076299</c:v>
                </c:pt>
                <c:pt idx="333">
                  <c:v>-0.24963751435279799</c:v>
                </c:pt>
                <c:pt idx="334">
                  <c:v>-0.25075715780258101</c:v>
                </c:pt>
                <c:pt idx="335">
                  <c:v>-0.24914218485355299</c:v>
                </c:pt>
                <c:pt idx="336">
                  <c:v>-0.25061982870101901</c:v>
                </c:pt>
                <c:pt idx="337">
                  <c:v>-0.24986788630485501</c:v>
                </c:pt>
                <c:pt idx="338">
                  <c:v>-0.249583855271339</c:v>
                </c:pt>
                <c:pt idx="339">
                  <c:v>-0.25080841779708801</c:v>
                </c:pt>
                <c:pt idx="340">
                  <c:v>-0.24911327660083701</c:v>
                </c:pt>
                <c:pt idx="341">
                  <c:v>-0.250614404678344</c:v>
                </c:pt>
                <c:pt idx="342">
                  <c:v>-0.24990662932395899</c:v>
                </c:pt>
                <c:pt idx="343">
                  <c:v>-0.24952593445777799</c:v>
                </c:pt>
                <c:pt idx="344">
                  <c:v>-0.25086358189582803</c:v>
                </c:pt>
                <c:pt idx="345">
                  <c:v>-0.24908262491226099</c:v>
                </c:pt>
                <c:pt idx="346">
                  <c:v>-0.25060784816741899</c:v>
                </c:pt>
                <c:pt idx="347">
                  <c:v>-0.24994900822639399</c:v>
                </c:pt>
                <c:pt idx="348">
                  <c:v>-0.24946293234825101</c:v>
                </c:pt>
                <c:pt idx="349">
                  <c:v>-0.25092327594757002</c:v>
                </c:pt>
                <c:pt idx="350">
                  <c:v>-0.249049738049507</c:v>
                </c:pt>
                <c:pt idx="351">
                  <c:v>-0.25060006976127602</c:v>
                </c:pt>
                <c:pt idx="352">
                  <c:v>-0.249995753169059</c:v>
                </c:pt>
                <c:pt idx="353">
                  <c:v>-0.24939404428005199</c:v>
                </c:pt>
                <c:pt idx="354">
                  <c:v>-0.25098815560340798</c:v>
                </c:pt>
                <c:pt idx="355">
                  <c:v>-0.24901424348354301</c:v>
                </c:pt>
                <c:pt idx="356">
                  <c:v>-0.250590980052948</c:v>
                </c:pt>
                <c:pt idx="357">
                  <c:v>-0.25004765391349698</c:v>
                </c:pt>
                <c:pt idx="358">
                  <c:v>-0.24931813776493</c:v>
                </c:pt>
                <c:pt idx="359">
                  <c:v>-0.25105929374694802</c:v>
                </c:pt>
                <c:pt idx="360">
                  <c:v>-0.24897602200508101</c:v>
                </c:pt>
                <c:pt idx="361">
                  <c:v>-0.25058001279830899</c:v>
                </c:pt>
                <c:pt idx="362">
                  <c:v>-0.25010555982589699</c:v>
                </c:pt>
                <c:pt idx="363">
                  <c:v>-0.24923396110534601</c:v>
                </c:pt>
                <c:pt idx="364">
                  <c:v>-0.25113773345947199</c:v>
                </c:pt>
                <c:pt idx="365">
                  <c:v>-0.24893437325954401</c:v>
                </c:pt>
                <c:pt idx="366">
                  <c:v>-0.25056692957878102</c:v>
                </c:pt>
                <c:pt idx="367">
                  <c:v>-0.25017076730728099</c:v>
                </c:pt>
                <c:pt idx="368">
                  <c:v>-0.249139934778213</c:v>
                </c:pt>
                <c:pt idx="369">
                  <c:v>-0.251224994659423</c:v>
                </c:pt>
                <c:pt idx="370">
                  <c:v>-0.24888864159584001</c:v>
                </c:pt>
                <c:pt idx="371">
                  <c:v>-0.25055110454559298</c:v>
                </c:pt>
                <c:pt idx="372">
                  <c:v>-0.25024485588073703</c:v>
                </c:pt>
                <c:pt idx="373">
                  <c:v>-0.249033868312835</c:v>
                </c:pt>
                <c:pt idx="374">
                  <c:v>-0.25132280588150002</c:v>
                </c:pt>
                <c:pt idx="375">
                  <c:v>-0.24883805215358701</c:v>
                </c:pt>
                <c:pt idx="376">
                  <c:v>-0.25053209066390902</c:v>
                </c:pt>
                <c:pt idx="377">
                  <c:v>-0.25032979249954201</c:v>
                </c:pt>
                <c:pt idx="378">
                  <c:v>-0.248913183808326</c:v>
                </c:pt>
                <c:pt idx="379">
                  <c:v>-0.25143349170684798</c:v>
                </c:pt>
                <c:pt idx="380">
                  <c:v>-0.24878169596195199</c:v>
                </c:pt>
                <c:pt idx="381">
                  <c:v>-0.25050878524780201</c:v>
                </c:pt>
                <c:pt idx="382">
                  <c:v>-0.25042808055877602</c:v>
                </c:pt>
                <c:pt idx="383">
                  <c:v>-0.248774394392967</c:v>
                </c:pt>
                <c:pt idx="384">
                  <c:v>-0.25156021118164001</c:v>
                </c:pt>
                <c:pt idx="385">
                  <c:v>-0.24871805310249301</c:v>
                </c:pt>
                <c:pt idx="386">
                  <c:v>-0.25048029422759999</c:v>
                </c:pt>
                <c:pt idx="387">
                  <c:v>-0.25054308772086997</c:v>
                </c:pt>
                <c:pt idx="388">
                  <c:v>-0.24861292541027</c:v>
                </c:pt>
                <c:pt idx="389">
                  <c:v>-0.25170689821243197</c:v>
                </c:pt>
                <c:pt idx="390">
                  <c:v>-0.248645395040512</c:v>
                </c:pt>
                <c:pt idx="391">
                  <c:v>-0.25044494867324801</c:v>
                </c:pt>
                <c:pt idx="392">
                  <c:v>-0.250679731369018</c:v>
                </c:pt>
                <c:pt idx="393">
                  <c:v>-0.24842244386672899</c:v>
                </c:pt>
                <c:pt idx="394">
                  <c:v>-0.25187918543815602</c:v>
                </c:pt>
                <c:pt idx="395">
                  <c:v>-0.24856127798557201</c:v>
                </c:pt>
                <c:pt idx="396">
                  <c:v>-0.25040075182914701</c:v>
                </c:pt>
                <c:pt idx="397">
                  <c:v>-0.25084418058395302</c:v>
                </c:pt>
                <c:pt idx="398">
                  <c:v>-0.24819408357143399</c:v>
                </c:pt>
                <c:pt idx="399">
                  <c:v>-0.252084970474243</c:v>
                </c:pt>
                <c:pt idx="400">
                  <c:v>-0.248462259769439</c:v>
                </c:pt>
                <c:pt idx="401">
                  <c:v>-0.25034463405609098</c:v>
                </c:pt>
                <c:pt idx="402">
                  <c:v>-0.25104597210884</c:v>
                </c:pt>
                <c:pt idx="403">
                  <c:v>-0.247915133833885</c:v>
                </c:pt>
                <c:pt idx="404">
                  <c:v>-0.25233584642410201</c:v>
                </c:pt>
                <c:pt idx="405">
                  <c:v>-0.248342975974082</c:v>
                </c:pt>
                <c:pt idx="406">
                  <c:v>-0.25027218461036599</c:v>
                </c:pt>
                <c:pt idx="407">
                  <c:v>-0.25129890441894498</c:v>
                </c:pt>
                <c:pt idx="408">
                  <c:v>-0.24756647646427099</c:v>
                </c:pt>
                <c:pt idx="409">
                  <c:v>-0.25264891982078502</c:v>
                </c:pt>
                <c:pt idx="410">
                  <c:v>-0.24819570779800401</c:v>
                </c:pt>
                <c:pt idx="411">
                  <c:v>-0.25017672777175898</c:v>
                </c:pt>
                <c:pt idx="412">
                  <c:v>-0.251624405384063</c:v>
                </c:pt>
                <c:pt idx="413">
                  <c:v>-0.24711790680885301</c:v>
                </c:pt>
                <c:pt idx="414">
                  <c:v>-0.25305202603340099</c:v>
                </c:pt>
                <c:pt idx="415">
                  <c:v>-0.24800752103328699</c:v>
                </c:pt>
                <c:pt idx="416">
                  <c:v>-0.25004738569259599</c:v>
                </c:pt>
                <c:pt idx="417">
                  <c:v>-0.25205755233764598</c:v>
                </c:pt>
                <c:pt idx="418">
                  <c:v>-0.24651949107646901</c:v>
                </c:pt>
                <c:pt idx="419">
                  <c:v>-0.25359177589416498</c:v>
                </c:pt>
                <c:pt idx="420">
                  <c:v>-0.247756302356719</c:v>
                </c:pt>
                <c:pt idx="421">
                  <c:v>-0.24986569583415899</c:v>
                </c:pt>
                <c:pt idx="422">
                  <c:v>-0.252660572528839</c:v>
                </c:pt>
                <c:pt idx="423">
                  <c:v>-0.245681002736091</c:v>
                </c:pt>
                <c:pt idx="424">
                  <c:v>-0.25435465574264499</c:v>
                </c:pt>
                <c:pt idx="425">
                  <c:v>-0.24739962816238401</c:v>
                </c:pt>
                <c:pt idx="426">
                  <c:v>-0.24959737062454199</c:v>
                </c:pt>
                <c:pt idx="427">
                  <c:v>-0.25355345010757402</c:v>
                </c:pt>
                <c:pt idx="428">
                  <c:v>-0.24442240595817499</c:v>
                </c:pt>
                <c:pt idx="429">
                  <c:v>-0.25551834702491699</c:v>
                </c:pt>
                <c:pt idx="430">
                  <c:v>-0.246845617890357</c:v>
                </c:pt>
                <c:pt idx="431">
                  <c:v>-0.249171242117881</c:v>
                </c:pt>
                <c:pt idx="432">
                  <c:v>-0.25500351190567</c:v>
                </c:pt>
                <c:pt idx="433">
                  <c:v>-0.24232457578182201</c:v>
                </c:pt>
                <c:pt idx="434">
                  <c:v>-0.25751829147338801</c:v>
                </c:pt>
                <c:pt idx="435">
                  <c:v>-0.24585132300853699</c:v>
                </c:pt>
                <c:pt idx="436">
                  <c:v>-0.24841344356536799</c:v>
                </c:pt>
                <c:pt idx="437">
                  <c:v>-0.25774654746055597</c:v>
                </c:pt>
                <c:pt idx="438">
                  <c:v>-0.23813745379447901</c:v>
                </c:pt>
                <c:pt idx="439">
                  <c:v>-0.26177680492401101</c:v>
                </c:pt>
                <c:pt idx="440">
                  <c:v>-0.243502646684646</c:v>
                </c:pt>
                <c:pt idx="441">
                  <c:v>-0.246774941682815</c:v>
                </c:pt>
                <c:pt idx="442">
                  <c:v>-0.26480400562286299</c:v>
                </c:pt>
                <c:pt idx="443">
                  <c:v>-0.22574086487293199</c:v>
                </c:pt>
                <c:pt idx="444">
                  <c:v>-0.27700203657150202</c:v>
                </c:pt>
                <c:pt idx="445">
                  <c:v>-0.23153591156005801</c:v>
                </c:pt>
                <c:pt idx="446">
                  <c:v>-0.24315604567527699</c:v>
                </c:pt>
                <c:pt idx="447">
                  <c:v>-0.31576472520828203</c:v>
                </c:pt>
                <c:pt idx="448">
                  <c:v>0.249219834804534</c:v>
                </c:pt>
                <c:pt idx="449">
                  <c:v>0.81701815128326405</c:v>
                </c:pt>
                <c:pt idx="450">
                  <c:v>0.74270278215408303</c:v>
                </c:pt>
                <c:pt idx="451">
                  <c:v>0.73101019859313898</c:v>
                </c:pt>
                <c:pt idx="452">
                  <c:v>0.77830076217651301</c:v>
                </c:pt>
                <c:pt idx="453">
                  <c:v>0.72417950630187899</c:v>
                </c:pt>
                <c:pt idx="454">
                  <c:v>0.76601386070251398</c:v>
                </c:pt>
                <c:pt idx="455">
                  <c:v>0.74639385938644398</c:v>
                </c:pt>
                <c:pt idx="456">
                  <c:v>0.742903351783752</c:v>
                </c:pt>
                <c:pt idx="457">
                  <c:v>0.76312291622161799</c:v>
                </c:pt>
                <c:pt idx="458">
                  <c:v>0.73657280206680298</c:v>
                </c:pt>
                <c:pt idx="459">
                  <c:v>0.758913993835449</c:v>
                </c:pt>
                <c:pt idx="460">
                  <c:v>0.74810457229614202</c:v>
                </c:pt>
                <c:pt idx="461">
                  <c:v>0.74517679214477495</c:v>
                </c:pt>
                <c:pt idx="462">
                  <c:v>0.75891435146331698</c:v>
                </c:pt>
                <c:pt idx="463">
                  <c:v>0.74075442552566495</c:v>
                </c:pt>
                <c:pt idx="464">
                  <c:v>0.75612950325012196</c:v>
                </c:pt>
                <c:pt idx="465">
                  <c:v>0.74893563985824496</c:v>
                </c:pt>
                <c:pt idx="466">
                  <c:v>0.74609339237213101</c:v>
                </c:pt>
                <c:pt idx="467">
                  <c:v>0.75696706771850497</c:v>
                </c:pt>
                <c:pt idx="468">
                  <c:v>0.74284434318542403</c:v>
                </c:pt>
                <c:pt idx="469">
                  <c:v>0.754638671875</c:v>
                </c:pt>
                <c:pt idx="470">
                  <c:v>0.74943649768829301</c:v>
                </c:pt>
                <c:pt idx="471">
                  <c:v>0.74656641483306796</c:v>
                </c:pt>
                <c:pt idx="472">
                  <c:v>0.75586009025573697</c:v>
                </c:pt>
                <c:pt idx="473">
                  <c:v>0.74409276247024503</c:v>
                </c:pt>
                <c:pt idx="474">
                  <c:v>0.75370514392852705</c:v>
                </c:pt>
                <c:pt idx="475">
                  <c:v>0.74978184700012196</c:v>
                </c:pt>
                <c:pt idx="476">
                  <c:v>0.74683809280395497</c:v>
                </c:pt>
                <c:pt idx="477">
                  <c:v>0.75515818595886197</c:v>
                </c:pt>
                <c:pt idx="478">
                  <c:v>0.74491822719573897</c:v>
                </c:pt>
                <c:pt idx="479">
                  <c:v>0.75306117534637396</c:v>
                </c:pt>
                <c:pt idx="480">
                  <c:v>0.75004392862319902</c:v>
                </c:pt>
                <c:pt idx="481">
                  <c:v>0.74699914455413796</c:v>
                </c:pt>
                <c:pt idx="482">
                  <c:v>0.75468409061431796</c:v>
                </c:pt>
                <c:pt idx="483">
                  <c:v>0.74550074338912897</c:v>
                </c:pt>
                <c:pt idx="484">
                  <c:v>0.75258660316467196</c:v>
                </c:pt>
                <c:pt idx="485">
                  <c:v>0.75025784969329801</c:v>
                </c:pt>
                <c:pt idx="486">
                  <c:v>0.74709087610244695</c:v>
                </c:pt>
                <c:pt idx="487">
                  <c:v>0.754352927207946</c:v>
                </c:pt>
                <c:pt idx="488">
                  <c:v>0.745930194854736</c:v>
                </c:pt>
                <c:pt idx="489">
                  <c:v>0.75221860408782903</c:v>
                </c:pt>
                <c:pt idx="490">
                  <c:v>0.75044298171997004</c:v>
                </c:pt>
                <c:pt idx="491">
                  <c:v>0.74713397026062001</c:v>
                </c:pt>
                <c:pt idx="492">
                  <c:v>0.75411891937255804</c:v>
                </c:pt>
                <c:pt idx="493">
                  <c:v>0.74625599384307795</c:v>
                </c:pt>
                <c:pt idx="494">
                  <c:v>0.75192153453826904</c:v>
                </c:pt>
                <c:pt idx="495">
                  <c:v>0.75061184167861905</c:v>
                </c:pt>
                <c:pt idx="496">
                  <c:v>0.747139632701873</c:v>
                </c:pt>
                <c:pt idx="497">
                  <c:v>0.75395578145980802</c:v>
                </c:pt>
                <c:pt idx="498">
                  <c:v>0.74650788307189897</c:v>
                </c:pt>
                <c:pt idx="499">
                  <c:v>0.75167340040206898</c:v>
                </c:pt>
                <c:pt idx="500">
                  <c:v>0.75077277421951205</c:v>
                </c:pt>
                <c:pt idx="501">
                  <c:v>0.74711352586746205</c:v>
                </c:pt>
                <c:pt idx="502">
                  <c:v>0.753848016262054</c:v>
                </c:pt>
                <c:pt idx="503">
                  <c:v>0.746704220771789</c:v>
                </c:pt>
                <c:pt idx="504">
                  <c:v>0.75145953893661499</c:v>
                </c:pt>
                <c:pt idx="505">
                  <c:v>0.75093233585357599</c:v>
                </c:pt>
                <c:pt idx="506">
                  <c:v>0.74705809354782104</c:v>
                </c:pt>
                <c:pt idx="507">
                  <c:v>0.75378656387329102</c:v>
                </c:pt>
                <c:pt idx="508">
                  <c:v>0.74685692787170399</c:v>
                </c:pt>
                <c:pt idx="509">
                  <c:v>0.75126969814300504</c:v>
                </c:pt>
                <c:pt idx="510">
                  <c:v>0.75109601020812899</c:v>
                </c:pt>
                <c:pt idx="511">
                  <c:v>0.746973276138305</c:v>
                </c:pt>
                <c:pt idx="512">
                  <c:v>0.75376671552658003</c:v>
                </c:pt>
                <c:pt idx="513">
                  <c:v>0.74697333574295</c:v>
                </c:pt>
                <c:pt idx="514">
                  <c:v>0.75109601020812899</c:v>
                </c:pt>
                <c:pt idx="515">
                  <c:v>0.75126969814300504</c:v>
                </c:pt>
                <c:pt idx="516">
                  <c:v>0.74685692787170399</c:v>
                </c:pt>
                <c:pt idx="517">
                  <c:v>0.75378668308258001</c:v>
                </c:pt>
                <c:pt idx="518">
                  <c:v>0.74705815315246504</c:v>
                </c:pt>
                <c:pt idx="519">
                  <c:v>0.750932276248931</c:v>
                </c:pt>
                <c:pt idx="520">
                  <c:v>0.75145965814590399</c:v>
                </c:pt>
                <c:pt idx="521">
                  <c:v>0.74670433998107899</c:v>
                </c:pt>
                <c:pt idx="522">
                  <c:v>0.753848016262054</c:v>
                </c:pt>
                <c:pt idx="523">
                  <c:v>0.74711346626281705</c:v>
                </c:pt>
                <c:pt idx="524">
                  <c:v>0.75077283382415705</c:v>
                </c:pt>
                <c:pt idx="525">
                  <c:v>0.75167351961135798</c:v>
                </c:pt>
                <c:pt idx="526">
                  <c:v>0.74650788307189897</c:v>
                </c:pt>
                <c:pt idx="527">
                  <c:v>0.75395572185516302</c:v>
                </c:pt>
                <c:pt idx="528">
                  <c:v>0.747139692306518</c:v>
                </c:pt>
                <c:pt idx="529">
                  <c:v>0.75061190128326405</c:v>
                </c:pt>
                <c:pt idx="530">
                  <c:v>0.75192165374755804</c:v>
                </c:pt>
                <c:pt idx="531">
                  <c:v>0.74625599384307795</c:v>
                </c:pt>
                <c:pt idx="532">
                  <c:v>0.75411891937255804</c:v>
                </c:pt>
                <c:pt idx="533">
                  <c:v>0.74713397026062001</c:v>
                </c:pt>
                <c:pt idx="534">
                  <c:v>0.75044298171997004</c:v>
                </c:pt>
                <c:pt idx="535">
                  <c:v>0.75221860408782903</c:v>
                </c:pt>
                <c:pt idx="536">
                  <c:v>0.745930194854736</c:v>
                </c:pt>
                <c:pt idx="537">
                  <c:v>0.754352986812591</c:v>
                </c:pt>
                <c:pt idx="538">
                  <c:v>0.74709087610244695</c:v>
                </c:pt>
                <c:pt idx="539">
                  <c:v>0.75025773048400801</c:v>
                </c:pt>
                <c:pt idx="540">
                  <c:v>0.75258660316467196</c:v>
                </c:pt>
                <c:pt idx="541">
                  <c:v>0.74550080299377397</c:v>
                </c:pt>
                <c:pt idx="542">
                  <c:v>0.75468420982360795</c:v>
                </c:pt>
                <c:pt idx="543">
                  <c:v>0.74699908494949296</c:v>
                </c:pt>
                <c:pt idx="544">
                  <c:v>0.75004392862319902</c:v>
                </c:pt>
                <c:pt idx="545">
                  <c:v>0.75306129455566395</c:v>
                </c:pt>
                <c:pt idx="546">
                  <c:v>0.74491822719573897</c:v>
                </c:pt>
                <c:pt idx="547">
                  <c:v>0.75515806674957198</c:v>
                </c:pt>
                <c:pt idx="548">
                  <c:v>0.74683809280395497</c:v>
                </c:pt>
                <c:pt idx="549">
                  <c:v>0.74978196620941095</c:v>
                </c:pt>
                <c:pt idx="550">
                  <c:v>0.75370502471923795</c:v>
                </c:pt>
                <c:pt idx="551">
                  <c:v>0.74409270286560003</c:v>
                </c:pt>
                <c:pt idx="552">
                  <c:v>0.75586009025573697</c:v>
                </c:pt>
                <c:pt idx="553">
                  <c:v>0.74656641483306796</c:v>
                </c:pt>
                <c:pt idx="554">
                  <c:v>0.74943643808364802</c:v>
                </c:pt>
                <c:pt idx="555">
                  <c:v>0.75463855266571001</c:v>
                </c:pt>
                <c:pt idx="556">
                  <c:v>0.74284446239471402</c:v>
                </c:pt>
                <c:pt idx="557">
                  <c:v>0.75696724653243996</c:v>
                </c:pt>
                <c:pt idx="558">
                  <c:v>0.74609333276748602</c:v>
                </c:pt>
                <c:pt idx="559">
                  <c:v>0.74893558025360096</c:v>
                </c:pt>
                <c:pt idx="560">
                  <c:v>0.75612944364547696</c:v>
                </c:pt>
                <c:pt idx="561">
                  <c:v>0.74075436592101995</c:v>
                </c:pt>
                <c:pt idx="562">
                  <c:v>0.75891435146331698</c:v>
                </c:pt>
                <c:pt idx="563">
                  <c:v>0.74517667293548495</c:v>
                </c:pt>
                <c:pt idx="564">
                  <c:v>0.74810457229614202</c:v>
                </c:pt>
                <c:pt idx="565">
                  <c:v>0.758913934230804</c:v>
                </c:pt>
                <c:pt idx="566">
                  <c:v>0.73657280206680298</c:v>
                </c:pt>
                <c:pt idx="567">
                  <c:v>0.76312279701232899</c:v>
                </c:pt>
                <c:pt idx="568">
                  <c:v>0.742903351783752</c:v>
                </c:pt>
                <c:pt idx="569">
                  <c:v>0.74639379978179898</c:v>
                </c:pt>
                <c:pt idx="570">
                  <c:v>0.76601374149322499</c:v>
                </c:pt>
                <c:pt idx="571">
                  <c:v>0.72417950630187899</c:v>
                </c:pt>
                <c:pt idx="572">
                  <c:v>0.77830076217651301</c:v>
                </c:pt>
                <c:pt idx="573">
                  <c:v>0.73101019859313898</c:v>
                </c:pt>
                <c:pt idx="574">
                  <c:v>0.74270284175872803</c:v>
                </c:pt>
                <c:pt idx="575">
                  <c:v>0.81701815128326405</c:v>
                </c:pt>
                <c:pt idx="576">
                  <c:v>0.249219834804534</c:v>
                </c:pt>
                <c:pt idx="577">
                  <c:v>-0.31576478481292702</c:v>
                </c:pt>
                <c:pt idx="578">
                  <c:v>-0.24315603077411599</c:v>
                </c:pt>
                <c:pt idx="579">
                  <c:v>-0.23153601586818601</c:v>
                </c:pt>
                <c:pt idx="580">
                  <c:v>-0.27700203657150202</c:v>
                </c:pt>
                <c:pt idx="581">
                  <c:v>-0.22574086487293199</c:v>
                </c:pt>
                <c:pt idx="582">
                  <c:v>-0.26480403542518599</c:v>
                </c:pt>
                <c:pt idx="583">
                  <c:v>-0.24677500128745999</c:v>
                </c:pt>
                <c:pt idx="584">
                  <c:v>-0.24350269138812999</c:v>
                </c:pt>
                <c:pt idx="585">
                  <c:v>-0.26177686452865601</c:v>
                </c:pt>
                <c:pt idx="586">
                  <c:v>-0.23813751339912401</c:v>
                </c:pt>
                <c:pt idx="587">
                  <c:v>-0.25774657726287797</c:v>
                </c:pt>
                <c:pt idx="588">
                  <c:v>-0.24841342866420699</c:v>
                </c:pt>
                <c:pt idx="589">
                  <c:v>-0.24585133790969799</c:v>
                </c:pt>
                <c:pt idx="590">
                  <c:v>-0.257518351078033</c:v>
                </c:pt>
                <c:pt idx="591">
                  <c:v>-0.24232457578182201</c:v>
                </c:pt>
                <c:pt idx="592">
                  <c:v>-0.255003571510314</c:v>
                </c:pt>
                <c:pt idx="593">
                  <c:v>-0.24917131662368699</c:v>
                </c:pt>
                <c:pt idx="594">
                  <c:v>-0.246845677495002</c:v>
                </c:pt>
                <c:pt idx="595">
                  <c:v>-0.25551831722259499</c:v>
                </c:pt>
                <c:pt idx="596">
                  <c:v>-0.24442242085933599</c:v>
                </c:pt>
                <c:pt idx="597">
                  <c:v>-0.25355350971221902</c:v>
                </c:pt>
                <c:pt idx="598">
                  <c:v>-0.24959734082221899</c:v>
                </c:pt>
                <c:pt idx="599">
                  <c:v>-0.24739962816238401</c:v>
                </c:pt>
                <c:pt idx="600">
                  <c:v>-0.25435468554496699</c:v>
                </c:pt>
                <c:pt idx="601">
                  <c:v>-0.24568098783493</c:v>
                </c:pt>
                <c:pt idx="602">
                  <c:v>-0.252660572528839</c:v>
                </c:pt>
                <c:pt idx="603">
                  <c:v>-0.24986568093299799</c:v>
                </c:pt>
                <c:pt idx="604">
                  <c:v>-0.247756361961364</c:v>
                </c:pt>
                <c:pt idx="605">
                  <c:v>-0.25359183549880898</c:v>
                </c:pt>
                <c:pt idx="606">
                  <c:v>-0.24651946127414701</c:v>
                </c:pt>
                <c:pt idx="607">
                  <c:v>-0.25205758213996798</c:v>
                </c:pt>
                <c:pt idx="608">
                  <c:v>-0.25004738569259599</c:v>
                </c:pt>
                <c:pt idx="609">
                  <c:v>-0.24800755083560899</c:v>
                </c:pt>
                <c:pt idx="610">
                  <c:v>-0.25305202603340099</c:v>
                </c:pt>
                <c:pt idx="611">
                  <c:v>-0.24711792171001401</c:v>
                </c:pt>
                <c:pt idx="612">
                  <c:v>-0.251624345779418</c:v>
                </c:pt>
                <c:pt idx="613">
                  <c:v>-0.25017675757408098</c:v>
                </c:pt>
                <c:pt idx="614">
                  <c:v>-0.24819572269916501</c:v>
                </c:pt>
                <c:pt idx="615">
                  <c:v>-0.25264889001846302</c:v>
                </c:pt>
                <c:pt idx="616">
                  <c:v>-0.24756649136543199</c:v>
                </c:pt>
                <c:pt idx="617">
                  <c:v>-0.25129890441894498</c:v>
                </c:pt>
                <c:pt idx="618">
                  <c:v>-0.25027221441268899</c:v>
                </c:pt>
                <c:pt idx="619">
                  <c:v>-0.248342961072921</c:v>
                </c:pt>
                <c:pt idx="620">
                  <c:v>-0.25233584642410201</c:v>
                </c:pt>
                <c:pt idx="621">
                  <c:v>-0.247915104031562</c:v>
                </c:pt>
                <c:pt idx="622">
                  <c:v>-0.251046031713485</c:v>
                </c:pt>
                <c:pt idx="623">
                  <c:v>-0.25034457445144598</c:v>
                </c:pt>
                <c:pt idx="624">
                  <c:v>-0.248462259769439</c:v>
                </c:pt>
                <c:pt idx="625">
                  <c:v>-0.25208508968353199</c:v>
                </c:pt>
                <c:pt idx="626">
                  <c:v>-0.24819406867027199</c:v>
                </c:pt>
                <c:pt idx="627">
                  <c:v>-0.25084424018859802</c:v>
                </c:pt>
                <c:pt idx="628">
                  <c:v>-0.250400781631469</c:v>
                </c:pt>
                <c:pt idx="629">
                  <c:v>-0.24856129288673401</c:v>
                </c:pt>
                <c:pt idx="630">
                  <c:v>-0.25187915563583302</c:v>
                </c:pt>
                <c:pt idx="631">
                  <c:v>-0.24842242896556799</c:v>
                </c:pt>
                <c:pt idx="632">
                  <c:v>-0.250679671764373</c:v>
                </c:pt>
                <c:pt idx="633">
                  <c:v>-0.25044494867324801</c:v>
                </c:pt>
                <c:pt idx="634">
                  <c:v>-0.248645409941673</c:v>
                </c:pt>
                <c:pt idx="635">
                  <c:v>-0.25170683860778797</c:v>
                </c:pt>
                <c:pt idx="636">
                  <c:v>-0.24861298501491499</c:v>
                </c:pt>
                <c:pt idx="637">
                  <c:v>-0.25054311752319303</c:v>
                </c:pt>
                <c:pt idx="638">
                  <c:v>-0.25048023462295499</c:v>
                </c:pt>
                <c:pt idx="639">
                  <c:v>-0.24871797859668701</c:v>
                </c:pt>
                <c:pt idx="640">
                  <c:v>-0.25156021118164001</c:v>
                </c:pt>
                <c:pt idx="641">
                  <c:v>-0.24877443909645</c:v>
                </c:pt>
                <c:pt idx="642">
                  <c:v>-0.25042802095413202</c:v>
                </c:pt>
                <c:pt idx="643">
                  <c:v>-0.25050875544548001</c:v>
                </c:pt>
                <c:pt idx="644">
                  <c:v>-0.24878163635730699</c:v>
                </c:pt>
                <c:pt idx="645">
                  <c:v>-0.25143355131149198</c:v>
                </c:pt>
                <c:pt idx="646">
                  <c:v>-0.248913198709487</c:v>
                </c:pt>
                <c:pt idx="647">
                  <c:v>-0.25032979249954201</c:v>
                </c:pt>
                <c:pt idx="648">
                  <c:v>-0.25053203105926503</c:v>
                </c:pt>
                <c:pt idx="649">
                  <c:v>-0.24883806705474801</c:v>
                </c:pt>
                <c:pt idx="650">
                  <c:v>-0.25132277607917702</c:v>
                </c:pt>
                <c:pt idx="651">
                  <c:v>-0.249033853411674</c:v>
                </c:pt>
                <c:pt idx="652">
                  <c:v>-0.25024488568305903</c:v>
                </c:pt>
                <c:pt idx="653">
                  <c:v>-0.25055116415023798</c:v>
                </c:pt>
                <c:pt idx="654">
                  <c:v>-0.24888868629932401</c:v>
                </c:pt>
                <c:pt idx="655">
                  <c:v>-0.251224994659423</c:v>
                </c:pt>
                <c:pt idx="656">
                  <c:v>-0.249139904975891</c:v>
                </c:pt>
                <c:pt idx="657">
                  <c:v>-0.25017076730728099</c:v>
                </c:pt>
                <c:pt idx="658">
                  <c:v>-0.25056686997413602</c:v>
                </c:pt>
                <c:pt idx="659">
                  <c:v>-0.24893431365489899</c:v>
                </c:pt>
                <c:pt idx="660">
                  <c:v>-0.25113773345947199</c:v>
                </c:pt>
                <c:pt idx="661">
                  <c:v>-0.24923397600650701</c:v>
                </c:pt>
                <c:pt idx="662">
                  <c:v>-0.250105530023574</c:v>
                </c:pt>
                <c:pt idx="663">
                  <c:v>-0.25058001279830899</c:v>
                </c:pt>
                <c:pt idx="664">
                  <c:v>-0.24897603690624201</c:v>
                </c:pt>
                <c:pt idx="665">
                  <c:v>-0.25105932354927002</c:v>
                </c:pt>
                <c:pt idx="666">
                  <c:v>-0.249318152666091</c:v>
                </c:pt>
                <c:pt idx="667">
                  <c:v>-0.25004762411117498</c:v>
                </c:pt>
                <c:pt idx="668">
                  <c:v>-0.250591039657592</c:v>
                </c:pt>
                <c:pt idx="669">
                  <c:v>-0.24901428818702601</c:v>
                </c:pt>
                <c:pt idx="670">
                  <c:v>-0.25098821520805298</c:v>
                </c:pt>
                <c:pt idx="671">
                  <c:v>-0.24939398467540699</c:v>
                </c:pt>
                <c:pt idx="672">
                  <c:v>-0.24999576807022</c:v>
                </c:pt>
                <c:pt idx="673">
                  <c:v>-0.25060015916824302</c:v>
                </c:pt>
                <c:pt idx="674">
                  <c:v>-0.249049678444862</c:v>
                </c:pt>
                <c:pt idx="675">
                  <c:v>-0.25092321634292603</c:v>
                </c:pt>
                <c:pt idx="676">
                  <c:v>-0.24946296215057301</c:v>
                </c:pt>
                <c:pt idx="677">
                  <c:v>-0.24994905292987801</c:v>
                </c:pt>
                <c:pt idx="678">
                  <c:v>-0.25060784816741899</c:v>
                </c:pt>
                <c:pt idx="679">
                  <c:v>-0.24908261001109999</c:v>
                </c:pt>
                <c:pt idx="680">
                  <c:v>-0.25086361169815002</c:v>
                </c:pt>
                <c:pt idx="681">
                  <c:v>-0.24952596426010101</c:v>
                </c:pt>
                <c:pt idx="682">
                  <c:v>-0.24990659952163599</c:v>
                </c:pt>
                <c:pt idx="683">
                  <c:v>-0.25061428546905501</c:v>
                </c:pt>
                <c:pt idx="684">
                  <c:v>-0.24911329150199801</c:v>
                </c:pt>
                <c:pt idx="685">
                  <c:v>-0.25080844759941101</c:v>
                </c:pt>
                <c:pt idx="686">
                  <c:v>-0.249583885073661</c:v>
                </c:pt>
                <c:pt idx="687">
                  <c:v>-0.24986787140369399</c:v>
                </c:pt>
                <c:pt idx="688">
                  <c:v>-0.25061982870101901</c:v>
                </c:pt>
                <c:pt idx="689">
                  <c:v>-0.249142155051231</c:v>
                </c:pt>
                <c:pt idx="690">
                  <c:v>-0.25075715780258101</c:v>
                </c:pt>
                <c:pt idx="691">
                  <c:v>-0.24963746964931399</c:v>
                </c:pt>
                <c:pt idx="692">
                  <c:v>-0.249832272529602</c:v>
                </c:pt>
                <c:pt idx="693">
                  <c:v>-0.25062444806098899</c:v>
                </c:pt>
                <c:pt idx="694">
                  <c:v>-0.24916940927505399</c:v>
                </c:pt>
                <c:pt idx="695">
                  <c:v>-0.25070923566818198</c:v>
                </c:pt>
                <c:pt idx="696">
                  <c:v>-0.24968740344047499</c:v>
                </c:pt>
                <c:pt idx="697">
                  <c:v>-0.24979934096336301</c:v>
                </c:pt>
                <c:pt idx="698">
                  <c:v>-0.250628411769866</c:v>
                </c:pt>
                <c:pt idx="699">
                  <c:v>-0.24919523298740301</c:v>
                </c:pt>
                <c:pt idx="700">
                  <c:v>-0.25066429376602101</c:v>
                </c:pt>
                <c:pt idx="701">
                  <c:v>-0.24973410367965601</c:v>
                </c:pt>
                <c:pt idx="702">
                  <c:v>-0.24976879358291601</c:v>
                </c:pt>
                <c:pt idx="703">
                  <c:v>-0.25063169002532898</c:v>
                </c:pt>
                <c:pt idx="704">
                  <c:v>-0.249219834804534</c:v>
                </c:pt>
                <c:pt idx="705">
                  <c:v>-0.25062167644500699</c:v>
                </c:pt>
                <c:pt idx="706">
                  <c:v>-0.249777972698211</c:v>
                </c:pt>
                <c:pt idx="707">
                  <c:v>-0.24974012374877899</c:v>
                </c:pt>
                <c:pt idx="708">
                  <c:v>-0.25063443183898898</c:v>
                </c:pt>
                <c:pt idx="709">
                  <c:v>-0.249243378639221</c:v>
                </c:pt>
                <c:pt idx="710">
                  <c:v>-0.25058141350746099</c:v>
                </c:pt>
                <c:pt idx="711">
                  <c:v>-0.24981947243213601</c:v>
                </c:pt>
                <c:pt idx="712">
                  <c:v>-0.24971327185630701</c:v>
                </c:pt>
                <c:pt idx="713">
                  <c:v>-0.25063681602478</c:v>
                </c:pt>
                <c:pt idx="714">
                  <c:v>-0.24926590919494601</c:v>
                </c:pt>
                <c:pt idx="715">
                  <c:v>-0.25054299831390298</c:v>
                </c:pt>
                <c:pt idx="716">
                  <c:v>-0.24985885620117099</c:v>
                </c:pt>
                <c:pt idx="717">
                  <c:v>-0.249687924981117</c:v>
                </c:pt>
                <c:pt idx="718">
                  <c:v>-0.25063884258270203</c:v>
                </c:pt>
                <c:pt idx="719">
                  <c:v>-0.249287664890289</c:v>
                </c:pt>
                <c:pt idx="720">
                  <c:v>-0.25050613284111001</c:v>
                </c:pt>
                <c:pt idx="721">
                  <c:v>-0.24989645183086301</c:v>
                </c:pt>
                <c:pt idx="722">
                  <c:v>-0.24966384470462799</c:v>
                </c:pt>
                <c:pt idx="723">
                  <c:v>-0.25064036250114402</c:v>
                </c:pt>
                <c:pt idx="724">
                  <c:v>-0.24930867552757199</c:v>
                </c:pt>
                <c:pt idx="725">
                  <c:v>-0.25047075748443598</c:v>
                </c:pt>
                <c:pt idx="726">
                  <c:v>-0.24993252754211401</c:v>
                </c:pt>
                <c:pt idx="727">
                  <c:v>-0.249640837311744</c:v>
                </c:pt>
                <c:pt idx="728">
                  <c:v>-0.25064182281494102</c:v>
                </c:pt>
                <c:pt idx="729">
                  <c:v>-0.24932914972305201</c:v>
                </c:pt>
                <c:pt idx="730">
                  <c:v>-0.25043669342994601</c:v>
                </c:pt>
                <c:pt idx="731">
                  <c:v>-0.24996718764305101</c:v>
                </c:pt>
                <c:pt idx="732">
                  <c:v>-0.24961878359317699</c:v>
                </c:pt>
                <c:pt idx="733">
                  <c:v>-0.25064304471015902</c:v>
                </c:pt>
                <c:pt idx="734">
                  <c:v>-0.24934904277324599</c:v>
                </c:pt>
                <c:pt idx="735">
                  <c:v>-0.25040352344512901</c:v>
                </c:pt>
                <c:pt idx="736">
                  <c:v>-0.25000077486038202</c:v>
                </c:pt>
                <c:pt idx="737">
                  <c:v>-0.24959757924079801</c:v>
                </c:pt>
                <c:pt idx="738">
                  <c:v>-0.25064393877982999</c:v>
                </c:pt>
                <c:pt idx="739">
                  <c:v>-0.24936856329441001</c:v>
                </c:pt>
                <c:pt idx="740">
                  <c:v>-0.25037124752998302</c:v>
                </c:pt>
                <c:pt idx="741">
                  <c:v>-0.250033408403396</c:v>
                </c:pt>
                <c:pt idx="742">
                  <c:v>-0.249577030539512</c:v>
                </c:pt>
                <c:pt idx="743">
                  <c:v>-0.25064471364021301</c:v>
                </c:pt>
                <c:pt idx="744">
                  <c:v>-0.2493876516819</c:v>
                </c:pt>
                <c:pt idx="745">
                  <c:v>-0.25033971667289701</c:v>
                </c:pt>
                <c:pt idx="746">
                  <c:v>-0.250065207481384</c:v>
                </c:pt>
                <c:pt idx="747">
                  <c:v>-0.24955703318118999</c:v>
                </c:pt>
                <c:pt idx="748">
                  <c:v>-0.25064530968665999</c:v>
                </c:pt>
                <c:pt idx="749">
                  <c:v>-0.24940654635429299</c:v>
                </c:pt>
                <c:pt idx="750">
                  <c:v>-0.25030860304832397</c:v>
                </c:pt>
                <c:pt idx="751">
                  <c:v>-0.25009649991989102</c:v>
                </c:pt>
                <c:pt idx="752">
                  <c:v>-0.249537423253059</c:v>
                </c:pt>
                <c:pt idx="753">
                  <c:v>-0.25064569711685097</c:v>
                </c:pt>
                <c:pt idx="754">
                  <c:v>-0.24942520260810799</c:v>
                </c:pt>
                <c:pt idx="755">
                  <c:v>-0.25027805566787698</c:v>
                </c:pt>
                <c:pt idx="756">
                  <c:v>-0.25012713670730502</c:v>
                </c:pt>
                <c:pt idx="757">
                  <c:v>-0.24951834976673101</c:v>
                </c:pt>
                <c:pt idx="758">
                  <c:v>-0.25064605474472001</c:v>
                </c:pt>
                <c:pt idx="759">
                  <c:v>-0.249443724751472</c:v>
                </c:pt>
                <c:pt idx="760">
                  <c:v>-0.25024777650833102</c:v>
                </c:pt>
                <c:pt idx="761">
                  <c:v>-0.25015759468078602</c:v>
                </c:pt>
                <c:pt idx="762">
                  <c:v>-0.24949949979782099</c:v>
                </c:pt>
                <c:pt idx="763">
                  <c:v>-0.25064623355865401</c:v>
                </c:pt>
                <c:pt idx="764">
                  <c:v>-0.24946221709251401</c:v>
                </c:pt>
                <c:pt idx="765">
                  <c:v>-0.250217795372009</c:v>
                </c:pt>
                <c:pt idx="766">
                  <c:v>-0.25018766522407498</c:v>
                </c:pt>
                <c:pt idx="767">
                  <c:v>-0.24948087334632801</c:v>
                </c:pt>
                <c:pt idx="768">
                  <c:v>-0.25064629316329901</c:v>
                </c:pt>
                <c:pt idx="769">
                  <c:v>-0.24948084354400599</c:v>
                </c:pt>
                <c:pt idx="770">
                  <c:v>-0.25018772482871998</c:v>
                </c:pt>
                <c:pt idx="771">
                  <c:v>-0.250217825174331</c:v>
                </c:pt>
                <c:pt idx="772">
                  <c:v>-0.24946233630180301</c:v>
                </c:pt>
                <c:pt idx="773">
                  <c:v>-0.25064623355865401</c:v>
                </c:pt>
                <c:pt idx="774">
                  <c:v>-0.24949952960014299</c:v>
                </c:pt>
                <c:pt idx="775">
                  <c:v>-0.25015753507614102</c:v>
                </c:pt>
                <c:pt idx="776">
                  <c:v>-0.25024789571762002</c:v>
                </c:pt>
                <c:pt idx="777">
                  <c:v>-0.2494438290596</c:v>
                </c:pt>
                <c:pt idx="778">
                  <c:v>-0.25064605474472001</c:v>
                </c:pt>
                <c:pt idx="779">
                  <c:v>-0.24951836466789201</c:v>
                </c:pt>
                <c:pt idx="780">
                  <c:v>-0.25012719631195002</c:v>
                </c:pt>
                <c:pt idx="781">
                  <c:v>-0.25027817487716603</c:v>
                </c:pt>
                <c:pt idx="782">
                  <c:v>-0.249425143003463</c:v>
                </c:pt>
                <c:pt idx="783">
                  <c:v>-0.25064575672149603</c:v>
                </c:pt>
                <c:pt idx="784">
                  <c:v>-0.249537497758865</c:v>
                </c:pt>
                <c:pt idx="785">
                  <c:v>-0.25009647011756803</c:v>
                </c:pt>
                <c:pt idx="786">
                  <c:v>-0.25030878186225802</c:v>
                </c:pt>
                <c:pt idx="787">
                  <c:v>-0.24940653145313199</c:v>
                </c:pt>
                <c:pt idx="788">
                  <c:v>-0.25064530968665999</c:v>
                </c:pt>
                <c:pt idx="789">
                  <c:v>-0.24955701828002899</c:v>
                </c:pt>
                <c:pt idx="790">
                  <c:v>-0.250065296888351</c:v>
                </c:pt>
                <c:pt idx="791">
                  <c:v>-0.25033971667289701</c:v>
                </c:pt>
                <c:pt idx="792">
                  <c:v>-0.2493876516819</c:v>
                </c:pt>
                <c:pt idx="793">
                  <c:v>-0.25064474344253501</c:v>
                </c:pt>
                <c:pt idx="794">
                  <c:v>-0.24957700073719</c:v>
                </c:pt>
                <c:pt idx="795">
                  <c:v>-0.250033378601074</c:v>
                </c:pt>
                <c:pt idx="796">
                  <c:v>-0.25037118792533802</c:v>
                </c:pt>
                <c:pt idx="797">
                  <c:v>-0.24936863780021601</c:v>
                </c:pt>
                <c:pt idx="798">
                  <c:v>-0.25064396858215299</c:v>
                </c:pt>
                <c:pt idx="799">
                  <c:v>-0.24959759414196001</c:v>
                </c:pt>
                <c:pt idx="800">
                  <c:v>-0.25000077486038202</c:v>
                </c:pt>
                <c:pt idx="801">
                  <c:v>-0.25040355324745101</c:v>
                </c:pt>
                <c:pt idx="802">
                  <c:v>-0.24934908747673001</c:v>
                </c:pt>
                <c:pt idx="803">
                  <c:v>-0.25064304471015902</c:v>
                </c:pt>
                <c:pt idx="804">
                  <c:v>-0.24961879849433899</c:v>
                </c:pt>
                <c:pt idx="805">
                  <c:v>-0.24996721744537301</c:v>
                </c:pt>
                <c:pt idx="806">
                  <c:v>-0.25043663382530201</c:v>
                </c:pt>
                <c:pt idx="807">
                  <c:v>-0.24932909011840801</c:v>
                </c:pt>
                <c:pt idx="808">
                  <c:v>-0.25064182281494102</c:v>
                </c:pt>
                <c:pt idx="809">
                  <c:v>-0.249640852212905</c:v>
                </c:pt>
                <c:pt idx="810">
                  <c:v>-0.24993246793746901</c:v>
                </c:pt>
                <c:pt idx="811">
                  <c:v>-0.25047084689140298</c:v>
                </c:pt>
                <c:pt idx="812">
                  <c:v>-0.24930873513221699</c:v>
                </c:pt>
                <c:pt idx="813">
                  <c:v>-0.25064045190811102</c:v>
                </c:pt>
                <c:pt idx="814">
                  <c:v>-0.24966382980346599</c:v>
                </c:pt>
                <c:pt idx="815">
                  <c:v>-0.24989646673202501</c:v>
                </c:pt>
                <c:pt idx="816">
                  <c:v>-0.25050610303878701</c:v>
                </c:pt>
                <c:pt idx="817">
                  <c:v>-0.249287649989128</c:v>
                </c:pt>
                <c:pt idx="818">
                  <c:v>-0.25063887238502502</c:v>
                </c:pt>
                <c:pt idx="819">
                  <c:v>-0.249687895178794</c:v>
                </c:pt>
                <c:pt idx="820">
                  <c:v>-0.24985888600349401</c:v>
                </c:pt>
                <c:pt idx="821">
                  <c:v>-0.25054293870925898</c:v>
                </c:pt>
                <c:pt idx="822">
                  <c:v>-0.24926595389842901</c:v>
                </c:pt>
                <c:pt idx="823">
                  <c:v>-0.250636786222457</c:v>
                </c:pt>
                <c:pt idx="824">
                  <c:v>-0.24971330165863001</c:v>
                </c:pt>
                <c:pt idx="825">
                  <c:v>-0.24981951713562001</c:v>
                </c:pt>
                <c:pt idx="826">
                  <c:v>-0.250581353902816</c:v>
                </c:pt>
                <c:pt idx="827">
                  <c:v>-0.249243393540382</c:v>
                </c:pt>
                <c:pt idx="828">
                  <c:v>-0.25063443183898898</c:v>
                </c:pt>
                <c:pt idx="829">
                  <c:v>-0.24974021315574599</c:v>
                </c:pt>
                <c:pt idx="830">
                  <c:v>-0.249778017401695</c:v>
                </c:pt>
                <c:pt idx="831">
                  <c:v>-0.25062170624732899</c:v>
                </c:pt>
                <c:pt idx="832">
                  <c:v>-0.249219834804534</c:v>
                </c:pt>
                <c:pt idx="833">
                  <c:v>-0.25063169002532898</c:v>
                </c:pt>
                <c:pt idx="834">
                  <c:v>-0.24976877868175501</c:v>
                </c:pt>
                <c:pt idx="835">
                  <c:v>-0.24973405897617301</c:v>
                </c:pt>
                <c:pt idx="836">
                  <c:v>-0.25066429376602101</c:v>
                </c:pt>
                <c:pt idx="837">
                  <c:v>-0.24919526278972601</c:v>
                </c:pt>
                <c:pt idx="838">
                  <c:v>-0.250628381967544</c:v>
                </c:pt>
                <c:pt idx="839">
                  <c:v>-0.24979937076568601</c:v>
                </c:pt>
                <c:pt idx="840">
                  <c:v>-0.24968741834163599</c:v>
                </c:pt>
                <c:pt idx="841">
                  <c:v>-0.25070923566818198</c:v>
                </c:pt>
                <c:pt idx="842">
                  <c:v>-0.24916937947273199</c:v>
                </c:pt>
                <c:pt idx="843">
                  <c:v>-0.25062441825866699</c:v>
                </c:pt>
                <c:pt idx="844">
                  <c:v>-0.24983228743076299</c:v>
                </c:pt>
                <c:pt idx="845">
                  <c:v>-0.24963751435279799</c:v>
                </c:pt>
                <c:pt idx="846">
                  <c:v>-0.25075715780258101</c:v>
                </c:pt>
                <c:pt idx="847">
                  <c:v>-0.24914218485355299</c:v>
                </c:pt>
                <c:pt idx="848">
                  <c:v>-0.25061982870101901</c:v>
                </c:pt>
                <c:pt idx="849">
                  <c:v>-0.24986788630485501</c:v>
                </c:pt>
                <c:pt idx="850">
                  <c:v>-0.249583855271339</c:v>
                </c:pt>
                <c:pt idx="851">
                  <c:v>-0.25080841779708801</c:v>
                </c:pt>
                <c:pt idx="852">
                  <c:v>-0.24911327660083701</c:v>
                </c:pt>
                <c:pt idx="853">
                  <c:v>-0.250614404678344</c:v>
                </c:pt>
                <c:pt idx="854">
                  <c:v>-0.24990662932395899</c:v>
                </c:pt>
                <c:pt idx="855">
                  <c:v>-0.24952593445777799</c:v>
                </c:pt>
                <c:pt idx="856">
                  <c:v>-0.25086358189582803</c:v>
                </c:pt>
                <c:pt idx="857">
                  <c:v>-0.24908262491226099</c:v>
                </c:pt>
                <c:pt idx="858">
                  <c:v>-0.25060784816741899</c:v>
                </c:pt>
                <c:pt idx="859">
                  <c:v>-0.24994900822639399</c:v>
                </c:pt>
                <c:pt idx="860">
                  <c:v>-0.24946293234825101</c:v>
                </c:pt>
                <c:pt idx="861">
                  <c:v>-0.25092327594757002</c:v>
                </c:pt>
                <c:pt idx="862">
                  <c:v>-0.249049738049507</c:v>
                </c:pt>
                <c:pt idx="863">
                  <c:v>-0.25060006976127602</c:v>
                </c:pt>
                <c:pt idx="864">
                  <c:v>-0.249995753169059</c:v>
                </c:pt>
                <c:pt idx="865">
                  <c:v>-0.24939404428005199</c:v>
                </c:pt>
                <c:pt idx="866">
                  <c:v>-0.25098815560340798</c:v>
                </c:pt>
                <c:pt idx="867">
                  <c:v>-0.24901424348354301</c:v>
                </c:pt>
                <c:pt idx="868">
                  <c:v>-0.250590980052948</c:v>
                </c:pt>
                <c:pt idx="869">
                  <c:v>-0.25004765391349698</c:v>
                </c:pt>
                <c:pt idx="870">
                  <c:v>-0.24931813776493</c:v>
                </c:pt>
                <c:pt idx="871">
                  <c:v>-0.25105929374694802</c:v>
                </c:pt>
                <c:pt idx="872">
                  <c:v>-0.24897602200508101</c:v>
                </c:pt>
                <c:pt idx="873">
                  <c:v>-0.25058001279830899</c:v>
                </c:pt>
                <c:pt idx="874">
                  <c:v>-0.25010555982589699</c:v>
                </c:pt>
                <c:pt idx="875">
                  <c:v>-0.24923396110534601</c:v>
                </c:pt>
                <c:pt idx="876">
                  <c:v>-0.25113773345947199</c:v>
                </c:pt>
                <c:pt idx="877">
                  <c:v>-0.24893437325954401</c:v>
                </c:pt>
                <c:pt idx="878">
                  <c:v>-0.25056692957878102</c:v>
                </c:pt>
                <c:pt idx="879">
                  <c:v>-0.25017076730728099</c:v>
                </c:pt>
                <c:pt idx="880">
                  <c:v>-0.249139934778213</c:v>
                </c:pt>
                <c:pt idx="881">
                  <c:v>-0.251224994659423</c:v>
                </c:pt>
                <c:pt idx="882">
                  <c:v>-0.24888864159584001</c:v>
                </c:pt>
                <c:pt idx="883">
                  <c:v>-0.25055110454559298</c:v>
                </c:pt>
                <c:pt idx="884">
                  <c:v>-0.25024485588073703</c:v>
                </c:pt>
                <c:pt idx="885">
                  <c:v>-0.249033868312835</c:v>
                </c:pt>
                <c:pt idx="886">
                  <c:v>-0.25132280588150002</c:v>
                </c:pt>
                <c:pt idx="887">
                  <c:v>-0.24883805215358701</c:v>
                </c:pt>
                <c:pt idx="888">
                  <c:v>-0.25053209066390902</c:v>
                </c:pt>
                <c:pt idx="889">
                  <c:v>-0.25032979249954201</c:v>
                </c:pt>
                <c:pt idx="890">
                  <c:v>-0.248913183808326</c:v>
                </c:pt>
                <c:pt idx="891">
                  <c:v>-0.25143349170684798</c:v>
                </c:pt>
                <c:pt idx="892">
                  <c:v>-0.24878169596195199</c:v>
                </c:pt>
                <c:pt idx="893">
                  <c:v>-0.25050878524780201</c:v>
                </c:pt>
                <c:pt idx="894">
                  <c:v>-0.25042808055877602</c:v>
                </c:pt>
                <c:pt idx="895">
                  <c:v>-0.248774394392967</c:v>
                </c:pt>
                <c:pt idx="896">
                  <c:v>-0.25156021118164001</c:v>
                </c:pt>
                <c:pt idx="897">
                  <c:v>-0.24871805310249301</c:v>
                </c:pt>
                <c:pt idx="898">
                  <c:v>-0.25048029422759999</c:v>
                </c:pt>
                <c:pt idx="899">
                  <c:v>-0.25054308772086997</c:v>
                </c:pt>
                <c:pt idx="900">
                  <c:v>-0.24861292541027</c:v>
                </c:pt>
                <c:pt idx="901">
                  <c:v>-0.25170689821243197</c:v>
                </c:pt>
                <c:pt idx="902">
                  <c:v>-0.248645395040512</c:v>
                </c:pt>
                <c:pt idx="903">
                  <c:v>-0.25044494867324801</c:v>
                </c:pt>
                <c:pt idx="904">
                  <c:v>-0.250679731369018</c:v>
                </c:pt>
                <c:pt idx="905">
                  <c:v>-0.24842244386672899</c:v>
                </c:pt>
                <c:pt idx="906">
                  <c:v>-0.25187918543815602</c:v>
                </c:pt>
                <c:pt idx="907">
                  <c:v>-0.24856127798557201</c:v>
                </c:pt>
                <c:pt idx="908">
                  <c:v>-0.25040075182914701</c:v>
                </c:pt>
                <c:pt idx="909">
                  <c:v>-0.25084418058395302</c:v>
                </c:pt>
                <c:pt idx="910">
                  <c:v>-0.24819408357143399</c:v>
                </c:pt>
                <c:pt idx="911">
                  <c:v>-0.252084970474243</c:v>
                </c:pt>
                <c:pt idx="912">
                  <c:v>-0.248462259769439</c:v>
                </c:pt>
                <c:pt idx="913">
                  <c:v>-0.25034463405609098</c:v>
                </c:pt>
                <c:pt idx="914">
                  <c:v>-0.25104597210884</c:v>
                </c:pt>
                <c:pt idx="915">
                  <c:v>-0.247915133833885</c:v>
                </c:pt>
                <c:pt idx="916">
                  <c:v>-0.25233584642410201</c:v>
                </c:pt>
                <c:pt idx="917">
                  <c:v>-0.248342975974082</c:v>
                </c:pt>
                <c:pt idx="918">
                  <c:v>-0.25027218461036599</c:v>
                </c:pt>
                <c:pt idx="919">
                  <c:v>-0.25129890441894498</c:v>
                </c:pt>
                <c:pt idx="920">
                  <c:v>-0.24756647646427099</c:v>
                </c:pt>
                <c:pt idx="921">
                  <c:v>-0.25264891982078502</c:v>
                </c:pt>
                <c:pt idx="922">
                  <c:v>-0.24819570779800401</c:v>
                </c:pt>
                <c:pt idx="923">
                  <c:v>-0.25017672777175898</c:v>
                </c:pt>
                <c:pt idx="924">
                  <c:v>-0.251624405384063</c:v>
                </c:pt>
                <c:pt idx="925">
                  <c:v>-0.24711790680885301</c:v>
                </c:pt>
                <c:pt idx="926">
                  <c:v>-0.25305202603340099</c:v>
                </c:pt>
                <c:pt idx="927">
                  <c:v>-0.24800752103328699</c:v>
                </c:pt>
                <c:pt idx="928">
                  <c:v>-0.25004738569259599</c:v>
                </c:pt>
                <c:pt idx="929">
                  <c:v>-0.25205755233764598</c:v>
                </c:pt>
                <c:pt idx="930">
                  <c:v>-0.24651949107646901</c:v>
                </c:pt>
                <c:pt idx="931">
                  <c:v>-0.25359177589416498</c:v>
                </c:pt>
                <c:pt idx="932">
                  <c:v>-0.247756302356719</c:v>
                </c:pt>
                <c:pt idx="933">
                  <c:v>-0.24986569583415899</c:v>
                </c:pt>
                <c:pt idx="934">
                  <c:v>-0.252660572528839</c:v>
                </c:pt>
                <c:pt idx="935">
                  <c:v>-0.245681002736091</c:v>
                </c:pt>
                <c:pt idx="936">
                  <c:v>-0.25435465574264499</c:v>
                </c:pt>
                <c:pt idx="937">
                  <c:v>-0.24739962816238401</c:v>
                </c:pt>
                <c:pt idx="938">
                  <c:v>-0.24959737062454199</c:v>
                </c:pt>
                <c:pt idx="939">
                  <c:v>-0.25355345010757402</c:v>
                </c:pt>
                <c:pt idx="940">
                  <c:v>-0.24442240595817499</c:v>
                </c:pt>
                <c:pt idx="941">
                  <c:v>-0.25551834702491699</c:v>
                </c:pt>
                <c:pt idx="942">
                  <c:v>-0.246845617890357</c:v>
                </c:pt>
                <c:pt idx="943">
                  <c:v>-0.249171242117881</c:v>
                </c:pt>
                <c:pt idx="944">
                  <c:v>-0.25500351190567</c:v>
                </c:pt>
                <c:pt idx="945">
                  <c:v>-0.24232457578182201</c:v>
                </c:pt>
                <c:pt idx="946">
                  <c:v>-0.25751829147338801</c:v>
                </c:pt>
                <c:pt idx="947">
                  <c:v>-0.24585132300853699</c:v>
                </c:pt>
                <c:pt idx="948">
                  <c:v>-0.24841344356536799</c:v>
                </c:pt>
                <c:pt idx="949">
                  <c:v>-0.25774654746055597</c:v>
                </c:pt>
                <c:pt idx="950">
                  <c:v>-0.23813745379447901</c:v>
                </c:pt>
                <c:pt idx="951">
                  <c:v>-0.26177680492401101</c:v>
                </c:pt>
                <c:pt idx="952">
                  <c:v>-0.243502646684646</c:v>
                </c:pt>
                <c:pt idx="953">
                  <c:v>-0.246774941682815</c:v>
                </c:pt>
                <c:pt idx="954">
                  <c:v>-0.26480400562286299</c:v>
                </c:pt>
                <c:pt idx="955">
                  <c:v>-0.22574086487293199</c:v>
                </c:pt>
                <c:pt idx="956">
                  <c:v>-0.27700203657150202</c:v>
                </c:pt>
                <c:pt idx="957">
                  <c:v>-0.23153591156005801</c:v>
                </c:pt>
                <c:pt idx="958">
                  <c:v>-0.24315604567527699</c:v>
                </c:pt>
                <c:pt idx="959">
                  <c:v>-0.31576472520828203</c:v>
                </c:pt>
                <c:pt idx="960">
                  <c:v>0.249219834804534</c:v>
                </c:pt>
                <c:pt idx="961">
                  <c:v>0.81701815128326405</c:v>
                </c:pt>
                <c:pt idx="962">
                  <c:v>0.74270278215408303</c:v>
                </c:pt>
                <c:pt idx="963">
                  <c:v>0.73101019859313898</c:v>
                </c:pt>
                <c:pt idx="964">
                  <c:v>0.77830076217651301</c:v>
                </c:pt>
                <c:pt idx="965">
                  <c:v>0.72417950630187899</c:v>
                </c:pt>
                <c:pt idx="966">
                  <c:v>0.76601386070251398</c:v>
                </c:pt>
                <c:pt idx="967">
                  <c:v>0.74639385938644398</c:v>
                </c:pt>
                <c:pt idx="968">
                  <c:v>0.742903351783752</c:v>
                </c:pt>
                <c:pt idx="969">
                  <c:v>0.76312291622161799</c:v>
                </c:pt>
                <c:pt idx="970">
                  <c:v>0.73657280206680298</c:v>
                </c:pt>
                <c:pt idx="971">
                  <c:v>0.758913993835449</c:v>
                </c:pt>
                <c:pt idx="972">
                  <c:v>0.74810457229614202</c:v>
                </c:pt>
                <c:pt idx="973">
                  <c:v>0.74517679214477495</c:v>
                </c:pt>
                <c:pt idx="974">
                  <c:v>0.75891435146331698</c:v>
                </c:pt>
                <c:pt idx="975">
                  <c:v>0.74075442552566495</c:v>
                </c:pt>
                <c:pt idx="976">
                  <c:v>0.75612950325012196</c:v>
                </c:pt>
                <c:pt idx="977">
                  <c:v>0.74893563985824496</c:v>
                </c:pt>
                <c:pt idx="978">
                  <c:v>0.74609339237213101</c:v>
                </c:pt>
                <c:pt idx="979">
                  <c:v>0.75696706771850497</c:v>
                </c:pt>
                <c:pt idx="980">
                  <c:v>0.74284434318542403</c:v>
                </c:pt>
                <c:pt idx="981">
                  <c:v>0.754638671875</c:v>
                </c:pt>
                <c:pt idx="982">
                  <c:v>0.74943649768829301</c:v>
                </c:pt>
                <c:pt idx="983">
                  <c:v>0.74656641483306796</c:v>
                </c:pt>
                <c:pt idx="984">
                  <c:v>0.75586009025573697</c:v>
                </c:pt>
                <c:pt idx="985">
                  <c:v>0.74409276247024503</c:v>
                </c:pt>
                <c:pt idx="986">
                  <c:v>0.75370514392852705</c:v>
                </c:pt>
                <c:pt idx="987">
                  <c:v>0.74978184700012196</c:v>
                </c:pt>
                <c:pt idx="988">
                  <c:v>0.74683809280395497</c:v>
                </c:pt>
                <c:pt idx="989">
                  <c:v>0.75515818595886197</c:v>
                </c:pt>
                <c:pt idx="990">
                  <c:v>0.74491822719573897</c:v>
                </c:pt>
                <c:pt idx="991">
                  <c:v>0.75306117534637396</c:v>
                </c:pt>
                <c:pt idx="992">
                  <c:v>0.75004392862319902</c:v>
                </c:pt>
                <c:pt idx="993">
                  <c:v>0.74699914455413796</c:v>
                </c:pt>
                <c:pt idx="994">
                  <c:v>0.75468409061431796</c:v>
                </c:pt>
                <c:pt idx="995">
                  <c:v>0.74550074338912897</c:v>
                </c:pt>
                <c:pt idx="996">
                  <c:v>0.75258660316467196</c:v>
                </c:pt>
                <c:pt idx="997">
                  <c:v>0.75025784969329801</c:v>
                </c:pt>
                <c:pt idx="998">
                  <c:v>0.74709087610244695</c:v>
                </c:pt>
                <c:pt idx="999">
                  <c:v>0.754352927207946</c:v>
                </c:pt>
                <c:pt idx="1000">
                  <c:v>0.745930194854736</c:v>
                </c:pt>
                <c:pt idx="1001">
                  <c:v>0.75221860408782903</c:v>
                </c:pt>
                <c:pt idx="1002">
                  <c:v>0.75044298171997004</c:v>
                </c:pt>
                <c:pt idx="1003">
                  <c:v>0.74713397026062001</c:v>
                </c:pt>
                <c:pt idx="1004">
                  <c:v>0.75411891937255804</c:v>
                </c:pt>
                <c:pt idx="1005">
                  <c:v>0.74625599384307795</c:v>
                </c:pt>
                <c:pt idx="1006">
                  <c:v>0.75192153453826904</c:v>
                </c:pt>
                <c:pt idx="1007">
                  <c:v>0.75061184167861905</c:v>
                </c:pt>
                <c:pt idx="1008">
                  <c:v>0.747139632701873</c:v>
                </c:pt>
                <c:pt idx="1009">
                  <c:v>0.75395578145980802</c:v>
                </c:pt>
                <c:pt idx="1010">
                  <c:v>0.74650788307189897</c:v>
                </c:pt>
                <c:pt idx="1011">
                  <c:v>0.75167340040206898</c:v>
                </c:pt>
                <c:pt idx="1012">
                  <c:v>0.75077277421951205</c:v>
                </c:pt>
                <c:pt idx="1013">
                  <c:v>0.74711352586746205</c:v>
                </c:pt>
                <c:pt idx="1014">
                  <c:v>0.753848016262054</c:v>
                </c:pt>
                <c:pt idx="1015">
                  <c:v>0.746704220771789</c:v>
                </c:pt>
                <c:pt idx="1016">
                  <c:v>0.75145953893661499</c:v>
                </c:pt>
                <c:pt idx="1017">
                  <c:v>0.75093233585357599</c:v>
                </c:pt>
                <c:pt idx="1018">
                  <c:v>0.74705809354782104</c:v>
                </c:pt>
                <c:pt idx="1019">
                  <c:v>0.75378656387329102</c:v>
                </c:pt>
                <c:pt idx="1020">
                  <c:v>0.74685692787170399</c:v>
                </c:pt>
                <c:pt idx="1021">
                  <c:v>0.75126969814300504</c:v>
                </c:pt>
                <c:pt idx="1022">
                  <c:v>0.75109601020812899</c:v>
                </c:pt>
                <c:pt idx="1023">
                  <c:v>0.746973276138305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9BC-445E-BA85-6FF9A25F267D}"/>
            </c:ext>
          </c:extLst>
        </c:ser>
        <c:ser>
          <c:idx val="0"/>
          <c:order val="1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'[oscillators.xlsx]PulseWave PeriodicWave'!$A$2:$A$1249</c:f>
              <c:numCache>
                <c:formatCode>General</c:formatCode>
                <c:ptCount val="1248"/>
                <c:pt idx="0">
                  <c:v>0</c:v>
                </c:pt>
                <c:pt idx="1">
                  <c:v>9.765625E-4</c:v>
                </c:pt>
                <c:pt idx="2">
                  <c:v>1.953125E-3</c:v>
                </c:pt>
                <c:pt idx="3">
                  <c:v>2.9296875E-3</c:v>
                </c:pt>
                <c:pt idx="4">
                  <c:v>3.90625E-3</c:v>
                </c:pt>
                <c:pt idx="5">
                  <c:v>4.8828125E-3</c:v>
                </c:pt>
                <c:pt idx="6">
                  <c:v>5.859375E-3</c:v>
                </c:pt>
                <c:pt idx="7">
                  <c:v>6.8359375E-3</c:v>
                </c:pt>
                <c:pt idx="8">
                  <c:v>7.8125E-3</c:v>
                </c:pt>
                <c:pt idx="9">
                  <c:v>8.7890625E-3</c:v>
                </c:pt>
                <c:pt idx="10">
                  <c:v>9.765625E-3</c:v>
                </c:pt>
                <c:pt idx="11">
                  <c:v>1.07421875E-2</c:v>
                </c:pt>
                <c:pt idx="12">
                  <c:v>1.171875E-2</c:v>
                </c:pt>
                <c:pt idx="13">
                  <c:v>1.26953125E-2</c:v>
                </c:pt>
                <c:pt idx="14">
                  <c:v>1.3671875E-2</c:v>
                </c:pt>
                <c:pt idx="15">
                  <c:v>1.46484375E-2</c:v>
                </c:pt>
                <c:pt idx="16">
                  <c:v>1.5625E-2</c:v>
                </c:pt>
                <c:pt idx="17">
                  <c:v>1.66015625E-2</c:v>
                </c:pt>
                <c:pt idx="18">
                  <c:v>1.7578125E-2</c:v>
                </c:pt>
                <c:pt idx="19">
                  <c:v>1.85546875E-2</c:v>
                </c:pt>
                <c:pt idx="20">
                  <c:v>1.953125E-2</c:v>
                </c:pt>
                <c:pt idx="21">
                  <c:v>2.05078125E-2</c:v>
                </c:pt>
                <c:pt idx="22">
                  <c:v>2.1484375E-2</c:v>
                </c:pt>
                <c:pt idx="23">
                  <c:v>2.24609375E-2</c:v>
                </c:pt>
                <c:pt idx="24">
                  <c:v>2.34375E-2</c:v>
                </c:pt>
                <c:pt idx="25">
                  <c:v>2.44140625E-2</c:v>
                </c:pt>
                <c:pt idx="26">
                  <c:v>2.5390625E-2</c:v>
                </c:pt>
                <c:pt idx="27">
                  <c:v>2.63671875E-2</c:v>
                </c:pt>
                <c:pt idx="28">
                  <c:v>2.734375E-2</c:v>
                </c:pt>
                <c:pt idx="29">
                  <c:v>2.83203125E-2</c:v>
                </c:pt>
                <c:pt idx="30">
                  <c:v>2.9296875E-2</c:v>
                </c:pt>
                <c:pt idx="31">
                  <c:v>3.02734375E-2</c:v>
                </c:pt>
                <c:pt idx="32">
                  <c:v>3.125E-2</c:v>
                </c:pt>
                <c:pt idx="33">
                  <c:v>3.22265625E-2</c:v>
                </c:pt>
                <c:pt idx="34">
                  <c:v>3.3203125E-2</c:v>
                </c:pt>
                <c:pt idx="35">
                  <c:v>3.41796875E-2</c:v>
                </c:pt>
                <c:pt idx="36">
                  <c:v>3.515625E-2</c:v>
                </c:pt>
                <c:pt idx="37">
                  <c:v>3.61328125E-2</c:v>
                </c:pt>
                <c:pt idx="38">
                  <c:v>3.7109375E-2</c:v>
                </c:pt>
                <c:pt idx="39">
                  <c:v>3.80859375E-2</c:v>
                </c:pt>
                <c:pt idx="40">
                  <c:v>3.90625E-2</c:v>
                </c:pt>
                <c:pt idx="41">
                  <c:v>4.00390625E-2</c:v>
                </c:pt>
                <c:pt idx="42">
                  <c:v>4.1015625E-2</c:v>
                </c:pt>
                <c:pt idx="43">
                  <c:v>4.19921875E-2</c:v>
                </c:pt>
                <c:pt idx="44">
                  <c:v>4.296875E-2</c:v>
                </c:pt>
                <c:pt idx="45">
                  <c:v>4.39453125E-2</c:v>
                </c:pt>
                <c:pt idx="46">
                  <c:v>4.4921875E-2</c:v>
                </c:pt>
                <c:pt idx="47">
                  <c:v>4.58984375E-2</c:v>
                </c:pt>
                <c:pt idx="48">
                  <c:v>4.6875E-2</c:v>
                </c:pt>
                <c:pt idx="49">
                  <c:v>4.78515625E-2</c:v>
                </c:pt>
                <c:pt idx="50">
                  <c:v>4.8828125E-2</c:v>
                </c:pt>
                <c:pt idx="51">
                  <c:v>4.98046875E-2</c:v>
                </c:pt>
                <c:pt idx="52">
                  <c:v>5.078125E-2</c:v>
                </c:pt>
                <c:pt idx="53">
                  <c:v>5.17578125E-2</c:v>
                </c:pt>
                <c:pt idx="54">
                  <c:v>5.2734375E-2</c:v>
                </c:pt>
                <c:pt idx="55">
                  <c:v>5.37109375E-2</c:v>
                </c:pt>
                <c:pt idx="56">
                  <c:v>5.46875E-2</c:v>
                </c:pt>
                <c:pt idx="57">
                  <c:v>5.56640625E-2</c:v>
                </c:pt>
                <c:pt idx="58">
                  <c:v>5.6640625E-2</c:v>
                </c:pt>
                <c:pt idx="59">
                  <c:v>5.76171875E-2</c:v>
                </c:pt>
                <c:pt idx="60">
                  <c:v>5.859375E-2</c:v>
                </c:pt>
                <c:pt idx="61">
                  <c:v>5.95703125E-2</c:v>
                </c:pt>
                <c:pt idx="62">
                  <c:v>6.0546875E-2</c:v>
                </c:pt>
                <c:pt idx="63">
                  <c:v>6.15234375E-2</c:v>
                </c:pt>
                <c:pt idx="64">
                  <c:v>6.25E-2</c:v>
                </c:pt>
                <c:pt idx="65">
                  <c:v>6.34765625E-2</c:v>
                </c:pt>
                <c:pt idx="66">
                  <c:v>6.4453125E-2</c:v>
                </c:pt>
                <c:pt idx="67">
                  <c:v>6.54296875E-2</c:v>
                </c:pt>
                <c:pt idx="68">
                  <c:v>6.640625E-2</c:v>
                </c:pt>
                <c:pt idx="69">
                  <c:v>6.73828125E-2</c:v>
                </c:pt>
                <c:pt idx="70">
                  <c:v>6.8359375E-2</c:v>
                </c:pt>
                <c:pt idx="71">
                  <c:v>6.93359375E-2</c:v>
                </c:pt>
                <c:pt idx="72">
                  <c:v>7.03125E-2</c:v>
                </c:pt>
                <c:pt idx="73">
                  <c:v>7.12890625E-2</c:v>
                </c:pt>
                <c:pt idx="74">
                  <c:v>7.2265625E-2</c:v>
                </c:pt>
                <c:pt idx="75">
                  <c:v>7.32421875E-2</c:v>
                </c:pt>
                <c:pt idx="76">
                  <c:v>7.421875E-2</c:v>
                </c:pt>
                <c:pt idx="77">
                  <c:v>7.51953125E-2</c:v>
                </c:pt>
                <c:pt idx="78">
                  <c:v>7.6171875E-2</c:v>
                </c:pt>
                <c:pt idx="79">
                  <c:v>7.71484375E-2</c:v>
                </c:pt>
                <c:pt idx="80">
                  <c:v>7.8125E-2</c:v>
                </c:pt>
                <c:pt idx="81">
                  <c:v>7.91015625E-2</c:v>
                </c:pt>
                <c:pt idx="82">
                  <c:v>8.0078125E-2</c:v>
                </c:pt>
                <c:pt idx="83">
                  <c:v>8.10546875E-2</c:v>
                </c:pt>
                <c:pt idx="84">
                  <c:v>8.203125E-2</c:v>
                </c:pt>
                <c:pt idx="85">
                  <c:v>8.30078125E-2</c:v>
                </c:pt>
                <c:pt idx="86">
                  <c:v>8.3984375E-2</c:v>
                </c:pt>
                <c:pt idx="87">
                  <c:v>8.49609375E-2</c:v>
                </c:pt>
                <c:pt idx="88">
                  <c:v>8.59375E-2</c:v>
                </c:pt>
                <c:pt idx="89">
                  <c:v>8.69140625E-2</c:v>
                </c:pt>
                <c:pt idx="90">
                  <c:v>8.7890625E-2</c:v>
                </c:pt>
                <c:pt idx="91">
                  <c:v>8.88671875E-2</c:v>
                </c:pt>
                <c:pt idx="92">
                  <c:v>8.984375E-2</c:v>
                </c:pt>
                <c:pt idx="93">
                  <c:v>9.08203125E-2</c:v>
                </c:pt>
                <c:pt idx="94">
                  <c:v>9.1796875E-2</c:v>
                </c:pt>
                <c:pt idx="95">
                  <c:v>9.27734375E-2</c:v>
                </c:pt>
                <c:pt idx="96">
                  <c:v>9.375E-2</c:v>
                </c:pt>
                <c:pt idx="97">
                  <c:v>9.47265625E-2</c:v>
                </c:pt>
                <c:pt idx="98">
                  <c:v>9.5703125E-2</c:v>
                </c:pt>
                <c:pt idx="99">
                  <c:v>9.66796875E-2</c:v>
                </c:pt>
                <c:pt idx="100">
                  <c:v>9.765625E-2</c:v>
                </c:pt>
                <c:pt idx="101">
                  <c:v>9.86328125E-2</c:v>
                </c:pt>
                <c:pt idx="102">
                  <c:v>9.9609375E-2</c:v>
                </c:pt>
                <c:pt idx="103">
                  <c:v>0.1005859375</c:v>
                </c:pt>
                <c:pt idx="104">
                  <c:v>0.1015625</c:v>
                </c:pt>
                <c:pt idx="105">
                  <c:v>0.1025390625</c:v>
                </c:pt>
                <c:pt idx="106">
                  <c:v>0.103515625</c:v>
                </c:pt>
                <c:pt idx="107">
                  <c:v>0.1044921875</c:v>
                </c:pt>
                <c:pt idx="108">
                  <c:v>0.10546875</c:v>
                </c:pt>
                <c:pt idx="109">
                  <c:v>0.1064453125</c:v>
                </c:pt>
                <c:pt idx="110">
                  <c:v>0.107421875</c:v>
                </c:pt>
                <c:pt idx="111">
                  <c:v>0.1083984375</c:v>
                </c:pt>
                <c:pt idx="112">
                  <c:v>0.109375</c:v>
                </c:pt>
                <c:pt idx="113">
                  <c:v>0.1103515625</c:v>
                </c:pt>
                <c:pt idx="114">
                  <c:v>0.111328125</c:v>
                </c:pt>
                <c:pt idx="115">
                  <c:v>0.1123046875</c:v>
                </c:pt>
                <c:pt idx="116">
                  <c:v>0.11328125</c:v>
                </c:pt>
                <c:pt idx="117">
                  <c:v>0.1142578125</c:v>
                </c:pt>
                <c:pt idx="118">
                  <c:v>0.115234375</c:v>
                </c:pt>
                <c:pt idx="119">
                  <c:v>0.1162109375</c:v>
                </c:pt>
                <c:pt idx="120">
                  <c:v>0.1171875</c:v>
                </c:pt>
                <c:pt idx="121">
                  <c:v>0.1181640625</c:v>
                </c:pt>
                <c:pt idx="122">
                  <c:v>0.119140625</c:v>
                </c:pt>
                <c:pt idx="123">
                  <c:v>0.1201171875</c:v>
                </c:pt>
                <c:pt idx="124">
                  <c:v>0.12109375</c:v>
                </c:pt>
                <c:pt idx="125">
                  <c:v>0.1220703125</c:v>
                </c:pt>
                <c:pt idx="126">
                  <c:v>0.123046875</c:v>
                </c:pt>
                <c:pt idx="127">
                  <c:v>0.1240234375</c:v>
                </c:pt>
                <c:pt idx="128">
                  <c:v>0.125</c:v>
                </c:pt>
                <c:pt idx="129">
                  <c:v>0.1259765625</c:v>
                </c:pt>
                <c:pt idx="130">
                  <c:v>0.126953125</c:v>
                </c:pt>
                <c:pt idx="131">
                  <c:v>0.1279296875</c:v>
                </c:pt>
                <c:pt idx="132">
                  <c:v>0.12890625</c:v>
                </c:pt>
                <c:pt idx="133">
                  <c:v>0.1298828125</c:v>
                </c:pt>
                <c:pt idx="134">
                  <c:v>0.130859375</c:v>
                </c:pt>
                <c:pt idx="135">
                  <c:v>0.1318359375</c:v>
                </c:pt>
                <c:pt idx="136">
                  <c:v>0.1328125</c:v>
                </c:pt>
                <c:pt idx="137">
                  <c:v>0.1337890625</c:v>
                </c:pt>
                <c:pt idx="138">
                  <c:v>0.134765625</c:v>
                </c:pt>
                <c:pt idx="139">
                  <c:v>0.1357421875</c:v>
                </c:pt>
                <c:pt idx="140">
                  <c:v>0.13671875</c:v>
                </c:pt>
                <c:pt idx="141">
                  <c:v>0.1376953125</c:v>
                </c:pt>
                <c:pt idx="142">
                  <c:v>0.138671875</c:v>
                </c:pt>
                <c:pt idx="143">
                  <c:v>0.1396484375</c:v>
                </c:pt>
                <c:pt idx="144">
                  <c:v>0.140625</c:v>
                </c:pt>
                <c:pt idx="145">
                  <c:v>0.1416015625</c:v>
                </c:pt>
                <c:pt idx="146">
                  <c:v>0.142578125</c:v>
                </c:pt>
                <c:pt idx="147">
                  <c:v>0.1435546875</c:v>
                </c:pt>
                <c:pt idx="148">
                  <c:v>0.14453125</c:v>
                </c:pt>
                <c:pt idx="149">
                  <c:v>0.1455078125</c:v>
                </c:pt>
                <c:pt idx="150">
                  <c:v>0.146484375</c:v>
                </c:pt>
                <c:pt idx="151">
                  <c:v>0.1474609375</c:v>
                </c:pt>
                <c:pt idx="152">
                  <c:v>0.1484375</c:v>
                </c:pt>
                <c:pt idx="153">
                  <c:v>0.1494140625</c:v>
                </c:pt>
                <c:pt idx="154">
                  <c:v>0.150390625</c:v>
                </c:pt>
                <c:pt idx="155">
                  <c:v>0.1513671875</c:v>
                </c:pt>
                <c:pt idx="156">
                  <c:v>0.15234375</c:v>
                </c:pt>
                <c:pt idx="157">
                  <c:v>0.1533203125</c:v>
                </c:pt>
                <c:pt idx="158">
                  <c:v>0.154296875</c:v>
                </c:pt>
                <c:pt idx="159">
                  <c:v>0.1552734375</c:v>
                </c:pt>
                <c:pt idx="160">
                  <c:v>0.15625</c:v>
                </c:pt>
                <c:pt idx="161">
                  <c:v>0.1572265625</c:v>
                </c:pt>
                <c:pt idx="162">
                  <c:v>0.158203125</c:v>
                </c:pt>
                <c:pt idx="163">
                  <c:v>0.1591796875</c:v>
                </c:pt>
                <c:pt idx="164">
                  <c:v>0.16015625</c:v>
                </c:pt>
                <c:pt idx="165">
                  <c:v>0.1611328125</c:v>
                </c:pt>
                <c:pt idx="166">
                  <c:v>0.162109375</c:v>
                </c:pt>
                <c:pt idx="167">
                  <c:v>0.1630859375</c:v>
                </c:pt>
                <c:pt idx="168">
                  <c:v>0.1640625</c:v>
                </c:pt>
                <c:pt idx="169">
                  <c:v>0.1650390625</c:v>
                </c:pt>
                <c:pt idx="170">
                  <c:v>0.166015625</c:v>
                </c:pt>
                <c:pt idx="171">
                  <c:v>0.1669921875</c:v>
                </c:pt>
                <c:pt idx="172">
                  <c:v>0.16796875</c:v>
                </c:pt>
                <c:pt idx="173">
                  <c:v>0.1689453125</c:v>
                </c:pt>
                <c:pt idx="174">
                  <c:v>0.169921875</c:v>
                </c:pt>
                <c:pt idx="175">
                  <c:v>0.1708984375</c:v>
                </c:pt>
                <c:pt idx="176">
                  <c:v>0.171875</c:v>
                </c:pt>
                <c:pt idx="177">
                  <c:v>0.1728515625</c:v>
                </c:pt>
                <c:pt idx="178">
                  <c:v>0.173828125</c:v>
                </c:pt>
                <c:pt idx="179">
                  <c:v>0.1748046875</c:v>
                </c:pt>
                <c:pt idx="180">
                  <c:v>0.17578125</c:v>
                </c:pt>
                <c:pt idx="181">
                  <c:v>0.1767578125</c:v>
                </c:pt>
                <c:pt idx="182">
                  <c:v>0.177734375</c:v>
                </c:pt>
                <c:pt idx="183">
                  <c:v>0.1787109375</c:v>
                </c:pt>
                <c:pt idx="184">
                  <c:v>0.1796875</c:v>
                </c:pt>
                <c:pt idx="185">
                  <c:v>0.1806640625</c:v>
                </c:pt>
                <c:pt idx="186">
                  <c:v>0.181640625</c:v>
                </c:pt>
                <c:pt idx="187">
                  <c:v>0.1826171875</c:v>
                </c:pt>
                <c:pt idx="188">
                  <c:v>0.18359375</c:v>
                </c:pt>
                <c:pt idx="189">
                  <c:v>0.1845703125</c:v>
                </c:pt>
                <c:pt idx="190">
                  <c:v>0.185546875</c:v>
                </c:pt>
                <c:pt idx="191">
                  <c:v>0.1865234375</c:v>
                </c:pt>
                <c:pt idx="192">
                  <c:v>0.1875</c:v>
                </c:pt>
                <c:pt idx="193">
                  <c:v>0.1884765625</c:v>
                </c:pt>
                <c:pt idx="194">
                  <c:v>0.189453125</c:v>
                </c:pt>
                <c:pt idx="195">
                  <c:v>0.1904296875</c:v>
                </c:pt>
                <c:pt idx="196">
                  <c:v>0.19140625</c:v>
                </c:pt>
                <c:pt idx="197">
                  <c:v>0.1923828125</c:v>
                </c:pt>
                <c:pt idx="198">
                  <c:v>0.193359375</c:v>
                </c:pt>
                <c:pt idx="199">
                  <c:v>0.1943359375</c:v>
                </c:pt>
                <c:pt idx="200">
                  <c:v>0.1953125</c:v>
                </c:pt>
                <c:pt idx="201">
                  <c:v>0.1962890625</c:v>
                </c:pt>
                <c:pt idx="202">
                  <c:v>0.197265625</c:v>
                </c:pt>
                <c:pt idx="203">
                  <c:v>0.1982421875</c:v>
                </c:pt>
                <c:pt idx="204">
                  <c:v>0.19921875</c:v>
                </c:pt>
                <c:pt idx="205">
                  <c:v>0.2001953125</c:v>
                </c:pt>
                <c:pt idx="206">
                  <c:v>0.201171875</c:v>
                </c:pt>
                <c:pt idx="207">
                  <c:v>0.2021484375</c:v>
                </c:pt>
                <c:pt idx="208">
                  <c:v>0.203125</c:v>
                </c:pt>
                <c:pt idx="209">
                  <c:v>0.2041015625</c:v>
                </c:pt>
                <c:pt idx="210">
                  <c:v>0.205078125</c:v>
                </c:pt>
                <c:pt idx="211">
                  <c:v>0.2060546875</c:v>
                </c:pt>
                <c:pt idx="212">
                  <c:v>0.20703125</c:v>
                </c:pt>
                <c:pt idx="213">
                  <c:v>0.2080078125</c:v>
                </c:pt>
                <c:pt idx="214">
                  <c:v>0.208984375</c:v>
                </c:pt>
                <c:pt idx="215">
                  <c:v>0.2099609375</c:v>
                </c:pt>
                <c:pt idx="216">
                  <c:v>0.2109375</c:v>
                </c:pt>
                <c:pt idx="217">
                  <c:v>0.2119140625</c:v>
                </c:pt>
                <c:pt idx="218">
                  <c:v>0.212890625</c:v>
                </c:pt>
                <c:pt idx="219">
                  <c:v>0.2138671875</c:v>
                </c:pt>
                <c:pt idx="220">
                  <c:v>0.21484375</c:v>
                </c:pt>
                <c:pt idx="221">
                  <c:v>0.2158203125</c:v>
                </c:pt>
                <c:pt idx="222">
                  <c:v>0.216796875</c:v>
                </c:pt>
                <c:pt idx="223">
                  <c:v>0.2177734375</c:v>
                </c:pt>
                <c:pt idx="224">
                  <c:v>0.21875</c:v>
                </c:pt>
                <c:pt idx="225">
                  <c:v>0.2197265625</c:v>
                </c:pt>
                <c:pt idx="226">
                  <c:v>0.220703125</c:v>
                </c:pt>
                <c:pt idx="227">
                  <c:v>0.2216796875</c:v>
                </c:pt>
                <c:pt idx="228">
                  <c:v>0.22265625</c:v>
                </c:pt>
                <c:pt idx="229">
                  <c:v>0.2236328125</c:v>
                </c:pt>
                <c:pt idx="230">
                  <c:v>0.224609375</c:v>
                </c:pt>
                <c:pt idx="231">
                  <c:v>0.2255859375</c:v>
                </c:pt>
                <c:pt idx="232">
                  <c:v>0.2265625</c:v>
                </c:pt>
                <c:pt idx="233">
                  <c:v>0.2275390625</c:v>
                </c:pt>
                <c:pt idx="234">
                  <c:v>0.228515625</c:v>
                </c:pt>
                <c:pt idx="235">
                  <c:v>0.2294921875</c:v>
                </c:pt>
                <c:pt idx="236">
                  <c:v>0.23046875</c:v>
                </c:pt>
                <c:pt idx="237">
                  <c:v>0.2314453125</c:v>
                </c:pt>
                <c:pt idx="238">
                  <c:v>0.232421875</c:v>
                </c:pt>
                <c:pt idx="239">
                  <c:v>0.2333984375</c:v>
                </c:pt>
                <c:pt idx="240">
                  <c:v>0.234375</c:v>
                </c:pt>
                <c:pt idx="241">
                  <c:v>0.2353515625</c:v>
                </c:pt>
                <c:pt idx="242">
                  <c:v>0.236328125</c:v>
                </c:pt>
                <c:pt idx="243">
                  <c:v>0.2373046875</c:v>
                </c:pt>
                <c:pt idx="244">
                  <c:v>0.23828125</c:v>
                </c:pt>
                <c:pt idx="245">
                  <c:v>0.2392578125</c:v>
                </c:pt>
                <c:pt idx="246">
                  <c:v>0.240234375</c:v>
                </c:pt>
                <c:pt idx="247">
                  <c:v>0.2412109375</c:v>
                </c:pt>
                <c:pt idx="248">
                  <c:v>0.2421875</c:v>
                </c:pt>
                <c:pt idx="249">
                  <c:v>0.2431640625</c:v>
                </c:pt>
                <c:pt idx="250">
                  <c:v>0.244140625</c:v>
                </c:pt>
                <c:pt idx="251">
                  <c:v>0.2451171875</c:v>
                </c:pt>
                <c:pt idx="252">
                  <c:v>0.24609375</c:v>
                </c:pt>
                <c:pt idx="253">
                  <c:v>0.2470703125</c:v>
                </c:pt>
                <c:pt idx="254">
                  <c:v>0.248046875</c:v>
                </c:pt>
                <c:pt idx="255">
                  <c:v>0.2490234375</c:v>
                </c:pt>
                <c:pt idx="256">
                  <c:v>0.25</c:v>
                </c:pt>
                <c:pt idx="257">
                  <c:v>0.2509765625</c:v>
                </c:pt>
                <c:pt idx="258">
                  <c:v>0.251953125</c:v>
                </c:pt>
                <c:pt idx="259">
                  <c:v>0.2529296875</c:v>
                </c:pt>
                <c:pt idx="260">
                  <c:v>0.25390625</c:v>
                </c:pt>
                <c:pt idx="261">
                  <c:v>0.2548828125</c:v>
                </c:pt>
                <c:pt idx="262">
                  <c:v>0.255859375</c:v>
                </c:pt>
                <c:pt idx="263">
                  <c:v>0.2568359375</c:v>
                </c:pt>
                <c:pt idx="264">
                  <c:v>0.2578125</c:v>
                </c:pt>
                <c:pt idx="265">
                  <c:v>0.2587890625</c:v>
                </c:pt>
                <c:pt idx="266">
                  <c:v>0.259765625</c:v>
                </c:pt>
                <c:pt idx="267">
                  <c:v>0.2607421875</c:v>
                </c:pt>
                <c:pt idx="268">
                  <c:v>0.26171875</c:v>
                </c:pt>
                <c:pt idx="269">
                  <c:v>0.2626953125</c:v>
                </c:pt>
                <c:pt idx="270">
                  <c:v>0.263671875</c:v>
                </c:pt>
                <c:pt idx="271">
                  <c:v>0.2646484375</c:v>
                </c:pt>
                <c:pt idx="272">
                  <c:v>0.265625</c:v>
                </c:pt>
                <c:pt idx="273">
                  <c:v>0.2666015625</c:v>
                </c:pt>
                <c:pt idx="274">
                  <c:v>0.267578125</c:v>
                </c:pt>
                <c:pt idx="275">
                  <c:v>0.2685546875</c:v>
                </c:pt>
                <c:pt idx="276">
                  <c:v>0.26953125</c:v>
                </c:pt>
                <c:pt idx="277">
                  <c:v>0.2705078125</c:v>
                </c:pt>
                <c:pt idx="278">
                  <c:v>0.271484375</c:v>
                </c:pt>
                <c:pt idx="279">
                  <c:v>0.2724609375</c:v>
                </c:pt>
                <c:pt idx="280">
                  <c:v>0.2734375</c:v>
                </c:pt>
                <c:pt idx="281">
                  <c:v>0.2744140625</c:v>
                </c:pt>
                <c:pt idx="282">
                  <c:v>0.275390625</c:v>
                </c:pt>
                <c:pt idx="283">
                  <c:v>0.2763671875</c:v>
                </c:pt>
                <c:pt idx="284">
                  <c:v>0.27734375</c:v>
                </c:pt>
                <c:pt idx="285">
                  <c:v>0.2783203125</c:v>
                </c:pt>
                <c:pt idx="286">
                  <c:v>0.279296875</c:v>
                </c:pt>
                <c:pt idx="287">
                  <c:v>0.2802734375</c:v>
                </c:pt>
                <c:pt idx="288">
                  <c:v>0.28125</c:v>
                </c:pt>
                <c:pt idx="289">
                  <c:v>0.2822265625</c:v>
                </c:pt>
                <c:pt idx="290">
                  <c:v>0.283203125</c:v>
                </c:pt>
                <c:pt idx="291">
                  <c:v>0.2841796875</c:v>
                </c:pt>
                <c:pt idx="292">
                  <c:v>0.28515625</c:v>
                </c:pt>
                <c:pt idx="293">
                  <c:v>0.2861328125</c:v>
                </c:pt>
                <c:pt idx="294">
                  <c:v>0.287109375</c:v>
                </c:pt>
                <c:pt idx="295">
                  <c:v>0.2880859375</c:v>
                </c:pt>
                <c:pt idx="296">
                  <c:v>0.2890625</c:v>
                </c:pt>
                <c:pt idx="297">
                  <c:v>0.2900390625</c:v>
                </c:pt>
                <c:pt idx="298">
                  <c:v>0.291015625</c:v>
                </c:pt>
                <c:pt idx="299">
                  <c:v>0.2919921875</c:v>
                </c:pt>
                <c:pt idx="300">
                  <c:v>0.29296875</c:v>
                </c:pt>
                <c:pt idx="301">
                  <c:v>0.2939453125</c:v>
                </c:pt>
                <c:pt idx="302">
                  <c:v>0.294921875</c:v>
                </c:pt>
                <c:pt idx="303">
                  <c:v>0.2958984375</c:v>
                </c:pt>
                <c:pt idx="304">
                  <c:v>0.296875</c:v>
                </c:pt>
                <c:pt idx="305">
                  <c:v>0.2978515625</c:v>
                </c:pt>
                <c:pt idx="306">
                  <c:v>0.298828125</c:v>
                </c:pt>
                <c:pt idx="307">
                  <c:v>0.2998046875</c:v>
                </c:pt>
                <c:pt idx="308">
                  <c:v>0.30078125</c:v>
                </c:pt>
                <c:pt idx="309">
                  <c:v>0.3017578125</c:v>
                </c:pt>
                <c:pt idx="310">
                  <c:v>0.302734375</c:v>
                </c:pt>
                <c:pt idx="311">
                  <c:v>0.3037109375</c:v>
                </c:pt>
                <c:pt idx="312">
                  <c:v>0.3046875</c:v>
                </c:pt>
                <c:pt idx="313">
                  <c:v>0.3056640625</c:v>
                </c:pt>
                <c:pt idx="314">
                  <c:v>0.306640625</c:v>
                </c:pt>
                <c:pt idx="315">
                  <c:v>0.3076171875</c:v>
                </c:pt>
                <c:pt idx="316">
                  <c:v>0.30859375</c:v>
                </c:pt>
                <c:pt idx="317">
                  <c:v>0.3095703125</c:v>
                </c:pt>
                <c:pt idx="318">
                  <c:v>0.310546875</c:v>
                </c:pt>
                <c:pt idx="319">
                  <c:v>0.3115234375</c:v>
                </c:pt>
                <c:pt idx="320">
                  <c:v>0.3125</c:v>
                </c:pt>
                <c:pt idx="321">
                  <c:v>0.3134765625</c:v>
                </c:pt>
                <c:pt idx="322">
                  <c:v>0.314453125</c:v>
                </c:pt>
                <c:pt idx="323">
                  <c:v>0.3154296875</c:v>
                </c:pt>
                <c:pt idx="324">
                  <c:v>0.31640625</c:v>
                </c:pt>
                <c:pt idx="325">
                  <c:v>0.3173828125</c:v>
                </c:pt>
                <c:pt idx="326">
                  <c:v>0.318359375</c:v>
                </c:pt>
                <c:pt idx="327">
                  <c:v>0.3193359375</c:v>
                </c:pt>
                <c:pt idx="328">
                  <c:v>0.3203125</c:v>
                </c:pt>
                <c:pt idx="329">
                  <c:v>0.3212890625</c:v>
                </c:pt>
                <c:pt idx="330">
                  <c:v>0.322265625</c:v>
                </c:pt>
                <c:pt idx="331">
                  <c:v>0.3232421875</c:v>
                </c:pt>
                <c:pt idx="332">
                  <c:v>0.32421875</c:v>
                </c:pt>
                <c:pt idx="333">
                  <c:v>0.3251953125</c:v>
                </c:pt>
                <c:pt idx="334">
                  <c:v>0.326171875</c:v>
                </c:pt>
                <c:pt idx="335">
                  <c:v>0.3271484375</c:v>
                </c:pt>
                <c:pt idx="336">
                  <c:v>0.328125</c:v>
                </c:pt>
                <c:pt idx="337">
                  <c:v>0.3291015625</c:v>
                </c:pt>
                <c:pt idx="338">
                  <c:v>0.330078125</c:v>
                </c:pt>
                <c:pt idx="339">
                  <c:v>0.3310546875</c:v>
                </c:pt>
                <c:pt idx="340">
                  <c:v>0.33203125</c:v>
                </c:pt>
                <c:pt idx="341">
                  <c:v>0.3330078125</c:v>
                </c:pt>
                <c:pt idx="342">
                  <c:v>0.333984375</c:v>
                </c:pt>
                <c:pt idx="343">
                  <c:v>0.3349609375</c:v>
                </c:pt>
                <c:pt idx="344">
                  <c:v>0.3359375</c:v>
                </c:pt>
                <c:pt idx="345">
                  <c:v>0.3369140625</c:v>
                </c:pt>
                <c:pt idx="346">
                  <c:v>0.337890625</c:v>
                </c:pt>
                <c:pt idx="347">
                  <c:v>0.3388671875</c:v>
                </c:pt>
                <c:pt idx="348">
                  <c:v>0.33984375</c:v>
                </c:pt>
                <c:pt idx="349">
                  <c:v>0.3408203125</c:v>
                </c:pt>
                <c:pt idx="350">
                  <c:v>0.341796875</c:v>
                </c:pt>
                <c:pt idx="351">
                  <c:v>0.3427734375</c:v>
                </c:pt>
                <c:pt idx="352">
                  <c:v>0.34375</c:v>
                </c:pt>
                <c:pt idx="353">
                  <c:v>0.3447265625</c:v>
                </c:pt>
                <c:pt idx="354">
                  <c:v>0.345703125</c:v>
                </c:pt>
                <c:pt idx="355">
                  <c:v>0.3466796875</c:v>
                </c:pt>
                <c:pt idx="356">
                  <c:v>0.34765625</c:v>
                </c:pt>
                <c:pt idx="357">
                  <c:v>0.3486328125</c:v>
                </c:pt>
                <c:pt idx="358">
                  <c:v>0.349609375</c:v>
                </c:pt>
                <c:pt idx="359">
                  <c:v>0.3505859375</c:v>
                </c:pt>
                <c:pt idx="360">
                  <c:v>0.3515625</c:v>
                </c:pt>
                <c:pt idx="361">
                  <c:v>0.3525390625</c:v>
                </c:pt>
                <c:pt idx="362">
                  <c:v>0.353515625</c:v>
                </c:pt>
                <c:pt idx="363">
                  <c:v>0.3544921875</c:v>
                </c:pt>
                <c:pt idx="364">
                  <c:v>0.35546875</c:v>
                </c:pt>
                <c:pt idx="365">
                  <c:v>0.3564453125</c:v>
                </c:pt>
                <c:pt idx="366">
                  <c:v>0.357421875</c:v>
                </c:pt>
                <c:pt idx="367">
                  <c:v>0.3583984375</c:v>
                </c:pt>
                <c:pt idx="368">
                  <c:v>0.359375</c:v>
                </c:pt>
                <c:pt idx="369">
                  <c:v>0.3603515625</c:v>
                </c:pt>
                <c:pt idx="370">
                  <c:v>0.361328125</c:v>
                </c:pt>
                <c:pt idx="371">
                  <c:v>0.3623046875</c:v>
                </c:pt>
                <c:pt idx="372">
                  <c:v>0.36328125</c:v>
                </c:pt>
                <c:pt idx="373">
                  <c:v>0.3642578125</c:v>
                </c:pt>
                <c:pt idx="374">
                  <c:v>0.365234375</c:v>
                </c:pt>
                <c:pt idx="375">
                  <c:v>0.3662109375</c:v>
                </c:pt>
                <c:pt idx="376">
                  <c:v>0.3671875</c:v>
                </c:pt>
                <c:pt idx="377">
                  <c:v>0.3681640625</c:v>
                </c:pt>
                <c:pt idx="378">
                  <c:v>0.369140625</c:v>
                </c:pt>
                <c:pt idx="379">
                  <c:v>0.3701171875</c:v>
                </c:pt>
                <c:pt idx="380">
                  <c:v>0.37109375</c:v>
                </c:pt>
                <c:pt idx="381">
                  <c:v>0.3720703125</c:v>
                </c:pt>
                <c:pt idx="382">
                  <c:v>0.373046875</c:v>
                </c:pt>
                <c:pt idx="383">
                  <c:v>0.3740234375</c:v>
                </c:pt>
                <c:pt idx="384">
                  <c:v>0.375</c:v>
                </c:pt>
                <c:pt idx="385">
                  <c:v>0.3759765625</c:v>
                </c:pt>
                <c:pt idx="386">
                  <c:v>0.376953125</c:v>
                </c:pt>
                <c:pt idx="387">
                  <c:v>0.3779296875</c:v>
                </c:pt>
                <c:pt idx="388">
                  <c:v>0.37890625</c:v>
                </c:pt>
                <c:pt idx="389">
                  <c:v>0.3798828125</c:v>
                </c:pt>
                <c:pt idx="390">
                  <c:v>0.380859375</c:v>
                </c:pt>
                <c:pt idx="391">
                  <c:v>0.3818359375</c:v>
                </c:pt>
                <c:pt idx="392">
                  <c:v>0.3828125</c:v>
                </c:pt>
                <c:pt idx="393">
                  <c:v>0.3837890625</c:v>
                </c:pt>
                <c:pt idx="394">
                  <c:v>0.384765625</c:v>
                </c:pt>
                <c:pt idx="395">
                  <c:v>0.3857421875</c:v>
                </c:pt>
                <c:pt idx="396">
                  <c:v>0.38671875</c:v>
                </c:pt>
                <c:pt idx="397">
                  <c:v>0.3876953125</c:v>
                </c:pt>
                <c:pt idx="398">
                  <c:v>0.388671875</c:v>
                </c:pt>
                <c:pt idx="399">
                  <c:v>0.3896484375</c:v>
                </c:pt>
                <c:pt idx="400">
                  <c:v>0.390625</c:v>
                </c:pt>
                <c:pt idx="401">
                  <c:v>0.3916015625</c:v>
                </c:pt>
                <c:pt idx="402">
                  <c:v>0.392578125</c:v>
                </c:pt>
                <c:pt idx="403">
                  <c:v>0.3935546875</c:v>
                </c:pt>
                <c:pt idx="404">
                  <c:v>0.39453125</c:v>
                </c:pt>
                <c:pt idx="405">
                  <c:v>0.3955078125</c:v>
                </c:pt>
                <c:pt idx="406">
                  <c:v>0.396484375</c:v>
                </c:pt>
                <c:pt idx="407">
                  <c:v>0.3974609375</c:v>
                </c:pt>
                <c:pt idx="408">
                  <c:v>0.3984375</c:v>
                </c:pt>
                <c:pt idx="409">
                  <c:v>0.3994140625</c:v>
                </c:pt>
                <c:pt idx="410">
                  <c:v>0.400390625</c:v>
                </c:pt>
                <c:pt idx="411">
                  <c:v>0.4013671875</c:v>
                </c:pt>
                <c:pt idx="412">
                  <c:v>0.40234375</c:v>
                </c:pt>
                <c:pt idx="413">
                  <c:v>0.4033203125</c:v>
                </c:pt>
                <c:pt idx="414">
                  <c:v>0.404296875</c:v>
                </c:pt>
                <c:pt idx="415">
                  <c:v>0.4052734375</c:v>
                </c:pt>
                <c:pt idx="416">
                  <c:v>0.40625</c:v>
                </c:pt>
                <c:pt idx="417">
                  <c:v>0.4072265625</c:v>
                </c:pt>
                <c:pt idx="418">
                  <c:v>0.408203125</c:v>
                </c:pt>
                <c:pt idx="419">
                  <c:v>0.4091796875</c:v>
                </c:pt>
                <c:pt idx="420">
                  <c:v>0.41015625</c:v>
                </c:pt>
                <c:pt idx="421">
                  <c:v>0.4111328125</c:v>
                </c:pt>
                <c:pt idx="422">
                  <c:v>0.412109375</c:v>
                </c:pt>
                <c:pt idx="423">
                  <c:v>0.4130859375</c:v>
                </c:pt>
                <c:pt idx="424">
                  <c:v>0.4140625</c:v>
                </c:pt>
                <c:pt idx="425">
                  <c:v>0.4150390625</c:v>
                </c:pt>
                <c:pt idx="426">
                  <c:v>0.416015625</c:v>
                </c:pt>
                <c:pt idx="427">
                  <c:v>0.4169921875</c:v>
                </c:pt>
                <c:pt idx="428">
                  <c:v>0.41796875</c:v>
                </c:pt>
                <c:pt idx="429">
                  <c:v>0.4189453125</c:v>
                </c:pt>
                <c:pt idx="430">
                  <c:v>0.419921875</c:v>
                </c:pt>
                <c:pt idx="431">
                  <c:v>0.4208984375</c:v>
                </c:pt>
                <c:pt idx="432">
                  <c:v>0.421875</c:v>
                </c:pt>
                <c:pt idx="433">
                  <c:v>0.4228515625</c:v>
                </c:pt>
                <c:pt idx="434">
                  <c:v>0.423828125</c:v>
                </c:pt>
                <c:pt idx="435">
                  <c:v>0.4248046875</c:v>
                </c:pt>
                <c:pt idx="436">
                  <c:v>0.42578125</c:v>
                </c:pt>
                <c:pt idx="437">
                  <c:v>0.4267578125</c:v>
                </c:pt>
                <c:pt idx="438">
                  <c:v>0.427734375</c:v>
                </c:pt>
                <c:pt idx="439">
                  <c:v>0.4287109375</c:v>
                </c:pt>
                <c:pt idx="440">
                  <c:v>0.4296875</c:v>
                </c:pt>
                <c:pt idx="441">
                  <c:v>0.4306640625</c:v>
                </c:pt>
                <c:pt idx="442">
                  <c:v>0.431640625</c:v>
                </c:pt>
                <c:pt idx="443">
                  <c:v>0.4326171875</c:v>
                </c:pt>
                <c:pt idx="444">
                  <c:v>0.43359375</c:v>
                </c:pt>
                <c:pt idx="445">
                  <c:v>0.4345703125</c:v>
                </c:pt>
                <c:pt idx="446">
                  <c:v>0.435546875</c:v>
                </c:pt>
                <c:pt idx="447">
                  <c:v>0.4365234375</c:v>
                </c:pt>
                <c:pt idx="448">
                  <c:v>0.4375</c:v>
                </c:pt>
                <c:pt idx="449">
                  <c:v>0.4384765625</c:v>
                </c:pt>
                <c:pt idx="450">
                  <c:v>0.439453125</c:v>
                </c:pt>
                <c:pt idx="451">
                  <c:v>0.4404296875</c:v>
                </c:pt>
                <c:pt idx="452">
                  <c:v>0.44140625</c:v>
                </c:pt>
                <c:pt idx="453">
                  <c:v>0.4423828125</c:v>
                </c:pt>
                <c:pt idx="454">
                  <c:v>0.443359375</c:v>
                </c:pt>
                <c:pt idx="455">
                  <c:v>0.4443359375</c:v>
                </c:pt>
                <c:pt idx="456">
                  <c:v>0.4453125</c:v>
                </c:pt>
                <c:pt idx="457">
                  <c:v>0.4462890625</c:v>
                </c:pt>
                <c:pt idx="458">
                  <c:v>0.447265625</c:v>
                </c:pt>
                <c:pt idx="459">
                  <c:v>0.4482421875</c:v>
                </c:pt>
                <c:pt idx="460">
                  <c:v>0.44921875</c:v>
                </c:pt>
                <c:pt idx="461">
                  <c:v>0.4501953125</c:v>
                </c:pt>
                <c:pt idx="462">
                  <c:v>0.451171875</c:v>
                </c:pt>
                <c:pt idx="463">
                  <c:v>0.4521484375</c:v>
                </c:pt>
                <c:pt idx="464">
                  <c:v>0.453125</c:v>
                </c:pt>
                <c:pt idx="465">
                  <c:v>0.4541015625</c:v>
                </c:pt>
                <c:pt idx="466">
                  <c:v>0.455078125</c:v>
                </c:pt>
                <c:pt idx="467">
                  <c:v>0.4560546875</c:v>
                </c:pt>
                <c:pt idx="468">
                  <c:v>0.45703125</c:v>
                </c:pt>
                <c:pt idx="469">
                  <c:v>0.4580078125</c:v>
                </c:pt>
                <c:pt idx="470">
                  <c:v>0.458984375</c:v>
                </c:pt>
                <c:pt idx="471">
                  <c:v>0.4599609375</c:v>
                </c:pt>
                <c:pt idx="472">
                  <c:v>0.4609375</c:v>
                </c:pt>
                <c:pt idx="473">
                  <c:v>0.4619140625</c:v>
                </c:pt>
                <c:pt idx="474">
                  <c:v>0.462890625</c:v>
                </c:pt>
                <c:pt idx="475">
                  <c:v>0.4638671875</c:v>
                </c:pt>
                <c:pt idx="476">
                  <c:v>0.46484375</c:v>
                </c:pt>
                <c:pt idx="477">
                  <c:v>0.4658203125</c:v>
                </c:pt>
                <c:pt idx="478">
                  <c:v>0.466796875</c:v>
                </c:pt>
                <c:pt idx="479">
                  <c:v>0.4677734375</c:v>
                </c:pt>
                <c:pt idx="480">
                  <c:v>0.46875</c:v>
                </c:pt>
                <c:pt idx="481">
                  <c:v>0.4697265625</c:v>
                </c:pt>
                <c:pt idx="482">
                  <c:v>0.470703125</c:v>
                </c:pt>
                <c:pt idx="483">
                  <c:v>0.4716796875</c:v>
                </c:pt>
                <c:pt idx="484">
                  <c:v>0.47265625</c:v>
                </c:pt>
                <c:pt idx="485">
                  <c:v>0.4736328125</c:v>
                </c:pt>
                <c:pt idx="486">
                  <c:v>0.474609375</c:v>
                </c:pt>
                <c:pt idx="487">
                  <c:v>0.4755859375</c:v>
                </c:pt>
                <c:pt idx="488">
                  <c:v>0.4765625</c:v>
                </c:pt>
                <c:pt idx="489">
                  <c:v>0.4775390625</c:v>
                </c:pt>
                <c:pt idx="490">
                  <c:v>0.478515625</c:v>
                </c:pt>
                <c:pt idx="491">
                  <c:v>0.4794921875</c:v>
                </c:pt>
                <c:pt idx="492">
                  <c:v>0.48046875</c:v>
                </c:pt>
                <c:pt idx="493">
                  <c:v>0.4814453125</c:v>
                </c:pt>
                <c:pt idx="494">
                  <c:v>0.482421875</c:v>
                </c:pt>
                <c:pt idx="495">
                  <c:v>0.4833984375</c:v>
                </c:pt>
                <c:pt idx="496">
                  <c:v>0.484375</c:v>
                </c:pt>
                <c:pt idx="497">
                  <c:v>0.4853515625</c:v>
                </c:pt>
                <c:pt idx="498">
                  <c:v>0.486328125</c:v>
                </c:pt>
                <c:pt idx="499">
                  <c:v>0.4873046875</c:v>
                </c:pt>
                <c:pt idx="500">
                  <c:v>0.48828125</c:v>
                </c:pt>
                <c:pt idx="501">
                  <c:v>0.4892578125</c:v>
                </c:pt>
                <c:pt idx="502">
                  <c:v>0.490234375</c:v>
                </c:pt>
                <c:pt idx="503">
                  <c:v>0.4912109375</c:v>
                </c:pt>
                <c:pt idx="504">
                  <c:v>0.4921875</c:v>
                </c:pt>
                <c:pt idx="505">
                  <c:v>0.4931640625</c:v>
                </c:pt>
                <c:pt idx="506">
                  <c:v>0.494140625</c:v>
                </c:pt>
                <c:pt idx="507">
                  <c:v>0.4951171875</c:v>
                </c:pt>
                <c:pt idx="508">
                  <c:v>0.49609375</c:v>
                </c:pt>
                <c:pt idx="509">
                  <c:v>0.4970703125</c:v>
                </c:pt>
                <c:pt idx="510">
                  <c:v>0.498046875</c:v>
                </c:pt>
                <c:pt idx="511">
                  <c:v>0.4990234375</c:v>
                </c:pt>
                <c:pt idx="512">
                  <c:v>0.5</c:v>
                </c:pt>
                <c:pt idx="513">
                  <c:v>0.5009765625</c:v>
                </c:pt>
                <c:pt idx="514">
                  <c:v>0.501953125</c:v>
                </c:pt>
                <c:pt idx="515">
                  <c:v>0.5029296875</c:v>
                </c:pt>
                <c:pt idx="516">
                  <c:v>0.50390625</c:v>
                </c:pt>
                <c:pt idx="517">
                  <c:v>0.5048828125</c:v>
                </c:pt>
                <c:pt idx="518">
                  <c:v>0.505859375</c:v>
                </c:pt>
                <c:pt idx="519">
                  <c:v>0.5068359375</c:v>
                </c:pt>
                <c:pt idx="520">
                  <c:v>0.5078125</c:v>
                </c:pt>
                <c:pt idx="521">
                  <c:v>0.5087890625</c:v>
                </c:pt>
                <c:pt idx="522">
                  <c:v>0.509765625</c:v>
                </c:pt>
                <c:pt idx="523">
                  <c:v>0.5107421875</c:v>
                </c:pt>
                <c:pt idx="524">
                  <c:v>0.51171875</c:v>
                </c:pt>
                <c:pt idx="525">
                  <c:v>0.5126953125</c:v>
                </c:pt>
                <c:pt idx="526">
                  <c:v>0.513671875</c:v>
                </c:pt>
                <c:pt idx="527">
                  <c:v>0.5146484375</c:v>
                </c:pt>
                <c:pt idx="528">
                  <c:v>0.515625</c:v>
                </c:pt>
                <c:pt idx="529">
                  <c:v>0.5166015625</c:v>
                </c:pt>
                <c:pt idx="530">
                  <c:v>0.517578125</c:v>
                </c:pt>
                <c:pt idx="531">
                  <c:v>0.5185546875</c:v>
                </c:pt>
                <c:pt idx="532">
                  <c:v>0.51953125</c:v>
                </c:pt>
                <c:pt idx="533">
                  <c:v>0.5205078125</c:v>
                </c:pt>
                <c:pt idx="534">
                  <c:v>0.521484375</c:v>
                </c:pt>
                <c:pt idx="535">
                  <c:v>0.5224609375</c:v>
                </c:pt>
                <c:pt idx="536">
                  <c:v>0.5234375</c:v>
                </c:pt>
                <c:pt idx="537">
                  <c:v>0.5244140625</c:v>
                </c:pt>
                <c:pt idx="538">
                  <c:v>0.525390625</c:v>
                </c:pt>
                <c:pt idx="539">
                  <c:v>0.5263671875</c:v>
                </c:pt>
                <c:pt idx="540">
                  <c:v>0.52734375</c:v>
                </c:pt>
                <c:pt idx="541">
                  <c:v>0.5283203125</c:v>
                </c:pt>
                <c:pt idx="542">
                  <c:v>0.529296875</c:v>
                </c:pt>
                <c:pt idx="543">
                  <c:v>0.5302734375</c:v>
                </c:pt>
                <c:pt idx="544">
                  <c:v>0.53125</c:v>
                </c:pt>
                <c:pt idx="545">
                  <c:v>0.5322265625</c:v>
                </c:pt>
                <c:pt idx="546">
                  <c:v>0.533203125</c:v>
                </c:pt>
                <c:pt idx="547">
                  <c:v>0.5341796875</c:v>
                </c:pt>
                <c:pt idx="548">
                  <c:v>0.53515625</c:v>
                </c:pt>
                <c:pt idx="549">
                  <c:v>0.5361328125</c:v>
                </c:pt>
                <c:pt idx="550">
                  <c:v>0.537109375</c:v>
                </c:pt>
                <c:pt idx="551">
                  <c:v>0.5380859375</c:v>
                </c:pt>
                <c:pt idx="552">
                  <c:v>0.5390625</c:v>
                </c:pt>
                <c:pt idx="553">
                  <c:v>0.5400390625</c:v>
                </c:pt>
                <c:pt idx="554">
                  <c:v>0.541015625</c:v>
                </c:pt>
                <c:pt idx="555">
                  <c:v>0.5419921875</c:v>
                </c:pt>
                <c:pt idx="556">
                  <c:v>0.54296875</c:v>
                </c:pt>
                <c:pt idx="557">
                  <c:v>0.5439453125</c:v>
                </c:pt>
                <c:pt idx="558">
                  <c:v>0.544921875</c:v>
                </c:pt>
                <c:pt idx="559">
                  <c:v>0.5458984375</c:v>
                </c:pt>
                <c:pt idx="560">
                  <c:v>0.546875</c:v>
                </c:pt>
                <c:pt idx="561">
                  <c:v>0.5478515625</c:v>
                </c:pt>
                <c:pt idx="562">
                  <c:v>0.548828125</c:v>
                </c:pt>
                <c:pt idx="563">
                  <c:v>0.5498046875</c:v>
                </c:pt>
                <c:pt idx="564">
                  <c:v>0.55078125</c:v>
                </c:pt>
                <c:pt idx="565">
                  <c:v>0.5517578125</c:v>
                </c:pt>
                <c:pt idx="566">
                  <c:v>0.552734375</c:v>
                </c:pt>
                <c:pt idx="567">
                  <c:v>0.5537109375</c:v>
                </c:pt>
                <c:pt idx="568">
                  <c:v>0.5546875</c:v>
                </c:pt>
                <c:pt idx="569">
                  <c:v>0.5556640625</c:v>
                </c:pt>
                <c:pt idx="570">
                  <c:v>0.556640625</c:v>
                </c:pt>
                <c:pt idx="571">
                  <c:v>0.5576171875</c:v>
                </c:pt>
                <c:pt idx="572">
                  <c:v>0.55859375</c:v>
                </c:pt>
                <c:pt idx="573">
                  <c:v>0.5595703125</c:v>
                </c:pt>
                <c:pt idx="574">
                  <c:v>0.560546875</c:v>
                </c:pt>
                <c:pt idx="575">
                  <c:v>0.5615234375</c:v>
                </c:pt>
                <c:pt idx="576">
                  <c:v>0.5625</c:v>
                </c:pt>
                <c:pt idx="577">
                  <c:v>0.5634765625</c:v>
                </c:pt>
                <c:pt idx="578">
                  <c:v>0.564453125</c:v>
                </c:pt>
                <c:pt idx="579">
                  <c:v>0.5654296875</c:v>
                </c:pt>
                <c:pt idx="580">
                  <c:v>0.56640625</c:v>
                </c:pt>
                <c:pt idx="581">
                  <c:v>0.5673828125</c:v>
                </c:pt>
                <c:pt idx="582">
                  <c:v>0.568359375</c:v>
                </c:pt>
                <c:pt idx="583">
                  <c:v>0.5693359375</c:v>
                </c:pt>
                <c:pt idx="584">
                  <c:v>0.5703125</c:v>
                </c:pt>
                <c:pt idx="585">
                  <c:v>0.5712890625</c:v>
                </c:pt>
                <c:pt idx="586">
                  <c:v>0.572265625</c:v>
                </c:pt>
                <c:pt idx="587">
                  <c:v>0.5732421875</c:v>
                </c:pt>
                <c:pt idx="588">
                  <c:v>0.57421875</c:v>
                </c:pt>
                <c:pt idx="589">
                  <c:v>0.5751953125</c:v>
                </c:pt>
                <c:pt idx="590">
                  <c:v>0.576171875</c:v>
                </c:pt>
                <c:pt idx="591">
                  <c:v>0.5771484375</c:v>
                </c:pt>
                <c:pt idx="592">
                  <c:v>0.578125</c:v>
                </c:pt>
                <c:pt idx="593">
                  <c:v>0.5791015625</c:v>
                </c:pt>
                <c:pt idx="594">
                  <c:v>0.580078125</c:v>
                </c:pt>
                <c:pt idx="595">
                  <c:v>0.5810546875</c:v>
                </c:pt>
                <c:pt idx="596">
                  <c:v>0.58203125</c:v>
                </c:pt>
                <c:pt idx="597">
                  <c:v>0.5830078125</c:v>
                </c:pt>
                <c:pt idx="598">
                  <c:v>0.583984375</c:v>
                </c:pt>
                <c:pt idx="599">
                  <c:v>0.5849609375</c:v>
                </c:pt>
                <c:pt idx="600">
                  <c:v>0.5859375</c:v>
                </c:pt>
                <c:pt idx="601">
                  <c:v>0.5869140625</c:v>
                </c:pt>
                <c:pt idx="602">
                  <c:v>0.587890625</c:v>
                </c:pt>
                <c:pt idx="603">
                  <c:v>0.5888671875</c:v>
                </c:pt>
                <c:pt idx="604">
                  <c:v>0.58984375</c:v>
                </c:pt>
                <c:pt idx="605">
                  <c:v>0.5908203125</c:v>
                </c:pt>
                <c:pt idx="606">
                  <c:v>0.591796875</c:v>
                </c:pt>
                <c:pt idx="607">
                  <c:v>0.5927734375</c:v>
                </c:pt>
                <c:pt idx="608">
                  <c:v>0.59375</c:v>
                </c:pt>
                <c:pt idx="609">
                  <c:v>0.5947265625</c:v>
                </c:pt>
                <c:pt idx="610">
                  <c:v>0.595703125</c:v>
                </c:pt>
                <c:pt idx="611">
                  <c:v>0.5966796875</c:v>
                </c:pt>
                <c:pt idx="612">
                  <c:v>0.59765625</c:v>
                </c:pt>
                <c:pt idx="613">
                  <c:v>0.5986328125</c:v>
                </c:pt>
                <c:pt idx="614">
                  <c:v>0.599609375</c:v>
                </c:pt>
                <c:pt idx="615">
                  <c:v>0.6005859375</c:v>
                </c:pt>
                <c:pt idx="616">
                  <c:v>0.6015625</c:v>
                </c:pt>
                <c:pt idx="617">
                  <c:v>0.6025390625</c:v>
                </c:pt>
                <c:pt idx="618">
                  <c:v>0.603515625</c:v>
                </c:pt>
                <c:pt idx="619">
                  <c:v>0.6044921875</c:v>
                </c:pt>
                <c:pt idx="620">
                  <c:v>0.60546875</c:v>
                </c:pt>
                <c:pt idx="621">
                  <c:v>0.6064453125</c:v>
                </c:pt>
                <c:pt idx="622">
                  <c:v>0.607421875</c:v>
                </c:pt>
                <c:pt idx="623">
                  <c:v>0.6083984375</c:v>
                </c:pt>
                <c:pt idx="624">
                  <c:v>0.609375</c:v>
                </c:pt>
                <c:pt idx="625">
                  <c:v>0.6103515625</c:v>
                </c:pt>
                <c:pt idx="626">
                  <c:v>0.611328125</c:v>
                </c:pt>
                <c:pt idx="627">
                  <c:v>0.6123046875</c:v>
                </c:pt>
                <c:pt idx="628">
                  <c:v>0.61328125</c:v>
                </c:pt>
                <c:pt idx="629">
                  <c:v>0.6142578125</c:v>
                </c:pt>
                <c:pt idx="630">
                  <c:v>0.615234375</c:v>
                </c:pt>
                <c:pt idx="631">
                  <c:v>0.6162109375</c:v>
                </c:pt>
                <c:pt idx="632">
                  <c:v>0.6171875</c:v>
                </c:pt>
                <c:pt idx="633">
                  <c:v>0.6181640625</c:v>
                </c:pt>
                <c:pt idx="634">
                  <c:v>0.619140625</c:v>
                </c:pt>
                <c:pt idx="635">
                  <c:v>0.6201171875</c:v>
                </c:pt>
                <c:pt idx="636">
                  <c:v>0.62109375</c:v>
                </c:pt>
                <c:pt idx="637">
                  <c:v>0.6220703125</c:v>
                </c:pt>
                <c:pt idx="638">
                  <c:v>0.623046875</c:v>
                </c:pt>
                <c:pt idx="639">
                  <c:v>0.6240234375</c:v>
                </c:pt>
                <c:pt idx="640">
                  <c:v>0.625</c:v>
                </c:pt>
                <c:pt idx="641">
                  <c:v>0.6259765625</c:v>
                </c:pt>
                <c:pt idx="642">
                  <c:v>0.626953125</c:v>
                </c:pt>
                <c:pt idx="643">
                  <c:v>0.6279296875</c:v>
                </c:pt>
                <c:pt idx="644">
                  <c:v>0.62890625</c:v>
                </c:pt>
                <c:pt idx="645">
                  <c:v>0.6298828125</c:v>
                </c:pt>
                <c:pt idx="646">
                  <c:v>0.630859375</c:v>
                </c:pt>
                <c:pt idx="647">
                  <c:v>0.6318359375</c:v>
                </c:pt>
                <c:pt idx="648">
                  <c:v>0.6328125</c:v>
                </c:pt>
                <c:pt idx="649">
                  <c:v>0.6337890625</c:v>
                </c:pt>
                <c:pt idx="650">
                  <c:v>0.634765625</c:v>
                </c:pt>
                <c:pt idx="651">
                  <c:v>0.6357421875</c:v>
                </c:pt>
                <c:pt idx="652">
                  <c:v>0.63671875</c:v>
                </c:pt>
                <c:pt idx="653">
                  <c:v>0.6376953125</c:v>
                </c:pt>
                <c:pt idx="654">
                  <c:v>0.638671875</c:v>
                </c:pt>
                <c:pt idx="655">
                  <c:v>0.6396484375</c:v>
                </c:pt>
                <c:pt idx="656">
                  <c:v>0.640625</c:v>
                </c:pt>
                <c:pt idx="657">
                  <c:v>0.6416015625</c:v>
                </c:pt>
                <c:pt idx="658">
                  <c:v>0.642578125</c:v>
                </c:pt>
                <c:pt idx="659">
                  <c:v>0.6435546875</c:v>
                </c:pt>
                <c:pt idx="660">
                  <c:v>0.64453125</c:v>
                </c:pt>
                <c:pt idx="661">
                  <c:v>0.6455078125</c:v>
                </c:pt>
                <c:pt idx="662">
                  <c:v>0.646484375</c:v>
                </c:pt>
                <c:pt idx="663">
                  <c:v>0.6474609375</c:v>
                </c:pt>
                <c:pt idx="664">
                  <c:v>0.6484375</c:v>
                </c:pt>
                <c:pt idx="665">
                  <c:v>0.6494140625</c:v>
                </c:pt>
                <c:pt idx="666">
                  <c:v>0.650390625</c:v>
                </c:pt>
                <c:pt idx="667">
                  <c:v>0.6513671875</c:v>
                </c:pt>
                <c:pt idx="668">
                  <c:v>0.65234375</c:v>
                </c:pt>
                <c:pt idx="669">
                  <c:v>0.6533203125</c:v>
                </c:pt>
                <c:pt idx="670">
                  <c:v>0.654296875</c:v>
                </c:pt>
                <c:pt idx="671">
                  <c:v>0.6552734375</c:v>
                </c:pt>
                <c:pt idx="672">
                  <c:v>0.65625</c:v>
                </c:pt>
                <c:pt idx="673">
                  <c:v>0.6572265625</c:v>
                </c:pt>
                <c:pt idx="674">
                  <c:v>0.658203125</c:v>
                </c:pt>
                <c:pt idx="675">
                  <c:v>0.6591796875</c:v>
                </c:pt>
                <c:pt idx="676">
                  <c:v>0.66015625</c:v>
                </c:pt>
                <c:pt idx="677">
                  <c:v>0.6611328125</c:v>
                </c:pt>
                <c:pt idx="678">
                  <c:v>0.662109375</c:v>
                </c:pt>
                <c:pt idx="679">
                  <c:v>0.6630859375</c:v>
                </c:pt>
                <c:pt idx="680">
                  <c:v>0.6640625</c:v>
                </c:pt>
                <c:pt idx="681">
                  <c:v>0.6650390625</c:v>
                </c:pt>
                <c:pt idx="682">
                  <c:v>0.666015625</c:v>
                </c:pt>
                <c:pt idx="683">
                  <c:v>0.6669921875</c:v>
                </c:pt>
                <c:pt idx="684">
                  <c:v>0.66796875</c:v>
                </c:pt>
                <c:pt idx="685">
                  <c:v>0.6689453125</c:v>
                </c:pt>
                <c:pt idx="686">
                  <c:v>0.669921875</c:v>
                </c:pt>
                <c:pt idx="687">
                  <c:v>0.6708984375</c:v>
                </c:pt>
                <c:pt idx="688">
                  <c:v>0.671875</c:v>
                </c:pt>
                <c:pt idx="689">
                  <c:v>0.6728515625</c:v>
                </c:pt>
                <c:pt idx="690">
                  <c:v>0.673828125</c:v>
                </c:pt>
                <c:pt idx="691">
                  <c:v>0.6748046875</c:v>
                </c:pt>
                <c:pt idx="692">
                  <c:v>0.67578125</c:v>
                </c:pt>
                <c:pt idx="693">
                  <c:v>0.6767578125</c:v>
                </c:pt>
                <c:pt idx="694">
                  <c:v>0.677734375</c:v>
                </c:pt>
                <c:pt idx="695">
                  <c:v>0.6787109375</c:v>
                </c:pt>
                <c:pt idx="696">
                  <c:v>0.6796875</c:v>
                </c:pt>
                <c:pt idx="697">
                  <c:v>0.6806640625</c:v>
                </c:pt>
                <c:pt idx="698">
                  <c:v>0.681640625</c:v>
                </c:pt>
                <c:pt idx="699">
                  <c:v>0.6826171875</c:v>
                </c:pt>
                <c:pt idx="700">
                  <c:v>0.68359375</c:v>
                </c:pt>
                <c:pt idx="701">
                  <c:v>0.6845703125</c:v>
                </c:pt>
                <c:pt idx="702">
                  <c:v>0.685546875</c:v>
                </c:pt>
                <c:pt idx="703">
                  <c:v>0.6865234375</c:v>
                </c:pt>
                <c:pt idx="704">
                  <c:v>0.6875</c:v>
                </c:pt>
                <c:pt idx="705">
                  <c:v>0.6884765625</c:v>
                </c:pt>
                <c:pt idx="706">
                  <c:v>0.689453125</c:v>
                </c:pt>
                <c:pt idx="707">
                  <c:v>0.6904296875</c:v>
                </c:pt>
                <c:pt idx="708">
                  <c:v>0.69140625</c:v>
                </c:pt>
                <c:pt idx="709">
                  <c:v>0.6923828125</c:v>
                </c:pt>
                <c:pt idx="710">
                  <c:v>0.693359375</c:v>
                </c:pt>
                <c:pt idx="711">
                  <c:v>0.6943359375</c:v>
                </c:pt>
                <c:pt idx="712">
                  <c:v>0.6953125</c:v>
                </c:pt>
                <c:pt idx="713">
                  <c:v>0.6962890625</c:v>
                </c:pt>
                <c:pt idx="714">
                  <c:v>0.697265625</c:v>
                </c:pt>
                <c:pt idx="715">
                  <c:v>0.6982421875</c:v>
                </c:pt>
                <c:pt idx="716">
                  <c:v>0.69921875</c:v>
                </c:pt>
                <c:pt idx="717">
                  <c:v>0.7001953125</c:v>
                </c:pt>
                <c:pt idx="718">
                  <c:v>0.701171875</c:v>
                </c:pt>
                <c:pt idx="719">
                  <c:v>0.7021484375</c:v>
                </c:pt>
                <c:pt idx="720">
                  <c:v>0.703125</c:v>
                </c:pt>
                <c:pt idx="721">
                  <c:v>0.7041015625</c:v>
                </c:pt>
                <c:pt idx="722">
                  <c:v>0.705078125</c:v>
                </c:pt>
                <c:pt idx="723">
                  <c:v>0.7060546875</c:v>
                </c:pt>
                <c:pt idx="724">
                  <c:v>0.70703125</c:v>
                </c:pt>
                <c:pt idx="725">
                  <c:v>0.7080078125</c:v>
                </c:pt>
                <c:pt idx="726">
                  <c:v>0.708984375</c:v>
                </c:pt>
                <c:pt idx="727">
                  <c:v>0.7099609375</c:v>
                </c:pt>
                <c:pt idx="728">
                  <c:v>0.7109375</c:v>
                </c:pt>
                <c:pt idx="729">
                  <c:v>0.7119140625</c:v>
                </c:pt>
                <c:pt idx="730">
                  <c:v>0.712890625</c:v>
                </c:pt>
                <c:pt idx="731">
                  <c:v>0.7138671875</c:v>
                </c:pt>
                <c:pt idx="732">
                  <c:v>0.71484375</c:v>
                </c:pt>
                <c:pt idx="733">
                  <c:v>0.7158203125</c:v>
                </c:pt>
                <c:pt idx="734">
                  <c:v>0.716796875</c:v>
                </c:pt>
                <c:pt idx="735">
                  <c:v>0.7177734375</c:v>
                </c:pt>
                <c:pt idx="736">
                  <c:v>0.71875</c:v>
                </c:pt>
                <c:pt idx="737">
                  <c:v>0.7197265625</c:v>
                </c:pt>
                <c:pt idx="738">
                  <c:v>0.720703125</c:v>
                </c:pt>
                <c:pt idx="739">
                  <c:v>0.7216796875</c:v>
                </c:pt>
                <c:pt idx="740">
                  <c:v>0.72265625</c:v>
                </c:pt>
                <c:pt idx="741">
                  <c:v>0.7236328125</c:v>
                </c:pt>
                <c:pt idx="742">
                  <c:v>0.724609375</c:v>
                </c:pt>
                <c:pt idx="743">
                  <c:v>0.7255859375</c:v>
                </c:pt>
                <c:pt idx="744">
                  <c:v>0.7265625</c:v>
                </c:pt>
                <c:pt idx="745">
                  <c:v>0.7275390625</c:v>
                </c:pt>
                <c:pt idx="746">
                  <c:v>0.728515625</c:v>
                </c:pt>
                <c:pt idx="747">
                  <c:v>0.7294921875</c:v>
                </c:pt>
                <c:pt idx="748">
                  <c:v>0.73046875</c:v>
                </c:pt>
                <c:pt idx="749">
                  <c:v>0.7314453125</c:v>
                </c:pt>
                <c:pt idx="750">
                  <c:v>0.732421875</c:v>
                </c:pt>
                <c:pt idx="751">
                  <c:v>0.7333984375</c:v>
                </c:pt>
                <c:pt idx="752">
                  <c:v>0.734375</c:v>
                </c:pt>
                <c:pt idx="753">
                  <c:v>0.7353515625</c:v>
                </c:pt>
                <c:pt idx="754">
                  <c:v>0.736328125</c:v>
                </c:pt>
                <c:pt idx="755">
                  <c:v>0.7373046875</c:v>
                </c:pt>
                <c:pt idx="756">
                  <c:v>0.73828125</c:v>
                </c:pt>
                <c:pt idx="757">
                  <c:v>0.7392578125</c:v>
                </c:pt>
                <c:pt idx="758">
                  <c:v>0.740234375</c:v>
                </c:pt>
                <c:pt idx="759">
                  <c:v>0.7412109375</c:v>
                </c:pt>
                <c:pt idx="760">
                  <c:v>0.7421875</c:v>
                </c:pt>
                <c:pt idx="761">
                  <c:v>0.7431640625</c:v>
                </c:pt>
                <c:pt idx="762">
                  <c:v>0.744140625</c:v>
                </c:pt>
                <c:pt idx="763">
                  <c:v>0.7451171875</c:v>
                </c:pt>
                <c:pt idx="764">
                  <c:v>0.74609375</c:v>
                </c:pt>
                <c:pt idx="765">
                  <c:v>0.7470703125</c:v>
                </c:pt>
                <c:pt idx="766">
                  <c:v>0.748046875</c:v>
                </c:pt>
                <c:pt idx="767">
                  <c:v>0.7490234375</c:v>
                </c:pt>
                <c:pt idx="768">
                  <c:v>0.75</c:v>
                </c:pt>
                <c:pt idx="769">
                  <c:v>0.7509765625</c:v>
                </c:pt>
                <c:pt idx="770">
                  <c:v>0.751953125</c:v>
                </c:pt>
                <c:pt idx="771">
                  <c:v>0.7529296875</c:v>
                </c:pt>
                <c:pt idx="772">
                  <c:v>0.75390625</c:v>
                </c:pt>
                <c:pt idx="773">
                  <c:v>0.7548828125</c:v>
                </c:pt>
                <c:pt idx="774">
                  <c:v>0.755859375</c:v>
                </c:pt>
                <c:pt idx="775">
                  <c:v>0.7568359375</c:v>
                </c:pt>
                <c:pt idx="776">
                  <c:v>0.7578125</c:v>
                </c:pt>
                <c:pt idx="777">
                  <c:v>0.7587890625</c:v>
                </c:pt>
                <c:pt idx="778">
                  <c:v>0.759765625</c:v>
                </c:pt>
                <c:pt idx="779">
                  <c:v>0.7607421875</c:v>
                </c:pt>
                <c:pt idx="780">
                  <c:v>0.76171875</c:v>
                </c:pt>
                <c:pt idx="781">
                  <c:v>0.7626953125</c:v>
                </c:pt>
                <c:pt idx="782">
                  <c:v>0.763671875</c:v>
                </c:pt>
                <c:pt idx="783">
                  <c:v>0.7646484375</c:v>
                </c:pt>
                <c:pt idx="784">
                  <c:v>0.765625</c:v>
                </c:pt>
                <c:pt idx="785">
                  <c:v>0.7666015625</c:v>
                </c:pt>
                <c:pt idx="786">
                  <c:v>0.767578125</c:v>
                </c:pt>
                <c:pt idx="787">
                  <c:v>0.7685546875</c:v>
                </c:pt>
                <c:pt idx="788">
                  <c:v>0.76953125</c:v>
                </c:pt>
                <c:pt idx="789">
                  <c:v>0.7705078125</c:v>
                </c:pt>
                <c:pt idx="790">
                  <c:v>0.771484375</c:v>
                </c:pt>
                <c:pt idx="791">
                  <c:v>0.7724609375</c:v>
                </c:pt>
                <c:pt idx="792">
                  <c:v>0.7734375</c:v>
                </c:pt>
                <c:pt idx="793">
                  <c:v>0.7744140625</c:v>
                </c:pt>
                <c:pt idx="794">
                  <c:v>0.775390625</c:v>
                </c:pt>
                <c:pt idx="795">
                  <c:v>0.7763671875</c:v>
                </c:pt>
                <c:pt idx="796">
                  <c:v>0.77734375</c:v>
                </c:pt>
                <c:pt idx="797">
                  <c:v>0.7783203125</c:v>
                </c:pt>
                <c:pt idx="798">
                  <c:v>0.779296875</c:v>
                </c:pt>
                <c:pt idx="799">
                  <c:v>0.7802734375</c:v>
                </c:pt>
                <c:pt idx="800">
                  <c:v>0.78125</c:v>
                </c:pt>
                <c:pt idx="801">
                  <c:v>0.7822265625</c:v>
                </c:pt>
                <c:pt idx="802">
                  <c:v>0.783203125</c:v>
                </c:pt>
                <c:pt idx="803">
                  <c:v>0.7841796875</c:v>
                </c:pt>
                <c:pt idx="804">
                  <c:v>0.78515625</c:v>
                </c:pt>
                <c:pt idx="805">
                  <c:v>0.7861328125</c:v>
                </c:pt>
                <c:pt idx="806">
                  <c:v>0.787109375</c:v>
                </c:pt>
                <c:pt idx="807">
                  <c:v>0.7880859375</c:v>
                </c:pt>
                <c:pt idx="808">
                  <c:v>0.7890625</c:v>
                </c:pt>
                <c:pt idx="809">
                  <c:v>0.7900390625</c:v>
                </c:pt>
                <c:pt idx="810">
                  <c:v>0.791015625</c:v>
                </c:pt>
                <c:pt idx="811">
                  <c:v>0.7919921875</c:v>
                </c:pt>
                <c:pt idx="812">
                  <c:v>0.79296875</c:v>
                </c:pt>
                <c:pt idx="813">
                  <c:v>0.7939453125</c:v>
                </c:pt>
                <c:pt idx="814">
                  <c:v>0.794921875</c:v>
                </c:pt>
                <c:pt idx="815">
                  <c:v>0.7958984375</c:v>
                </c:pt>
                <c:pt idx="816">
                  <c:v>0.796875</c:v>
                </c:pt>
                <c:pt idx="817">
                  <c:v>0.7978515625</c:v>
                </c:pt>
                <c:pt idx="818">
                  <c:v>0.798828125</c:v>
                </c:pt>
                <c:pt idx="819">
                  <c:v>0.7998046875</c:v>
                </c:pt>
                <c:pt idx="820">
                  <c:v>0.80078125</c:v>
                </c:pt>
                <c:pt idx="821">
                  <c:v>0.8017578125</c:v>
                </c:pt>
                <c:pt idx="822">
                  <c:v>0.802734375</c:v>
                </c:pt>
                <c:pt idx="823">
                  <c:v>0.8037109375</c:v>
                </c:pt>
                <c:pt idx="824">
                  <c:v>0.8046875</c:v>
                </c:pt>
                <c:pt idx="825">
                  <c:v>0.8056640625</c:v>
                </c:pt>
                <c:pt idx="826">
                  <c:v>0.806640625</c:v>
                </c:pt>
                <c:pt idx="827">
                  <c:v>0.8076171875</c:v>
                </c:pt>
                <c:pt idx="828">
                  <c:v>0.80859375</c:v>
                </c:pt>
                <c:pt idx="829">
                  <c:v>0.8095703125</c:v>
                </c:pt>
                <c:pt idx="830">
                  <c:v>0.810546875</c:v>
                </c:pt>
                <c:pt idx="831">
                  <c:v>0.8115234375</c:v>
                </c:pt>
                <c:pt idx="832">
                  <c:v>0.8125</c:v>
                </c:pt>
                <c:pt idx="833">
                  <c:v>0.8134765625</c:v>
                </c:pt>
                <c:pt idx="834">
                  <c:v>0.814453125</c:v>
                </c:pt>
                <c:pt idx="835">
                  <c:v>0.8154296875</c:v>
                </c:pt>
                <c:pt idx="836">
                  <c:v>0.81640625</c:v>
                </c:pt>
                <c:pt idx="837">
                  <c:v>0.8173828125</c:v>
                </c:pt>
                <c:pt idx="838">
                  <c:v>0.818359375</c:v>
                </c:pt>
                <c:pt idx="839">
                  <c:v>0.8193359375</c:v>
                </c:pt>
                <c:pt idx="840">
                  <c:v>0.8203125</c:v>
                </c:pt>
                <c:pt idx="841">
                  <c:v>0.8212890625</c:v>
                </c:pt>
                <c:pt idx="842">
                  <c:v>0.822265625</c:v>
                </c:pt>
                <c:pt idx="843">
                  <c:v>0.8232421875</c:v>
                </c:pt>
                <c:pt idx="844">
                  <c:v>0.82421875</c:v>
                </c:pt>
                <c:pt idx="845">
                  <c:v>0.8251953125</c:v>
                </c:pt>
                <c:pt idx="846">
                  <c:v>0.826171875</c:v>
                </c:pt>
                <c:pt idx="847">
                  <c:v>0.8271484375</c:v>
                </c:pt>
                <c:pt idx="848">
                  <c:v>0.828125</c:v>
                </c:pt>
                <c:pt idx="849">
                  <c:v>0.8291015625</c:v>
                </c:pt>
                <c:pt idx="850">
                  <c:v>0.830078125</c:v>
                </c:pt>
                <c:pt idx="851">
                  <c:v>0.8310546875</c:v>
                </c:pt>
                <c:pt idx="852">
                  <c:v>0.83203125</c:v>
                </c:pt>
                <c:pt idx="853">
                  <c:v>0.8330078125</c:v>
                </c:pt>
                <c:pt idx="854">
                  <c:v>0.833984375</c:v>
                </c:pt>
                <c:pt idx="855">
                  <c:v>0.8349609375</c:v>
                </c:pt>
                <c:pt idx="856">
                  <c:v>0.8359375</c:v>
                </c:pt>
                <c:pt idx="857">
                  <c:v>0.8369140625</c:v>
                </c:pt>
                <c:pt idx="858">
                  <c:v>0.837890625</c:v>
                </c:pt>
                <c:pt idx="859">
                  <c:v>0.8388671875</c:v>
                </c:pt>
                <c:pt idx="860">
                  <c:v>0.83984375</c:v>
                </c:pt>
                <c:pt idx="861">
                  <c:v>0.8408203125</c:v>
                </c:pt>
                <c:pt idx="862">
                  <c:v>0.841796875</c:v>
                </c:pt>
                <c:pt idx="863">
                  <c:v>0.8427734375</c:v>
                </c:pt>
                <c:pt idx="864">
                  <c:v>0.84375</c:v>
                </c:pt>
                <c:pt idx="865">
                  <c:v>0.8447265625</c:v>
                </c:pt>
                <c:pt idx="866">
                  <c:v>0.845703125</c:v>
                </c:pt>
                <c:pt idx="867">
                  <c:v>0.8466796875</c:v>
                </c:pt>
                <c:pt idx="868">
                  <c:v>0.84765625</c:v>
                </c:pt>
                <c:pt idx="869">
                  <c:v>0.8486328125</c:v>
                </c:pt>
                <c:pt idx="870">
                  <c:v>0.849609375</c:v>
                </c:pt>
                <c:pt idx="871">
                  <c:v>0.8505859375</c:v>
                </c:pt>
                <c:pt idx="872">
                  <c:v>0.8515625</c:v>
                </c:pt>
                <c:pt idx="873">
                  <c:v>0.8525390625</c:v>
                </c:pt>
                <c:pt idx="874">
                  <c:v>0.853515625</c:v>
                </c:pt>
                <c:pt idx="875">
                  <c:v>0.8544921875</c:v>
                </c:pt>
                <c:pt idx="876">
                  <c:v>0.85546875</c:v>
                </c:pt>
                <c:pt idx="877">
                  <c:v>0.8564453125</c:v>
                </c:pt>
                <c:pt idx="878">
                  <c:v>0.857421875</c:v>
                </c:pt>
                <c:pt idx="879">
                  <c:v>0.8583984375</c:v>
                </c:pt>
                <c:pt idx="880">
                  <c:v>0.859375</c:v>
                </c:pt>
                <c:pt idx="881">
                  <c:v>0.8603515625</c:v>
                </c:pt>
                <c:pt idx="882">
                  <c:v>0.861328125</c:v>
                </c:pt>
                <c:pt idx="883">
                  <c:v>0.8623046875</c:v>
                </c:pt>
                <c:pt idx="884">
                  <c:v>0.86328125</c:v>
                </c:pt>
                <c:pt idx="885">
                  <c:v>0.8642578125</c:v>
                </c:pt>
                <c:pt idx="886">
                  <c:v>0.865234375</c:v>
                </c:pt>
                <c:pt idx="887">
                  <c:v>0.8662109375</c:v>
                </c:pt>
                <c:pt idx="888">
                  <c:v>0.8671875</c:v>
                </c:pt>
                <c:pt idx="889">
                  <c:v>0.8681640625</c:v>
                </c:pt>
                <c:pt idx="890">
                  <c:v>0.869140625</c:v>
                </c:pt>
                <c:pt idx="891">
                  <c:v>0.8701171875</c:v>
                </c:pt>
                <c:pt idx="892">
                  <c:v>0.87109375</c:v>
                </c:pt>
                <c:pt idx="893">
                  <c:v>0.8720703125</c:v>
                </c:pt>
                <c:pt idx="894">
                  <c:v>0.873046875</c:v>
                </c:pt>
                <c:pt idx="895">
                  <c:v>0.8740234375</c:v>
                </c:pt>
                <c:pt idx="896">
                  <c:v>0.875</c:v>
                </c:pt>
                <c:pt idx="897">
                  <c:v>0.8759765625</c:v>
                </c:pt>
                <c:pt idx="898">
                  <c:v>0.876953125</c:v>
                </c:pt>
                <c:pt idx="899">
                  <c:v>0.8779296875</c:v>
                </c:pt>
                <c:pt idx="900">
                  <c:v>0.87890625</c:v>
                </c:pt>
                <c:pt idx="901">
                  <c:v>0.8798828125</c:v>
                </c:pt>
                <c:pt idx="902">
                  <c:v>0.880859375</c:v>
                </c:pt>
                <c:pt idx="903">
                  <c:v>0.8818359375</c:v>
                </c:pt>
                <c:pt idx="904">
                  <c:v>0.8828125</c:v>
                </c:pt>
                <c:pt idx="905">
                  <c:v>0.8837890625</c:v>
                </c:pt>
                <c:pt idx="906">
                  <c:v>0.884765625</c:v>
                </c:pt>
                <c:pt idx="907">
                  <c:v>0.8857421875</c:v>
                </c:pt>
                <c:pt idx="908">
                  <c:v>0.88671875</c:v>
                </c:pt>
                <c:pt idx="909">
                  <c:v>0.8876953125</c:v>
                </c:pt>
                <c:pt idx="910">
                  <c:v>0.888671875</c:v>
                </c:pt>
                <c:pt idx="911">
                  <c:v>0.8896484375</c:v>
                </c:pt>
                <c:pt idx="912">
                  <c:v>0.890625</c:v>
                </c:pt>
                <c:pt idx="913">
                  <c:v>0.8916015625</c:v>
                </c:pt>
                <c:pt idx="914">
                  <c:v>0.892578125</c:v>
                </c:pt>
                <c:pt idx="915">
                  <c:v>0.8935546875</c:v>
                </c:pt>
                <c:pt idx="916">
                  <c:v>0.89453125</c:v>
                </c:pt>
                <c:pt idx="917">
                  <c:v>0.8955078125</c:v>
                </c:pt>
                <c:pt idx="918">
                  <c:v>0.896484375</c:v>
                </c:pt>
                <c:pt idx="919">
                  <c:v>0.8974609375</c:v>
                </c:pt>
                <c:pt idx="920">
                  <c:v>0.8984375</c:v>
                </c:pt>
                <c:pt idx="921">
                  <c:v>0.8994140625</c:v>
                </c:pt>
                <c:pt idx="922">
                  <c:v>0.900390625</c:v>
                </c:pt>
                <c:pt idx="923">
                  <c:v>0.9013671875</c:v>
                </c:pt>
                <c:pt idx="924">
                  <c:v>0.90234375</c:v>
                </c:pt>
                <c:pt idx="925">
                  <c:v>0.9033203125</c:v>
                </c:pt>
                <c:pt idx="926">
                  <c:v>0.904296875</c:v>
                </c:pt>
                <c:pt idx="927">
                  <c:v>0.9052734375</c:v>
                </c:pt>
                <c:pt idx="928">
                  <c:v>0.90625</c:v>
                </c:pt>
                <c:pt idx="929">
                  <c:v>0.9072265625</c:v>
                </c:pt>
                <c:pt idx="930">
                  <c:v>0.908203125</c:v>
                </c:pt>
                <c:pt idx="931">
                  <c:v>0.9091796875</c:v>
                </c:pt>
                <c:pt idx="932">
                  <c:v>0.91015625</c:v>
                </c:pt>
                <c:pt idx="933">
                  <c:v>0.9111328125</c:v>
                </c:pt>
                <c:pt idx="934">
                  <c:v>0.912109375</c:v>
                </c:pt>
                <c:pt idx="935">
                  <c:v>0.9130859375</c:v>
                </c:pt>
                <c:pt idx="936">
                  <c:v>0.9140625</c:v>
                </c:pt>
                <c:pt idx="937">
                  <c:v>0.9150390625</c:v>
                </c:pt>
                <c:pt idx="938">
                  <c:v>0.916015625</c:v>
                </c:pt>
                <c:pt idx="939">
                  <c:v>0.9169921875</c:v>
                </c:pt>
                <c:pt idx="940">
                  <c:v>0.91796875</c:v>
                </c:pt>
                <c:pt idx="941">
                  <c:v>0.9189453125</c:v>
                </c:pt>
                <c:pt idx="942">
                  <c:v>0.919921875</c:v>
                </c:pt>
                <c:pt idx="943">
                  <c:v>0.9208984375</c:v>
                </c:pt>
                <c:pt idx="944">
                  <c:v>0.921875</c:v>
                </c:pt>
                <c:pt idx="945">
                  <c:v>0.9228515625</c:v>
                </c:pt>
                <c:pt idx="946">
                  <c:v>0.923828125</c:v>
                </c:pt>
                <c:pt idx="947">
                  <c:v>0.9248046875</c:v>
                </c:pt>
                <c:pt idx="948">
                  <c:v>0.92578125</c:v>
                </c:pt>
                <c:pt idx="949">
                  <c:v>0.9267578125</c:v>
                </c:pt>
                <c:pt idx="950">
                  <c:v>0.927734375</c:v>
                </c:pt>
                <c:pt idx="951">
                  <c:v>0.9287109375</c:v>
                </c:pt>
                <c:pt idx="952">
                  <c:v>0.9296875</c:v>
                </c:pt>
                <c:pt idx="953">
                  <c:v>0.9306640625</c:v>
                </c:pt>
                <c:pt idx="954">
                  <c:v>0.931640625</c:v>
                </c:pt>
                <c:pt idx="955">
                  <c:v>0.9326171875</c:v>
                </c:pt>
                <c:pt idx="956">
                  <c:v>0.93359375</c:v>
                </c:pt>
                <c:pt idx="957">
                  <c:v>0.9345703125</c:v>
                </c:pt>
                <c:pt idx="958">
                  <c:v>0.935546875</c:v>
                </c:pt>
                <c:pt idx="959">
                  <c:v>0.9365234375</c:v>
                </c:pt>
                <c:pt idx="960">
                  <c:v>0.9375</c:v>
                </c:pt>
                <c:pt idx="961">
                  <c:v>0.9384765625</c:v>
                </c:pt>
                <c:pt idx="962">
                  <c:v>0.939453125</c:v>
                </c:pt>
                <c:pt idx="963">
                  <c:v>0.9404296875</c:v>
                </c:pt>
                <c:pt idx="964">
                  <c:v>0.94140625</c:v>
                </c:pt>
                <c:pt idx="965">
                  <c:v>0.9423828125</c:v>
                </c:pt>
                <c:pt idx="966">
                  <c:v>0.943359375</c:v>
                </c:pt>
                <c:pt idx="967">
                  <c:v>0.9443359375</c:v>
                </c:pt>
                <c:pt idx="968">
                  <c:v>0.9453125</c:v>
                </c:pt>
                <c:pt idx="969">
                  <c:v>0.9462890625</c:v>
                </c:pt>
                <c:pt idx="970">
                  <c:v>0.947265625</c:v>
                </c:pt>
                <c:pt idx="971">
                  <c:v>0.9482421875</c:v>
                </c:pt>
                <c:pt idx="972">
                  <c:v>0.94921875</c:v>
                </c:pt>
                <c:pt idx="973">
                  <c:v>0.9501953125</c:v>
                </c:pt>
                <c:pt idx="974">
                  <c:v>0.951171875</c:v>
                </c:pt>
                <c:pt idx="975">
                  <c:v>0.9521484375</c:v>
                </c:pt>
                <c:pt idx="976">
                  <c:v>0.953125</c:v>
                </c:pt>
                <c:pt idx="977">
                  <c:v>0.9541015625</c:v>
                </c:pt>
                <c:pt idx="978">
                  <c:v>0.955078125</c:v>
                </c:pt>
                <c:pt idx="979">
                  <c:v>0.9560546875</c:v>
                </c:pt>
                <c:pt idx="980">
                  <c:v>0.95703125</c:v>
                </c:pt>
                <c:pt idx="981">
                  <c:v>0.9580078125</c:v>
                </c:pt>
                <c:pt idx="982">
                  <c:v>0.958984375</c:v>
                </c:pt>
                <c:pt idx="983">
                  <c:v>0.9599609375</c:v>
                </c:pt>
                <c:pt idx="984">
                  <c:v>0.9609375</c:v>
                </c:pt>
                <c:pt idx="985">
                  <c:v>0.9619140625</c:v>
                </c:pt>
                <c:pt idx="986">
                  <c:v>0.962890625</c:v>
                </c:pt>
                <c:pt idx="987">
                  <c:v>0.9638671875</c:v>
                </c:pt>
                <c:pt idx="988">
                  <c:v>0.96484375</c:v>
                </c:pt>
                <c:pt idx="989">
                  <c:v>0.9658203125</c:v>
                </c:pt>
                <c:pt idx="990">
                  <c:v>0.966796875</c:v>
                </c:pt>
                <c:pt idx="991">
                  <c:v>0.9677734375</c:v>
                </c:pt>
                <c:pt idx="992">
                  <c:v>0.96875</c:v>
                </c:pt>
                <c:pt idx="993">
                  <c:v>0.9697265625</c:v>
                </c:pt>
                <c:pt idx="994">
                  <c:v>0.970703125</c:v>
                </c:pt>
                <c:pt idx="995">
                  <c:v>0.9716796875</c:v>
                </c:pt>
                <c:pt idx="996">
                  <c:v>0.97265625</c:v>
                </c:pt>
                <c:pt idx="997">
                  <c:v>0.9736328125</c:v>
                </c:pt>
                <c:pt idx="998">
                  <c:v>0.974609375</c:v>
                </c:pt>
                <c:pt idx="999">
                  <c:v>0.9755859375</c:v>
                </c:pt>
                <c:pt idx="1000">
                  <c:v>0.9765625</c:v>
                </c:pt>
                <c:pt idx="1001">
                  <c:v>0.9775390625</c:v>
                </c:pt>
                <c:pt idx="1002">
                  <c:v>0.978515625</c:v>
                </c:pt>
                <c:pt idx="1003">
                  <c:v>0.9794921875</c:v>
                </c:pt>
                <c:pt idx="1004">
                  <c:v>0.98046875</c:v>
                </c:pt>
                <c:pt idx="1005">
                  <c:v>0.9814453125</c:v>
                </c:pt>
                <c:pt idx="1006">
                  <c:v>0.982421875</c:v>
                </c:pt>
                <c:pt idx="1007">
                  <c:v>0.9833984375</c:v>
                </c:pt>
                <c:pt idx="1008">
                  <c:v>0.984375</c:v>
                </c:pt>
                <c:pt idx="1009">
                  <c:v>0.9853515625</c:v>
                </c:pt>
                <c:pt idx="1010">
                  <c:v>0.986328125</c:v>
                </c:pt>
                <c:pt idx="1011">
                  <c:v>0.9873046875</c:v>
                </c:pt>
                <c:pt idx="1012">
                  <c:v>0.98828125</c:v>
                </c:pt>
                <c:pt idx="1013">
                  <c:v>0.9892578125</c:v>
                </c:pt>
                <c:pt idx="1014">
                  <c:v>0.990234375</c:v>
                </c:pt>
                <c:pt idx="1015">
                  <c:v>0.9912109375</c:v>
                </c:pt>
                <c:pt idx="1016">
                  <c:v>0.9921875</c:v>
                </c:pt>
                <c:pt idx="1017">
                  <c:v>0.9931640625</c:v>
                </c:pt>
                <c:pt idx="1018">
                  <c:v>0.994140625</c:v>
                </c:pt>
                <c:pt idx="1019">
                  <c:v>0.9951171875</c:v>
                </c:pt>
                <c:pt idx="1020">
                  <c:v>0.99609375</c:v>
                </c:pt>
                <c:pt idx="1021">
                  <c:v>0.9970703125</c:v>
                </c:pt>
                <c:pt idx="1022">
                  <c:v>0.998046875</c:v>
                </c:pt>
                <c:pt idx="1023">
                  <c:v>0.9990234375</c:v>
                </c:pt>
              </c:numCache>
            </c:numRef>
          </c:cat>
          <c:val>
            <c:numRef>
              <c:f>'[oscillators.xlsx]PulseWave PeriodicWave'!$B$2:$B$1249</c:f>
              <c:numCache>
                <c:formatCode>General</c:formatCode>
                <c:ptCount val="1248"/>
                <c:pt idx="0">
                  <c:v>0.75376671552658003</c:v>
                </c:pt>
                <c:pt idx="1">
                  <c:v>0.74697333574295</c:v>
                </c:pt>
                <c:pt idx="2">
                  <c:v>0.75109601020812899</c:v>
                </c:pt>
                <c:pt idx="3">
                  <c:v>0.75126969814300504</c:v>
                </c:pt>
                <c:pt idx="4">
                  <c:v>0.74685692787170399</c:v>
                </c:pt>
                <c:pt idx="5">
                  <c:v>0.75378668308258001</c:v>
                </c:pt>
                <c:pt idx="6">
                  <c:v>0.74705815315246504</c:v>
                </c:pt>
                <c:pt idx="7">
                  <c:v>0.750932276248931</c:v>
                </c:pt>
                <c:pt idx="8">
                  <c:v>0.75145965814590399</c:v>
                </c:pt>
                <c:pt idx="9">
                  <c:v>0.74670433998107899</c:v>
                </c:pt>
                <c:pt idx="10">
                  <c:v>0.753848016262054</c:v>
                </c:pt>
                <c:pt idx="11">
                  <c:v>0.74711346626281705</c:v>
                </c:pt>
                <c:pt idx="12">
                  <c:v>0.75077283382415705</c:v>
                </c:pt>
                <c:pt idx="13">
                  <c:v>0.75167351961135798</c:v>
                </c:pt>
                <c:pt idx="14">
                  <c:v>0.74650788307189897</c:v>
                </c:pt>
                <c:pt idx="15">
                  <c:v>0.75395572185516302</c:v>
                </c:pt>
                <c:pt idx="16">
                  <c:v>0.747139692306518</c:v>
                </c:pt>
                <c:pt idx="17">
                  <c:v>0.75061190128326405</c:v>
                </c:pt>
                <c:pt idx="18">
                  <c:v>0.75192165374755804</c:v>
                </c:pt>
                <c:pt idx="19">
                  <c:v>0.74625599384307795</c:v>
                </c:pt>
                <c:pt idx="20">
                  <c:v>0.75411891937255804</c:v>
                </c:pt>
                <c:pt idx="21">
                  <c:v>0.74713397026062001</c:v>
                </c:pt>
                <c:pt idx="22">
                  <c:v>0.75044298171997004</c:v>
                </c:pt>
                <c:pt idx="23">
                  <c:v>0.75221860408782903</c:v>
                </c:pt>
                <c:pt idx="24">
                  <c:v>0.745930194854736</c:v>
                </c:pt>
                <c:pt idx="25">
                  <c:v>0.754352986812591</c:v>
                </c:pt>
                <c:pt idx="26">
                  <c:v>0.74709087610244695</c:v>
                </c:pt>
                <c:pt idx="27">
                  <c:v>0.75025773048400801</c:v>
                </c:pt>
                <c:pt idx="28">
                  <c:v>0.75258660316467196</c:v>
                </c:pt>
                <c:pt idx="29">
                  <c:v>0.74550080299377397</c:v>
                </c:pt>
                <c:pt idx="30">
                  <c:v>0.75468420982360795</c:v>
                </c:pt>
                <c:pt idx="31">
                  <c:v>0.74699908494949296</c:v>
                </c:pt>
                <c:pt idx="32">
                  <c:v>0.75004392862319902</c:v>
                </c:pt>
                <c:pt idx="33">
                  <c:v>0.75306129455566395</c:v>
                </c:pt>
                <c:pt idx="34">
                  <c:v>0.74491822719573897</c:v>
                </c:pt>
                <c:pt idx="35">
                  <c:v>0.75515806674957198</c:v>
                </c:pt>
                <c:pt idx="36">
                  <c:v>0.74683809280395497</c:v>
                </c:pt>
                <c:pt idx="37">
                  <c:v>0.74978196620941095</c:v>
                </c:pt>
                <c:pt idx="38">
                  <c:v>0.75370502471923795</c:v>
                </c:pt>
                <c:pt idx="39">
                  <c:v>0.74409270286560003</c:v>
                </c:pt>
                <c:pt idx="40">
                  <c:v>0.75586009025573697</c:v>
                </c:pt>
                <c:pt idx="41">
                  <c:v>0.74656641483306796</c:v>
                </c:pt>
                <c:pt idx="42">
                  <c:v>0.74943643808364802</c:v>
                </c:pt>
                <c:pt idx="43">
                  <c:v>0.75463855266571001</c:v>
                </c:pt>
                <c:pt idx="44">
                  <c:v>0.74284446239471402</c:v>
                </c:pt>
                <c:pt idx="45">
                  <c:v>0.75696724653243996</c:v>
                </c:pt>
                <c:pt idx="46">
                  <c:v>0.74609333276748602</c:v>
                </c:pt>
                <c:pt idx="47">
                  <c:v>0.74893558025360096</c:v>
                </c:pt>
                <c:pt idx="48">
                  <c:v>0.75612944364547696</c:v>
                </c:pt>
                <c:pt idx="49">
                  <c:v>0.74075436592101995</c:v>
                </c:pt>
                <c:pt idx="50">
                  <c:v>0.75891435146331698</c:v>
                </c:pt>
                <c:pt idx="51">
                  <c:v>0.74517667293548495</c:v>
                </c:pt>
                <c:pt idx="52">
                  <c:v>0.74810457229614202</c:v>
                </c:pt>
                <c:pt idx="53">
                  <c:v>0.758913934230804</c:v>
                </c:pt>
                <c:pt idx="54">
                  <c:v>0.73657280206680298</c:v>
                </c:pt>
                <c:pt idx="55">
                  <c:v>0.76312279701232899</c:v>
                </c:pt>
                <c:pt idx="56">
                  <c:v>0.742903351783752</c:v>
                </c:pt>
                <c:pt idx="57">
                  <c:v>0.74639379978179898</c:v>
                </c:pt>
                <c:pt idx="58">
                  <c:v>0.76601374149322499</c:v>
                </c:pt>
                <c:pt idx="59">
                  <c:v>0.72417950630187899</c:v>
                </c:pt>
                <c:pt idx="60">
                  <c:v>0.77830076217651301</c:v>
                </c:pt>
                <c:pt idx="61">
                  <c:v>0.73101019859313898</c:v>
                </c:pt>
                <c:pt idx="62">
                  <c:v>0.74270284175872803</c:v>
                </c:pt>
                <c:pt idx="63">
                  <c:v>0.81701815128326405</c:v>
                </c:pt>
                <c:pt idx="64">
                  <c:v>0.249219834804534</c:v>
                </c:pt>
                <c:pt idx="65">
                  <c:v>-0.31576478481292702</c:v>
                </c:pt>
                <c:pt idx="66">
                  <c:v>-0.24315603077411599</c:v>
                </c:pt>
                <c:pt idx="67">
                  <c:v>-0.23153601586818601</c:v>
                </c:pt>
                <c:pt idx="68">
                  <c:v>-0.27700203657150202</c:v>
                </c:pt>
                <c:pt idx="69">
                  <c:v>-0.22574086487293199</c:v>
                </c:pt>
                <c:pt idx="70">
                  <c:v>-0.26480403542518599</c:v>
                </c:pt>
                <c:pt idx="71">
                  <c:v>-0.24677500128745999</c:v>
                </c:pt>
                <c:pt idx="72">
                  <c:v>-0.24350269138812999</c:v>
                </c:pt>
                <c:pt idx="73">
                  <c:v>-0.26177686452865601</c:v>
                </c:pt>
                <c:pt idx="74">
                  <c:v>-0.23813751339912401</c:v>
                </c:pt>
                <c:pt idx="75">
                  <c:v>-0.25774657726287797</c:v>
                </c:pt>
                <c:pt idx="76">
                  <c:v>-0.24841342866420699</c:v>
                </c:pt>
                <c:pt idx="77">
                  <c:v>-0.24585133790969799</c:v>
                </c:pt>
                <c:pt idx="78">
                  <c:v>-0.257518351078033</c:v>
                </c:pt>
                <c:pt idx="79">
                  <c:v>-0.24232457578182201</c:v>
                </c:pt>
                <c:pt idx="80">
                  <c:v>-0.255003571510314</c:v>
                </c:pt>
                <c:pt idx="81">
                  <c:v>-0.24917131662368699</c:v>
                </c:pt>
                <c:pt idx="82">
                  <c:v>-0.246845677495002</c:v>
                </c:pt>
                <c:pt idx="83">
                  <c:v>-0.25551831722259499</c:v>
                </c:pt>
                <c:pt idx="84">
                  <c:v>-0.24442242085933599</c:v>
                </c:pt>
                <c:pt idx="85">
                  <c:v>-0.25355350971221902</c:v>
                </c:pt>
                <c:pt idx="86">
                  <c:v>-0.24959734082221899</c:v>
                </c:pt>
                <c:pt idx="87">
                  <c:v>-0.24739962816238401</c:v>
                </c:pt>
                <c:pt idx="88">
                  <c:v>-0.25435468554496699</c:v>
                </c:pt>
                <c:pt idx="89">
                  <c:v>-0.24568098783493</c:v>
                </c:pt>
                <c:pt idx="90">
                  <c:v>-0.252660572528839</c:v>
                </c:pt>
                <c:pt idx="91">
                  <c:v>-0.24986568093299799</c:v>
                </c:pt>
                <c:pt idx="92">
                  <c:v>-0.247756361961364</c:v>
                </c:pt>
                <c:pt idx="93">
                  <c:v>-0.25359183549880898</c:v>
                </c:pt>
                <c:pt idx="94">
                  <c:v>-0.24651946127414701</c:v>
                </c:pt>
                <c:pt idx="95">
                  <c:v>-0.25205758213996798</c:v>
                </c:pt>
                <c:pt idx="96">
                  <c:v>-0.25004738569259599</c:v>
                </c:pt>
                <c:pt idx="97">
                  <c:v>-0.24800755083560899</c:v>
                </c:pt>
                <c:pt idx="98">
                  <c:v>-0.25305202603340099</c:v>
                </c:pt>
                <c:pt idx="99">
                  <c:v>-0.24711792171001401</c:v>
                </c:pt>
                <c:pt idx="100">
                  <c:v>-0.251624345779418</c:v>
                </c:pt>
                <c:pt idx="101">
                  <c:v>-0.25017675757408098</c:v>
                </c:pt>
                <c:pt idx="102">
                  <c:v>-0.24819572269916501</c:v>
                </c:pt>
                <c:pt idx="103">
                  <c:v>-0.25264889001846302</c:v>
                </c:pt>
                <c:pt idx="104">
                  <c:v>-0.24756649136543199</c:v>
                </c:pt>
                <c:pt idx="105">
                  <c:v>-0.25129890441894498</c:v>
                </c:pt>
                <c:pt idx="106">
                  <c:v>-0.25027221441268899</c:v>
                </c:pt>
                <c:pt idx="107">
                  <c:v>-0.248342961072921</c:v>
                </c:pt>
                <c:pt idx="108">
                  <c:v>-0.25233584642410201</c:v>
                </c:pt>
                <c:pt idx="109">
                  <c:v>-0.247915104031562</c:v>
                </c:pt>
                <c:pt idx="110">
                  <c:v>-0.251046031713485</c:v>
                </c:pt>
                <c:pt idx="111">
                  <c:v>-0.25034457445144598</c:v>
                </c:pt>
                <c:pt idx="112">
                  <c:v>-0.248462259769439</c:v>
                </c:pt>
                <c:pt idx="113">
                  <c:v>-0.25208508968353199</c:v>
                </c:pt>
                <c:pt idx="114">
                  <c:v>-0.24819406867027199</c:v>
                </c:pt>
                <c:pt idx="115">
                  <c:v>-0.25084424018859802</c:v>
                </c:pt>
                <c:pt idx="116">
                  <c:v>-0.250400781631469</c:v>
                </c:pt>
                <c:pt idx="117">
                  <c:v>-0.24856129288673401</c:v>
                </c:pt>
                <c:pt idx="118">
                  <c:v>-0.25187915563583302</c:v>
                </c:pt>
                <c:pt idx="119">
                  <c:v>-0.24842242896556799</c:v>
                </c:pt>
                <c:pt idx="120">
                  <c:v>-0.250679671764373</c:v>
                </c:pt>
                <c:pt idx="121">
                  <c:v>-0.25044494867324801</c:v>
                </c:pt>
                <c:pt idx="122">
                  <c:v>-0.248645409941673</c:v>
                </c:pt>
                <c:pt idx="123">
                  <c:v>-0.25170683860778797</c:v>
                </c:pt>
                <c:pt idx="124">
                  <c:v>-0.24861298501491499</c:v>
                </c:pt>
                <c:pt idx="125">
                  <c:v>-0.25054311752319303</c:v>
                </c:pt>
                <c:pt idx="126">
                  <c:v>-0.25048023462295499</c:v>
                </c:pt>
                <c:pt idx="127">
                  <c:v>-0.24871797859668701</c:v>
                </c:pt>
                <c:pt idx="128">
                  <c:v>-0.25156021118164001</c:v>
                </c:pt>
                <c:pt idx="129">
                  <c:v>-0.24877443909645</c:v>
                </c:pt>
                <c:pt idx="130">
                  <c:v>-0.25042802095413202</c:v>
                </c:pt>
                <c:pt idx="131">
                  <c:v>-0.25050875544548001</c:v>
                </c:pt>
                <c:pt idx="132">
                  <c:v>-0.24878163635730699</c:v>
                </c:pt>
                <c:pt idx="133">
                  <c:v>-0.25143355131149198</c:v>
                </c:pt>
                <c:pt idx="134">
                  <c:v>-0.248913198709487</c:v>
                </c:pt>
                <c:pt idx="135">
                  <c:v>-0.25032979249954201</c:v>
                </c:pt>
                <c:pt idx="136">
                  <c:v>-0.25053203105926503</c:v>
                </c:pt>
                <c:pt idx="137">
                  <c:v>-0.24883806705474801</c:v>
                </c:pt>
                <c:pt idx="138">
                  <c:v>-0.25132277607917702</c:v>
                </c:pt>
                <c:pt idx="139">
                  <c:v>-0.249033853411674</c:v>
                </c:pt>
                <c:pt idx="140">
                  <c:v>-0.25024488568305903</c:v>
                </c:pt>
                <c:pt idx="141">
                  <c:v>-0.25055116415023798</c:v>
                </c:pt>
                <c:pt idx="142">
                  <c:v>-0.24888868629932401</c:v>
                </c:pt>
                <c:pt idx="143">
                  <c:v>-0.251224994659423</c:v>
                </c:pt>
                <c:pt idx="144">
                  <c:v>-0.249139904975891</c:v>
                </c:pt>
                <c:pt idx="145">
                  <c:v>-0.25017076730728099</c:v>
                </c:pt>
                <c:pt idx="146">
                  <c:v>-0.25056686997413602</c:v>
                </c:pt>
                <c:pt idx="147">
                  <c:v>-0.24893431365489899</c:v>
                </c:pt>
                <c:pt idx="148">
                  <c:v>-0.25113773345947199</c:v>
                </c:pt>
                <c:pt idx="149">
                  <c:v>-0.24923397600650701</c:v>
                </c:pt>
                <c:pt idx="150">
                  <c:v>-0.250105530023574</c:v>
                </c:pt>
                <c:pt idx="151">
                  <c:v>-0.25058001279830899</c:v>
                </c:pt>
                <c:pt idx="152">
                  <c:v>-0.24897603690624201</c:v>
                </c:pt>
                <c:pt idx="153">
                  <c:v>-0.25105932354927002</c:v>
                </c:pt>
                <c:pt idx="154">
                  <c:v>-0.249318152666091</c:v>
                </c:pt>
                <c:pt idx="155">
                  <c:v>-0.25004762411117498</c:v>
                </c:pt>
                <c:pt idx="156">
                  <c:v>-0.250591039657592</c:v>
                </c:pt>
                <c:pt idx="157">
                  <c:v>-0.24901428818702601</c:v>
                </c:pt>
                <c:pt idx="158">
                  <c:v>-0.25098821520805298</c:v>
                </c:pt>
                <c:pt idx="159">
                  <c:v>-0.24939398467540699</c:v>
                </c:pt>
                <c:pt idx="160">
                  <c:v>-0.24999576807022</c:v>
                </c:pt>
                <c:pt idx="161">
                  <c:v>-0.25060015916824302</c:v>
                </c:pt>
                <c:pt idx="162">
                  <c:v>-0.249049678444862</c:v>
                </c:pt>
                <c:pt idx="163">
                  <c:v>-0.25092321634292603</c:v>
                </c:pt>
                <c:pt idx="164">
                  <c:v>-0.24946296215057301</c:v>
                </c:pt>
                <c:pt idx="165">
                  <c:v>-0.24994905292987801</c:v>
                </c:pt>
                <c:pt idx="166">
                  <c:v>-0.25060784816741899</c:v>
                </c:pt>
                <c:pt idx="167">
                  <c:v>-0.24908261001109999</c:v>
                </c:pt>
                <c:pt idx="168">
                  <c:v>-0.25086361169815002</c:v>
                </c:pt>
                <c:pt idx="169">
                  <c:v>-0.24952596426010101</c:v>
                </c:pt>
                <c:pt idx="170">
                  <c:v>-0.24990659952163599</c:v>
                </c:pt>
                <c:pt idx="171">
                  <c:v>-0.25061428546905501</c:v>
                </c:pt>
                <c:pt idx="172">
                  <c:v>-0.24911329150199801</c:v>
                </c:pt>
                <c:pt idx="173">
                  <c:v>-0.25080844759941101</c:v>
                </c:pt>
                <c:pt idx="174">
                  <c:v>-0.249583885073661</c:v>
                </c:pt>
                <c:pt idx="175">
                  <c:v>-0.24986787140369399</c:v>
                </c:pt>
                <c:pt idx="176">
                  <c:v>-0.25061982870101901</c:v>
                </c:pt>
                <c:pt idx="177">
                  <c:v>-0.249142155051231</c:v>
                </c:pt>
                <c:pt idx="178">
                  <c:v>-0.25075715780258101</c:v>
                </c:pt>
                <c:pt idx="179">
                  <c:v>-0.24963746964931399</c:v>
                </c:pt>
                <c:pt idx="180">
                  <c:v>-0.249832272529602</c:v>
                </c:pt>
                <c:pt idx="181">
                  <c:v>-0.25062444806098899</c:v>
                </c:pt>
                <c:pt idx="182">
                  <c:v>-0.24916940927505399</c:v>
                </c:pt>
                <c:pt idx="183">
                  <c:v>-0.25070923566818198</c:v>
                </c:pt>
                <c:pt idx="184">
                  <c:v>-0.24968740344047499</c:v>
                </c:pt>
                <c:pt idx="185">
                  <c:v>-0.24979934096336301</c:v>
                </c:pt>
                <c:pt idx="186">
                  <c:v>-0.250628411769866</c:v>
                </c:pt>
                <c:pt idx="187">
                  <c:v>-0.24919523298740301</c:v>
                </c:pt>
                <c:pt idx="188">
                  <c:v>-0.25066429376602101</c:v>
                </c:pt>
                <c:pt idx="189">
                  <c:v>-0.24973410367965601</c:v>
                </c:pt>
                <c:pt idx="190">
                  <c:v>-0.24976879358291601</c:v>
                </c:pt>
                <c:pt idx="191">
                  <c:v>-0.25063169002532898</c:v>
                </c:pt>
                <c:pt idx="192">
                  <c:v>-0.249219834804534</c:v>
                </c:pt>
                <c:pt idx="193">
                  <c:v>-0.25062167644500699</c:v>
                </c:pt>
                <c:pt idx="194">
                  <c:v>-0.249777972698211</c:v>
                </c:pt>
                <c:pt idx="195">
                  <c:v>-0.24974012374877899</c:v>
                </c:pt>
                <c:pt idx="196">
                  <c:v>-0.25063443183898898</c:v>
                </c:pt>
                <c:pt idx="197">
                  <c:v>-0.249243378639221</c:v>
                </c:pt>
                <c:pt idx="198">
                  <c:v>-0.25058141350746099</c:v>
                </c:pt>
                <c:pt idx="199">
                  <c:v>-0.24981947243213601</c:v>
                </c:pt>
                <c:pt idx="200">
                  <c:v>-0.24971327185630701</c:v>
                </c:pt>
                <c:pt idx="201">
                  <c:v>-0.25063681602478</c:v>
                </c:pt>
                <c:pt idx="202">
                  <c:v>-0.24926590919494601</c:v>
                </c:pt>
                <c:pt idx="203">
                  <c:v>-0.25054299831390298</c:v>
                </c:pt>
                <c:pt idx="204">
                  <c:v>-0.24985885620117099</c:v>
                </c:pt>
                <c:pt idx="205">
                  <c:v>-0.249687924981117</c:v>
                </c:pt>
                <c:pt idx="206">
                  <c:v>-0.25063884258270203</c:v>
                </c:pt>
                <c:pt idx="207">
                  <c:v>-0.249287664890289</c:v>
                </c:pt>
                <c:pt idx="208">
                  <c:v>-0.25050613284111001</c:v>
                </c:pt>
                <c:pt idx="209">
                  <c:v>-0.24989645183086301</c:v>
                </c:pt>
                <c:pt idx="210">
                  <c:v>-0.24966384470462799</c:v>
                </c:pt>
                <c:pt idx="211">
                  <c:v>-0.25064036250114402</c:v>
                </c:pt>
                <c:pt idx="212">
                  <c:v>-0.24930867552757199</c:v>
                </c:pt>
                <c:pt idx="213">
                  <c:v>-0.25047075748443598</c:v>
                </c:pt>
                <c:pt idx="214">
                  <c:v>-0.24993252754211401</c:v>
                </c:pt>
                <c:pt idx="215">
                  <c:v>-0.249640837311744</c:v>
                </c:pt>
                <c:pt idx="216">
                  <c:v>-0.25064182281494102</c:v>
                </c:pt>
                <c:pt idx="217">
                  <c:v>-0.24932914972305201</c:v>
                </c:pt>
                <c:pt idx="218">
                  <c:v>-0.25043669342994601</c:v>
                </c:pt>
                <c:pt idx="219">
                  <c:v>-0.24996718764305101</c:v>
                </c:pt>
                <c:pt idx="220">
                  <c:v>-0.24961878359317699</c:v>
                </c:pt>
                <c:pt idx="221">
                  <c:v>-0.25064304471015902</c:v>
                </c:pt>
                <c:pt idx="222">
                  <c:v>-0.24934904277324599</c:v>
                </c:pt>
                <c:pt idx="223">
                  <c:v>-0.25040352344512901</c:v>
                </c:pt>
                <c:pt idx="224">
                  <c:v>-0.25000077486038202</c:v>
                </c:pt>
                <c:pt idx="225">
                  <c:v>-0.24959757924079801</c:v>
                </c:pt>
                <c:pt idx="226">
                  <c:v>-0.25064393877982999</c:v>
                </c:pt>
                <c:pt idx="227">
                  <c:v>-0.24936856329441001</c:v>
                </c:pt>
                <c:pt idx="228">
                  <c:v>-0.25037124752998302</c:v>
                </c:pt>
                <c:pt idx="229">
                  <c:v>-0.250033408403396</c:v>
                </c:pt>
                <c:pt idx="230">
                  <c:v>-0.249577030539512</c:v>
                </c:pt>
                <c:pt idx="231">
                  <c:v>-0.25064471364021301</c:v>
                </c:pt>
                <c:pt idx="232">
                  <c:v>-0.2493876516819</c:v>
                </c:pt>
                <c:pt idx="233">
                  <c:v>-0.25033971667289701</c:v>
                </c:pt>
                <c:pt idx="234">
                  <c:v>-0.250065207481384</c:v>
                </c:pt>
                <c:pt idx="235">
                  <c:v>-0.24955703318118999</c:v>
                </c:pt>
                <c:pt idx="236">
                  <c:v>-0.25064530968665999</c:v>
                </c:pt>
                <c:pt idx="237">
                  <c:v>-0.24940654635429299</c:v>
                </c:pt>
                <c:pt idx="238">
                  <c:v>-0.25030860304832397</c:v>
                </c:pt>
                <c:pt idx="239">
                  <c:v>-0.25009649991989102</c:v>
                </c:pt>
                <c:pt idx="240">
                  <c:v>-0.249537423253059</c:v>
                </c:pt>
                <c:pt idx="241">
                  <c:v>-0.25064569711685097</c:v>
                </c:pt>
                <c:pt idx="242">
                  <c:v>-0.24942520260810799</c:v>
                </c:pt>
                <c:pt idx="243">
                  <c:v>-0.25027805566787698</c:v>
                </c:pt>
                <c:pt idx="244">
                  <c:v>-0.25012713670730502</c:v>
                </c:pt>
                <c:pt idx="245">
                  <c:v>-0.24951834976673101</c:v>
                </c:pt>
                <c:pt idx="246">
                  <c:v>-0.25064605474472001</c:v>
                </c:pt>
                <c:pt idx="247">
                  <c:v>-0.249443724751472</c:v>
                </c:pt>
                <c:pt idx="248">
                  <c:v>-0.25024777650833102</c:v>
                </c:pt>
                <c:pt idx="249">
                  <c:v>-0.25015759468078602</c:v>
                </c:pt>
                <c:pt idx="250">
                  <c:v>-0.24949949979782099</c:v>
                </c:pt>
                <c:pt idx="251">
                  <c:v>-0.25064623355865401</c:v>
                </c:pt>
                <c:pt idx="252">
                  <c:v>-0.24946221709251401</c:v>
                </c:pt>
                <c:pt idx="253">
                  <c:v>-0.250217795372009</c:v>
                </c:pt>
                <c:pt idx="254">
                  <c:v>-0.25018766522407498</c:v>
                </c:pt>
                <c:pt idx="255">
                  <c:v>-0.24948087334632801</c:v>
                </c:pt>
                <c:pt idx="256">
                  <c:v>-0.25064629316329901</c:v>
                </c:pt>
                <c:pt idx="257">
                  <c:v>-0.24948084354400599</c:v>
                </c:pt>
                <c:pt idx="258">
                  <c:v>-0.25018772482871998</c:v>
                </c:pt>
                <c:pt idx="259">
                  <c:v>-0.250217825174331</c:v>
                </c:pt>
                <c:pt idx="260">
                  <c:v>-0.24946233630180301</c:v>
                </c:pt>
                <c:pt idx="261">
                  <c:v>-0.25064623355865401</c:v>
                </c:pt>
                <c:pt idx="262">
                  <c:v>-0.24949952960014299</c:v>
                </c:pt>
                <c:pt idx="263">
                  <c:v>-0.25015753507614102</c:v>
                </c:pt>
                <c:pt idx="264">
                  <c:v>-0.25024789571762002</c:v>
                </c:pt>
                <c:pt idx="265">
                  <c:v>-0.2494438290596</c:v>
                </c:pt>
                <c:pt idx="266">
                  <c:v>-0.25064605474472001</c:v>
                </c:pt>
                <c:pt idx="267">
                  <c:v>-0.24951836466789201</c:v>
                </c:pt>
                <c:pt idx="268">
                  <c:v>-0.25012719631195002</c:v>
                </c:pt>
                <c:pt idx="269">
                  <c:v>-0.25027817487716603</c:v>
                </c:pt>
                <c:pt idx="270">
                  <c:v>-0.249425143003463</c:v>
                </c:pt>
                <c:pt idx="271">
                  <c:v>-0.25064575672149603</c:v>
                </c:pt>
                <c:pt idx="272">
                  <c:v>-0.249537497758865</c:v>
                </c:pt>
                <c:pt idx="273">
                  <c:v>-0.25009647011756803</c:v>
                </c:pt>
                <c:pt idx="274">
                  <c:v>-0.25030878186225802</c:v>
                </c:pt>
                <c:pt idx="275">
                  <c:v>-0.24940653145313199</c:v>
                </c:pt>
                <c:pt idx="276">
                  <c:v>-0.25064530968665999</c:v>
                </c:pt>
                <c:pt idx="277">
                  <c:v>-0.24955701828002899</c:v>
                </c:pt>
                <c:pt idx="278">
                  <c:v>-0.250065296888351</c:v>
                </c:pt>
                <c:pt idx="279">
                  <c:v>-0.25033971667289701</c:v>
                </c:pt>
                <c:pt idx="280">
                  <c:v>-0.2493876516819</c:v>
                </c:pt>
                <c:pt idx="281">
                  <c:v>-0.25064474344253501</c:v>
                </c:pt>
                <c:pt idx="282">
                  <c:v>-0.24957700073719</c:v>
                </c:pt>
                <c:pt idx="283">
                  <c:v>-0.250033378601074</c:v>
                </c:pt>
                <c:pt idx="284">
                  <c:v>-0.25037118792533802</c:v>
                </c:pt>
                <c:pt idx="285">
                  <c:v>-0.24936863780021601</c:v>
                </c:pt>
                <c:pt idx="286">
                  <c:v>-0.25064396858215299</c:v>
                </c:pt>
                <c:pt idx="287">
                  <c:v>-0.24959759414196001</c:v>
                </c:pt>
                <c:pt idx="288">
                  <c:v>-0.25000077486038202</c:v>
                </c:pt>
                <c:pt idx="289">
                  <c:v>-0.25040355324745101</c:v>
                </c:pt>
                <c:pt idx="290">
                  <c:v>-0.24934908747673001</c:v>
                </c:pt>
                <c:pt idx="291">
                  <c:v>-0.25064304471015902</c:v>
                </c:pt>
                <c:pt idx="292">
                  <c:v>-0.24961879849433899</c:v>
                </c:pt>
                <c:pt idx="293">
                  <c:v>-0.24996721744537301</c:v>
                </c:pt>
                <c:pt idx="294">
                  <c:v>-0.25043663382530201</c:v>
                </c:pt>
                <c:pt idx="295">
                  <c:v>-0.24932909011840801</c:v>
                </c:pt>
                <c:pt idx="296">
                  <c:v>-0.25064182281494102</c:v>
                </c:pt>
                <c:pt idx="297">
                  <c:v>-0.249640852212905</c:v>
                </c:pt>
                <c:pt idx="298">
                  <c:v>-0.24993246793746901</c:v>
                </c:pt>
                <c:pt idx="299">
                  <c:v>-0.25047084689140298</c:v>
                </c:pt>
                <c:pt idx="300">
                  <c:v>-0.24930873513221699</c:v>
                </c:pt>
                <c:pt idx="301">
                  <c:v>-0.25064045190811102</c:v>
                </c:pt>
                <c:pt idx="302">
                  <c:v>-0.24966382980346599</c:v>
                </c:pt>
                <c:pt idx="303">
                  <c:v>-0.24989646673202501</c:v>
                </c:pt>
                <c:pt idx="304">
                  <c:v>-0.25050610303878701</c:v>
                </c:pt>
                <c:pt idx="305">
                  <c:v>-0.249287649989128</c:v>
                </c:pt>
                <c:pt idx="306">
                  <c:v>-0.25063887238502502</c:v>
                </c:pt>
                <c:pt idx="307">
                  <c:v>-0.249687895178794</c:v>
                </c:pt>
                <c:pt idx="308">
                  <c:v>-0.24985888600349401</c:v>
                </c:pt>
                <c:pt idx="309">
                  <c:v>-0.25054293870925898</c:v>
                </c:pt>
                <c:pt idx="310">
                  <c:v>-0.24926595389842901</c:v>
                </c:pt>
                <c:pt idx="311">
                  <c:v>-0.250636786222457</c:v>
                </c:pt>
                <c:pt idx="312">
                  <c:v>-0.24971330165863001</c:v>
                </c:pt>
                <c:pt idx="313">
                  <c:v>-0.24981951713562001</c:v>
                </c:pt>
                <c:pt idx="314">
                  <c:v>-0.250581353902816</c:v>
                </c:pt>
                <c:pt idx="315">
                  <c:v>-0.249243393540382</c:v>
                </c:pt>
                <c:pt idx="316">
                  <c:v>-0.25063443183898898</c:v>
                </c:pt>
                <c:pt idx="317">
                  <c:v>-0.24974021315574599</c:v>
                </c:pt>
                <c:pt idx="318">
                  <c:v>-0.249778017401695</c:v>
                </c:pt>
                <c:pt idx="319">
                  <c:v>-0.25062170624732899</c:v>
                </c:pt>
                <c:pt idx="320">
                  <c:v>-0.249219834804534</c:v>
                </c:pt>
                <c:pt idx="321">
                  <c:v>-0.25063169002532898</c:v>
                </c:pt>
                <c:pt idx="322">
                  <c:v>-0.24976877868175501</c:v>
                </c:pt>
                <c:pt idx="323">
                  <c:v>-0.24973405897617301</c:v>
                </c:pt>
                <c:pt idx="324">
                  <c:v>-0.25066429376602101</c:v>
                </c:pt>
                <c:pt idx="325">
                  <c:v>-0.24919526278972601</c:v>
                </c:pt>
                <c:pt idx="326">
                  <c:v>-0.250628381967544</c:v>
                </c:pt>
                <c:pt idx="327">
                  <c:v>-0.24979937076568601</c:v>
                </c:pt>
                <c:pt idx="328">
                  <c:v>-0.24968741834163599</c:v>
                </c:pt>
                <c:pt idx="329">
                  <c:v>-0.25070923566818198</c:v>
                </c:pt>
                <c:pt idx="330">
                  <c:v>-0.24916937947273199</c:v>
                </c:pt>
                <c:pt idx="331">
                  <c:v>-0.25062441825866699</c:v>
                </c:pt>
                <c:pt idx="332">
                  <c:v>-0.24983228743076299</c:v>
                </c:pt>
                <c:pt idx="333">
                  <c:v>-0.24963751435279799</c:v>
                </c:pt>
                <c:pt idx="334">
                  <c:v>-0.25075715780258101</c:v>
                </c:pt>
                <c:pt idx="335">
                  <c:v>-0.24914218485355299</c:v>
                </c:pt>
                <c:pt idx="336">
                  <c:v>-0.25061982870101901</c:v>
                </c:pt>
                <c:pt idx="337">
                  <c:v>-0.24986788630485501</c:v>
                </c:pt>
                <c:pt idx="338">
                  <c:v>-0.249583855271339</c:v>
                </c:pt>
                <c:pt idx="339">
                  <c:v>-0.25080841779708801</c:v>
                </c:pt>
                <c:pt idx="340">
                  <c:v>-0.24911327660083701</c:v>
                </c:pt>
                <c:pt idx="341">
                  <c:v>-0.250614404678344</c:v>
                </c:pt>
                <c:pt idx="342">
                  <c:v>-0.24990662932395899</c:v>
                </c:pt>
                <c:pt idx="343">
                  <c:v>-0.24952593445777799</c:v>
                </c:pt>
                <c:pt idx="344">
                  <c:v>-0.25086358189582803</c:v>
                </c:pt>
                <c:pt idx="345">
                  <c:v>-0.24908262491226099</c:v>
                </c:pt>
                <c:pt idx="346">
                  <c:v>-0.25060784816741899</c:v>
                </c:pt>
                <c:pt idx="347">
                  <c:v>-0.24994900822639399</c:v>
                </c:pt>
                <c:pt idx="348">
                  <c:v>-0.24946293234825101</c:v>
                </c:pt>
                <c:pt idx="349">
                  <c:v>-0.25092327594757002</c:v>
                </c:pt>
                <c:pt idx="350">
                  <c:v>-0.249049738049507</c:v>
                </c:pt>
                <c:pt idx="351">
                  <c:v>-0.25060006976127602</c:v>
                </c:pt>
                <c:pt idx="352">
                  <c:v>-0.249995753169059</c:v>
                </c:pt>
                <c:pt idx="353">
                  <c:v>-0.24939404428005199</c:v>
                </c:pt>
                <c:pt idx="354">
                  <c:v>-0.25098815560340798</c:v>
                </c:pt>
                <c:pt idx="355">
                  <c:v>-0.24901424348354301</c:v>
                </c:pt>
                <c:pt idx="356">
                  <c:v>-0.250590980052948</c:v>
                </c:pt>
                <c:pt idx="357">
                  <c:v>-0.25004765391349698</c:v>
                </c:pt>
                <c:pt idx="358">
                  <c:v>-0.24931813776493</c:v>
                </c:pt>
                <c:pt idx="359">
                  <c:v>-0.25105929374694802</c:v>
                </c:pt>
                <c:pt idx="360">
                  <c:v>-0.24897602200508101</c:v>
                </c:pt>
                <c:pt idx="361">
                  <c:v>-0.25058001279830899</c:v>
                </c:pt>
                <c:pt idx="362">
                  <c:v>-0.25010555982589699</c:v>
                </c:pt>
                <c:pt idx="363">
                  <c:v>-0.24923396110534601</c:v>
                </c:pt>
                <c:pt idx="364">
                  <c:v>-0.25113773345947199</c:v>
                </c:pt>
                <c:pt idx="365">
                  <c:v>-0.24893437325954401</c:v>
                </c:pt>
                <c:pt idx="366">
                  <c:v>-0.25056692957878102</c:v>
                </c:pt>
                <c:pt idx="367">
                  <c:v>-0.25017076730728099</c:v>
                </c:pt>
                <c:pt idx="368">
                  <c:v>-0.249139934778213</c:v>
                </c:pt>
                <c:pt idx="369">
                  <c:v>-0.251224994659423</c:v>
                </c:pt>
                <c:pt idx="370">
                  <c:v>-0.24888864159584001</c:v>
                </c:pt>
                <c:pt idx="371">
                  <c:v>-0.25055110454559298</c:v>
                </c:pt>
                <c:pt idx="372">
                  <c:v>-0.25024485588073703</c:v>
                </c:pt>
                <c:pt idx="373">
                  <c:v>-0.249033868312835</c:v>
                </c:pt>
                <c:pt idx="374">
                  <c:v>-0.25132280588150002</c:v>
                </c:pt>
                <c:pt idx="375">
                  <c:v>-0.24883805215358701</c:v>
                </c:pt>
                <c:pt idx="376">
                  <c:v>-0.25053209066390902</c:v>
                </c:pt>
                <c:pt idx="377">
                  <c:v>-0.25032979249954201</c:v>
                </c:pt>
                <c:pt idx="378">
                  <c:v>-0.248913183808326</c:v>
                </c:pt>
                <c:pt idx="379">
                  <c:v>-0.25143349170684798</c:v>
                </c:pt>
                <c:pt idx="380">
                  <c:v>-0.24878169596195199</c:v>
                </c:pt>
                <c:pt idx="381">
                  <c:v>-0.25050878524780201</c:v>
                </c:pt>
                <c:pt idx="382">
                  <c:v>-0.25042808055877602</c:v>
                </c:pt>
                <c:pt idx="383">
                  <c:v>-0.248774394392967</c:v>
                </c:pt>
                <c:pt idx="384">
                  <c:v>-0.25156021118164001</c:v>
                </c:pt>
                <c:pt idx="385">
                  <c:v>-0.24871805310249301</c:v>
                </c:pt>
                <c:pt idx="386">
                  <c:v>-0.25048029422759999</c:v>
                </c:pt>
                <c:pt idx="387">
                  <c:v>-0.25054308772086997</c:v>
                </c:pt>
                <c:pt idx="388">
                  <c:v>-0.24861292541027</c:v>
                </c:pt>
                <c:pt idx="389">
                  <c:v>-0.25170689821243197</c:v>
                </c:pt>
                <c:pt idx="390">
                  <c:v>-0.248645395040512</c:v>
                </c:pt>
                <c:pt idx="391">
                  <c:v>-0.25044494867324801</c:v>
                </c:pt>
                <c:pt idx="392">
                  <c:v>-0.250679731369018</c:v>
                </c:pt>
                <c:pt idx="393">
                  <c:v>-0.24842244386672899</c:v>
                </c:pt>
                <c:pt idx="394">
                  <c:v>-0.25187918543815602</c:v>
                </c:pt>
                <c:pt idx="395">
                  <c:v>-0.24856127798557201</c:v>
                </c:pt>
                <c:pt idx="396">
                  <c:v>-0.25040075182914701</c:v>
                </c:pt>
                <c:pt idx="397">
                  <c:v>-0.25084418058395302</c:v>
                </c:pt>
                <c:pt idx="398">
                  <c:v>-0.24819408357143399</c:v>
                </c:pt>
                <c:pt idx="399">
                  <c:v>-0.252084970474243</c:v>
                </c:pt>
                <c:pt idx="400">
                  <c:v>-0.248462259769439</c:v>
                </c:pt>
                <c:pt idx="401">
                  <c:v>-0.25034463405609098</c:v>
                </c:pt>
                <c:pt idx="402">
                  <c:v>-0.25104597210884</c:v>
                </c:pt>
                <c:pt idx="403">
                  <c:v>-0.247915133833885</c:v>
                </c:pt>
                <c:pt idx="404">
                  <c:v>-0.25233584642410201</c:v>
                </c:pt>
                <c:pt idx="405">
                  <c:v>-0.248342975974082</c:v>
                </c:pt>
                <c:pt idx="406">
                  <c:v>-0.25027218461036599</c:v>
                </c:pt>
                <c:pt idx="407">
                  <c:v>-0.25129890441894498</c:v>
                </c:pt>
                <c:pt idx="408">
                  <c:v>-0.24756647646427099</c:v>
                </c:pt>
                <c:pt idx="409">
                  <c:v>-0.25264891982078502</c:v>
                </c:pt>
                <c:pt idx="410">
                  <c:v>-0.24819570779800401</c:v>
                </c:pt>
                <c:pt idx="411">
                  <c:v>-0.25017672777175898</c:v>
                </c:pt>
                <c:pt idx="412">
                  <c:v>-0.251624405384063</c:v>
                </c:pt>
                <c:pt idx="413">
                  <c:v>-0.24711790680885301</c:v>
                </c:pt>
                <c:pt idx="414">
                  <c:v>-0.25305202603340099</c:v>
                </c:pt>
                <c:pt idx="415">
                  <c:v>-0.24800752103328699</c:v>
                </c:pt>
                <c:pt idx="416">
                  <c:v>-0.25004738569259599</c:v>
                </c:pt>
                <c:pt idx="417">
                  <c:v>-0.25205755233764598</c:v>
                </c:pt>
                <c:pt idx="418">
                  <c:v>-0.24651949107646901</c:v>
                </c:pt>
                <c:pt idx="419">
                  <c:v>-0.25359177589416498</c:v>
                </c:pt>
                <c:pt idx="420">
                  <c:v>-0.247756302356719</c:v>
                </c:pt>
                <c:pt idx="421">
                  <c:v>-0.24986569583415899</c:v>
                </c:pt>
                <c:pt idx="422">
                  <c:v>-0.252660572528839</c:v>
                </c:pt>
                <c:pt idx="423">
                  <c:v>-0.245681002736091</c:v>
                </c:pt>
                <c:pt idx="424">
                  <c:v>-0.25435465574264499</c:v>
                </c:pt>
                <c:pt idx="425">
                  <c:v>-0.24739962816238401</c:v>
                </c:pt>
                <c:pt idx="426">
                  <c:v>-0.24959737062454199</c:v>
                </c:pt>
                <c:pt idx="427">
                  <c:v>-0.25355345010757402</c:v>
                </c:pt>
                <c:pt idx="428">
                  <c:v>-0.24442240595817499</c:v>
                </c:pt>
                <c:pt idx="429">
                  <c:v>-0.25551834702491699</c:v>
                </c:pt>
                <c:pt idx="430">
                  <c:v>-0.246845617890357</c:v>
                </c:pt>
                <c:pt idx="431">
                  <c:v>-0.249171242117881</c:v>
                </c:pt>
                <c:pt idx="432">
                  <c:v>-0.25500351190567</c:v>
                </c:pt>
                <c:pt idx="433">
                  <c:v>-0.24232457578182201</c:v>
                </c:pt>
                <c:pt idx="434">
                  <c:v>-0.25751829147338801</c:v>
                </c:pt>
                <c:pt idx="435">
                  <c:v>-0.24585132300853699</c:v>
                </c:pt>
                <c:pt idx="436">
                  <c:v>-0.24841344356536799</c:v>
                </c:pt>
                <c:pt idx="437">
                  <c:v>-0.25774654746055597</c:v>
                </c:pt>
                <c:pt idx="438">
                  <c:v>-0.23813745379447901</c:v>
                </c:pt>
                <c:pt idx="439">
                  <c:v>-0.26177680492401101</c:v>
                </c:pt>
                <c:pt idx="440">
                  <c:v>-0.243502646684646</c:v>
                </c:pt>
                <c:pt idx="441">
                  <c:v>-0.246774941682815</c:v>
                </c:pt>
                <c:pt idx="442">
                  <c:v>-0.26480400562286299</c:v>
                </c:pt>
                <c:pt idx="443">
                  <c:v>-0.22574086487293199</c:v>
                </c:pt>
                <c:pt idx="444">
                  <c:v>-0.27700203657150202</c:v>
                </c:pt>
                <c:pt idx="445">
                  <c:v>-0.23153591156005801</c:v>
                </c:pt>
                <c:pt idx="446">
                  <c:v>-0.24315604567527699</c:v>
                </c:pt>
                <c:pt idx="447">
                  <c:v>-0.31576472520828203</c:v>
                </c:pt>
                <c:pt idx="448">
                  <c:v>0.249219834804534</c:v>
                </c:pt>
                <c:pt idx="449">
                  <c:v>0.81701815128326405</c:v>
                </c:pt>
                <c:pt idx="450">
                  <c:v>0.74270278215408303</c:v>
                </c:pt>
                <c:pt idx="451">
                  <c:v>0.73101019859313898</c:v>
                </c:pt>
                <c:pt idx="452">
                  <c:v>0.77830076217651301</c:v>
                </c:pt>
                <c:pt idx="453">
                  <c:v>0.72417950630187899</c:v>
                </c:pt>
                <c:pt idx="454">
                  <c:v>0.76601386070251398</c:v>
                </c:pt>
                <c:pt idx="455">
                  <c:v>0.74639385938644398</c:v>
                </c:pt>
                <c:pt idx="456">
                  <c:v>0.742903351783752</c:v>
                </c:pt>
                <c:pt idx="457">
                  <c:v>0.76312291622161799</c:v>
                </c:pt>
                <c:pt idx="458">
                  <c:v>0.73657280206680298</c:v>
                </c:pt>
                <c:pt idx="459">
                  <c:v>0.758913993835449</c:v>
                </c:pt>
                <c:pt idx="460">
                  <c:v>0.74810457229614202</c:v>
                </c:pt>
                <c:pt idx="461">
                  <c:v>0.74517679214477495</c:v>
                </c:pt>
                <c:pt idx="462">
                  <c:v>0.75891435146331698</c:v>
                </c:pt>
                <c:pt idx="463">
                  <c:v>0.74075442552566495</c:v>
                </c:pt>
                <c:pt idx="464">
                  <c:v>0.75612950325012196</c:v>
                </c:pt>
                <c:pt idx="465">
                  <c:v>0.74893563985824496</c:v>
                </c:pt>
                <c:pt idx="466">
                  <c:v>0.74609339237213101</c:v>
                </c:pt>
                <c:pt idx="467">
                  <c:v>0.75696706771850497</c:v>
                </c:pt>
                <c:pt idx="468">
                  <c:v>0.74284434318542403</c:v>
                </c:pt>
                <c:pt idx="469">
                  <c:v>0.754638671875</c:v>
                </c:pt>
                <c:pt idx="470">
                  <c:v>0.74943649768829301</c:v>
                </c:pt>
                <c:pt idx="471">
                  <c:v>0.74656641483306796</c:v>
                </c:pt>
                <c:pt idx="472">
                  <c:v>0.75586009025573697</c:v>
                </c:pt>
                <c:pt idx="473">
                  <c:v>0.74409276247024503</c:v>
                </c:pt>
                <c:pt idx="474">
                  <c:v>0.75370514392852705</c:v>
                </c:pt>
                <c:pt idx="475">
                  <c:v>0.74978184700012196</c:v>
                </c:pt>
                <c:pt idx="476">
                  <c:v>0.74683809280395497</c:v>
                </c:pt>
                <c:pt idx="477">
                  <c:v>0.75515818595886197</c:v>
                </c:pt>
                <c:pt idx="478">
                  <c:v>0.74491822719573897</c:v>
                </c:pt>
                <c:pt idx="479">
                  <c:v>0.75306117534637396</c:v>
                </c:pt>
                <c:pt idx="480">
                  <c:v>0.75004392862319902</c:v>
                </c:pt>
                <c:pt idx="481">
                  <c:v>0.74699914455413796</c:v>
                </c:pt>
                <c:pt idx="482">
                  <c:v>0.75468409061431796</c:v>
                </c:pt>
                <c:pt idx="483">
                  <c:v>0.74550074338912897</c:v>
                </c:pt>
                <c:pt idx="484">
                  <c:v>0.75258660316467196</c:v>
                </c:pt>
                <c:pt idx="485">
                  <c:v>0.75025784969329801</c:v>
                </c:pt>
                <c:pt idx="486">
                  <c:v>0.74709087610244695</c:v>
                </c:pt>
                <c:pt idx="487">
                  <c:v>0.754352927207946</c:v>
                </c:pt>
                <c:pt idx="488">
                  <c:v>0.745930194854736</c:v>
                </c:pt>
                <c:pt idx="489">
                  <c:v>0.75221860408782903</c:v>
                </c:pt>
                <c:pt idx="490">
                  <c:v>0.75044298171997004</c:v>
                </c:pt>
                <c:pt idx="491">
                  <c:v>0.74713397026062001</c:v>
                </c:pt>
                <c:pt idx="492">
                  <c:v>0.75411891937255804</c:v>
                </c:pt>
                <c:pt idx="493">
                  <c:v>0.74625599384307795</c:v>
                </c:pt>
                <c:pt idx="494">
                  <c:v>0.75192153453826904</c:v>
                </c:pt>
                <c:pt idx="495">
                  <c:v>0.75061184167861905</c:v>
                </c:pt>
                <c:pt idx="496">
                  <c:v>0.747139632701873</c:v>
                </c:pt>
                <c:pt idx="497">
                  <c:v>0.75395578145980802</c:v>
                </c:pt>
                <c:pt idx="498">
                  <c:v>0.74650788307189897</c:v>
                </c:pt>
                <c:pt idx="499">
                  <c:v>0.75167340040206898</c:v>
                </c:pt>
                <c:pt idx="500">
                  <c:v>0.75077277421951205</c:v>
                </c:pt>
                <c:pt idx="501">
                  <c:v>0.74711352586746205</c:v>
                </c:pt>
                <c:pt idx="502">
                  <c:v>0.753848016262054</c:v>
                </c:pt>
                <c:pt idx="503">
                  <c:v>0.746704220771789</c:v>
                </c:pt>
                <c:pt idx="504">
                  <c:v>0.75145953893661499</c:v>
                </c:pt>
                <c:pt idx="505">
                  <c:v>0.75093233585357599</c:v>
                </c:pt>
                <c:pt idx="506">
                  <c:v>0.74705809354782104</c:v>
                </c:pt>
                <c:pt idx="507">
                  <c:v>0.75378656387329102</c:v>
                </c:pt>
                <c:pt idx="508">
                  <c:v>0.74685692787170399</c:v>
                </c:pt>
                <c:pt idx="509">
                  <c:v>0.75126969814300504</c:v>
                </c:pt>
                <c:pt idx="510">
                  <c:v>0.75109601020812899</c:v>
                </c:pt>
                <c:pt idx="511">
                  <c:v>0.746973276138305</c:v>
                </c:pt>
                <c:pt idx="512">
                  <c:v>0.75376671552658003</c:v>
                </c:pt>
                <c:pt idx="513">
                  <c:v>0.74697333574295</c:v>
                </c:pt>
                <c:pt idx="514">
                  <c:v>0.75109601020812899</c:v>
                </c:pt>
                <c:pt idx="515">
                  <c:v>0.75126969814300504</c:v>
                </c:pt>
                <c:pt idx="516">
                  <c:v>0.74685692787170399</c:v>
                </c:pt>
                <c:pt idx="517">
                  <c:v>0.75378668308258001</c:v>
                </c:pt>
                <c:pt idx="518">
                  <c:v>0.74705815315246504</c:v>
                </c:pt>
                <c:pt idx="519">
                  <c:v>0.750932276248931</c:v>
                </c:pt>
                <c:pt idx="520">
                  <c:v>0.75145965814590399</c:v>
                </c:pt>
                <c:pt idx="521">
                  <c:v>0.74670433998107899</c:v>
                </c:pt>
                <c:pt idx="522">
                  <c:v>0.753848016262054</c:v>
                </c:pt>
                <c:pt idx="523">
                  <c:v>0.74711346626281705</c:v>
                </c:pt>
                <c:pt idx="524">
                  <c:v>0.75077283382415705</c:v>
                </c:pt>
                <c:pt idx="525">
                  <c:v>0.75167351961135798</c:v>
                </c:pt>
                <c:pt idx="526">
                  <c:v>0.74650788307189897</c:v>
                </c:pt>
                <c:pt idx="527">
                  <c:v>0.75395572185516302</c:v>
                </c:pt>
                <c:pt idx="528">
                  <c:v>0.747139692306518</c:v>
                </c:pt>
                <c:pt idx="529">
                  <c:v>0.75061190128326405</c:v>
                </c:pt>
                <c:pt idx="530">
                  <c:v>0.75192165374755804</c:v>
                </c:pt>
                <c:pt idx="531">
                  <c:v>0.74625599384307795</c:v>
                </c:pt>
                <c:pt idx="532">
                  <c:v>0.75411891937255804</c:v>
                </c:pt>
                <c:pt idx="533">
                  <c:v>0.74713397026062001</c:v>
                </c:pt>
                <c:pt idx="534">
                  <c:v>0.75044298171997004</c:v>
                </c:pt>
                <c:pt idx="535">
                  <c:v>0.75221860408782903</c:v>
                </c:pt>
                <c:pt idx="536">
                  <c:v>0.745930194854736</c:v>
                </c:pt>
                <c:pt idx="537">
                  <c:v>0.754352986812591</c:v>
                </c:pt>
                <c:pt idx="538">
                  <c:v>0.74709087610244695</c:v>
                </c:pt>
                <c:pt idx="539">
                  <c:v>0.75025773048400801</c:v>
                </c:pt>
                <c:pt idx="540">
                  <c:v>0.75258660316467196</c:v>
                </c:pt>
                <c:pt idx="541">
                  <c:v>0.74550080299377397</c:v>
                </c:pt>
                <c:pt idx="542">
                  <c:v>0.75468420982360795</c:v>
                </c:pt>
                <c:pt idx="543">
                  <c:v>0.74699908494949296</c:v>
                </c:pt>
                <c:pt idx="544">
                  <c:v>0.75004392862319902</c:v>
                </c:pt>
                <c:pt idx="545">
                  <c:v>0.75306129455566395</c:v>
                </c:pt>
                <c:pt idx="546">
                  <c:v>0.74491822719573897</c:v>
                </c:pt>
                <c:pt idx="547">
                  <c:v>0.75515806674957198</c:v>
                </c:pt>
                <c:pt idx="548">
                  <c:v>0.74683809280395497</c:v>
                </c:pt>
                <c:pt idx="549">
                  <c:v>0.74978196620941095</c:v>
                </c:pt>
                <c:pt idx="550">
                  <c:v>0.75370502471923795</c:v>
                </c:pt>
                <c:pt idx="551">
                  <c:v>0.74409270286560003</c:v>
                </c:pt>
                <c:pt idx="552">
                  <c:v>0.75586009025573697</c:v>
                </c:pt>
                <c:pt idx="553">
                  <c:v>0.74656641483306796</c:v>
                </c:pt>
                <c:pt idx="554">
                  <c:v>0.74943643808364802</c:v>
                </c:pt>
                <c:pt idx="555">
                  <c:v>0.75463855266571001</c:v>
                </c:pt>
                <c:pt idx="556">
                  <c:v>0.74284446239471402</c:v>
                </c:pt>
                <c:pt idx="557">
                  <c:v>0.75696724653243996</c:v>
                </c:pt>
                <c:pt idx="558">
                  <c:v>0.74609333276748602</c:v>
                </c:pt>
                <c:pt idx="559">
                  <c:v>0.74893558025360096</c:v>
                </c:pt>
                <c:pt idx="560">
                  <c:v>0.75612944364547696</c:v>
                </c:pt>
                <c:pt idx="561">
                  <c:v>0.74075436592101995</c:v>
                </c:pt>
                <c:pt idx="562">
                  <c:v>0.75891435146331698</c:v>
                </c:pt>
                <c:pt idx="563">
                  <c:v>0.74517667293548495</c:v>
                </c:pt>
                <c:pt idx="564">
                  <c:v>0.74810457229614202</c:v>
                </c:pt>
                <c:pt idx="565">
                  <c:v>0.758913934230804</c:v>
                </c:pt>
                <c:pt idx="566">
                  <c:v>0.73657280206680298</c:v>
                </c:pt>
                <c:pt idx="567">
                  <c:v>0.76312279701232899</c:v>
                </c:pt>
                <c:pt idx="568">
                  <c:v>0.742903351783752</c:v>
                </c:pt>
                <c:pt idx="569">
                  <c:v>0.74639379978179898</c:v>
                </c:pt>
                <c:pt idx="570">
                  <c:v>0.76601374149322499</c:v>
                </c:pt>
                <c:pt idx="571">
                  <c:v>0.72417950630187899</c:v>
                </c:pt>
                <c:pt idx="572">
                  <c:v>0.77830076217651301</c:v>
                </c:pt>
                <c:pt idx="573">
                  <c:v>0.73101019859313898</c:v>
                </c:pt>
                <c:pt idx="574">
                  <c:v>0.74270284175872803</c:v>
                </c:pt>
                <c:pt idx="575">
                  <c:v>0.81701815128326405</c:v>
                </c:pt>
                <c:pt idx="576">
                  <c:v>0.249219834804534</c:v>
                </c:pt>
                <c:pt idx="577">
                  <c:v>-0.31576478481292702</c:v>
                </c:pt>
                <c:pt idx="578">
                  <c:v>-0.24315603077411599</c:v>
                </c:pt>
                <c:pt idx="579">
                  <c:v>-0.23153601586818601</c:v>
                </c:pt>
                <c:pt idx="580">
                  <c:v>-0.27700203657150202</c:v>
                </c:pt>
                <c:pt idx="581">
                  <c:v>-0.22574086487293199</c:v>
                </c:pt>
                <c:pt idx="582">
                  <c:v>-0.26480403542518599</c:v>
                </c:pt>
                <c:pt idx="583">
                  <c:v>-0.24677500128745999</c:v>
                </c:pt>
                <c:pt idx="584">
                  <c:v>-0.24350269138812999</c:v>
                </c:pt>
                <c:pt idx="585">
                  <c:v>-0.26177686452865601</c:v>
                </c:pt>
                <c:pt idx="586">
                  <c:v>-0.23813751339912401</c:v>
                </c:pt>
                <c:pt idx="587">
                  <c:v>-0.25774657726287797</c:v>
                </c:pt>
                <c:pt idx="588">
                  <c:v>-0.24841342866420699</c:v>
                </c:pt>
                <c:pt idx="589">
                  <c:v>-0.24585133790969799</c:v>
                </c:pt>
                <c:pt idx="590">
                  <c:v>-0.257518351078033</c:v>
                </c:pt>
                <c:pt idx="591">
                  <c:v>-0.24232457578182201</c:v>
                </c:pt>
                <c:pt idx="592">
                  <c:v>-0.255003571510314</c:v>
                </c:pt>
                <c:pt idx="593">
                  <c:v>-0.24917131662368699</c:v>
                </c:pt>
                <c:pt idx="594">
                  <c:v>-0.246845677495002</c:v>
                </c:pt>
                <c:pt idx="595">
                  <c:v>-0.25551831722259499</c:v>
                </c:pt>
                <c:pt idx="596">
                  <c:v>-0.24442242085933599</c:v>
                </c:pt>
                <c:pt idx="597">
                  <c:v>-0.25355350971221902</c:v>
                </c:pt>
                <c:pt idx="598">
                  <c:v>-0.24959734082221899</c:v>
                </c:pt>
                <c:pt idx="599">
                  <c:v>-0.24739962816238401</c:v>
                </c:pt>
                <c:pt idx="600">
                  <c:v>-0.25435468554496699</c:v>
                </c:pt>
                <c:pt idx="601">
                  <c:v>-0.24568098783493</c:v>
                </c:pt>
                <c:pt idx="602">
                  <c:v>-0.252660572528839</c:v>
                </c:pt>
                <c:pt idx="603">
                  <c:v>-0.24986568093299799</c:v>
                </c:pt>
                <c:pt idx="604">
                  <c:v>-0.247756361961364</c:v>
                </c:pt>
                <c:pt idx="605">
                  <c:v>-0.25359183549880898</c:v>
                </c:pt>
                <c:pt idx="606">
                  <c:v>-0.24651946127414701</c:v>
                </c:pt>
                <c:pt idx="607">
                  <c:v>-0.25205758213996798</c:v>
                </c:pt>
                <c:pt idx="608">
                  <c:v>-0.25004738569259599</c:v>
                </c:pt>
                <c:pt idx="609">
                  <c:v>-0.24800755083560899</c:v>
                </c:pt>
                <c:pt idx="610">
                  <c:v>-0.25305202603340099</c:v>
                </c:pt>
                <c:pt idx="611">
                  <c:v>-0.24711792171001401</c:v>
                </c:pt>
                <c:pt idx="612">
                  <c:v>-0.251624345779418</c:v>
                </c:pt>
                <c:pt idx="613">
                  <c:v>-0.25017675757408098</c:v>
                </c:pt>
                <c:pt idx="614">
                  <c:v>-0.24819572269916501</c:v>
                </c:pt>
                <c:pt idx="615">
                  <c:v>-0.25264889001846302</c:v>
                </c:pt>
                <c:pt idx="616">
                  <c:v>-0.24756649136543199</c:v>
                </c:pt>
                <c:pt idx="617">
                  <c:v>-0.25129890441894498</c:v>
                </c:pt>
                <c:pt idx="618">
                  <c:v>-0.25027221441268899</c:v>
                </c:pt>
                <c:pt idx="619">
                  <c:v>-0.248342961072921</c:v>
                </c:pt>
                <c:pt idx="620">
                  <c:v>-0.25233584642410201</c:v>
                </c:pt>
                <c:pt idx="621">
                  <c:v>-0.247915104031562</c:v>
                </c:pt>
                <c:pt idx="622">
                  <c:v>-0.251046031713485</c:v>
                </c:pt>
                <c:pt idx="623">
                  <c:v>-0.25034457445144598</c:v>
                </c:pt>
                <c:pt idx="624">
                  <c:v>-0.248462259769439</c:v>
                </c:pt>
                <c:pt idx="625">
                  <c:v>-0.25208508968353199</c:v>
                </c:pt>
                <c:pt idx="626">
                  <c:v>-0.24819406867027199</c:v>
                </c:pt>
                <c:pt idx="627">
                  <c:v>-0.25084424018859802</c:v>
                </c:pt>
                <c:pt idx="628">
                  <c:v>-0.250400781631469</c:v>
                </c:pt>
                <c:pt idx="629">
                  <c:v>-0.24856129288673401</c:v>
                </c:pt>
                <c:pt idx="630">
                  <c:v>-0.25187915563583302</c:v>
                </c:pt>
                <c:pt idx="631">
                  <c:v>-0.24842242896556799</c:v>
                </c:pt>
                <c:pt idx="632">
                  <c:v>-0.250679671764373</c:v>
                </c:pt>
                <c:pt idx="633">
                  <c:v>-0.25044494867324801</c:v>
                </c:pt>
                <c:pt idx="634">
                  <c:v>-0.248645409941673</c:v>
                </c:pt>
                <c:pt idx="635">
                  <c:v>-0.25170683860778797</c:v>
                </c:pt>
                <c:pt idx="636">
                  <c:v>-0.24861298501491499</c:v>
                </c:pt>
                <c:pt idx="637">
                  <c:v>-0.25054311752319303</c:v>
                </c:pt>
                <c:pt idx="638">
                  <c:v>-0.25048023462295499</c:v>
                </c:pt>
                <c:pt idx="639">
                  <c:v>-0.24871797859668701</c:v>
                </c:pt>
                <c:pt idx="640">
                  <c:v>-0.25156021118164001</c:v>
                </c:pt>
                <c:pt idx="641">
                  <c:v>-0.24877443909645</c:v>
                </c:pt>
                <c:pt idx="642">
                  <c:v>-0.25042802095413202</c:v>
                </c:pt>
                <c:pt idx="643">
                  <c:v>-0.25050875544548001</c:v>
                </c:pt>
                <c:pt idx="644">
                  <c:v>-0.24878163635730699</c:v>
                </c:pt>
                <c:pt idx="645">
                  <c:v>-0.25143355131149198</c:v>
                </c:pt>
                <c:pt idx="646">
                  <c:v>-0.248913198709487</c:v>
                </c:pt>
                <c:pt idx="647">
                  <c:v>-0.25032979249954201</c:v>
                </c:pt>
                <c:pt idx="648">
                  <c:v>-0.25053203105926503</c:v>
                </c:pt>
                <c:pt idx="649">
                  <c:v>-0.24883806705474801</c:v>
                </c:pt>
                <c:pt idx="650">
                  <c:v>-0.25132277607917702</c:v>
                </c:pt>
                <c:pt idx="651">
                  <c:v>-0.249033853411674</c:v>
                </c:pt>
                <c:pt idx="652">
                  <c:v>-0.25024488568305903</c:v>
                </c:pt>
                <c:pt idx="653">
                  <c:v>-0.25055116415023798</c:v>
                </c:pt>
                <c:pt idx="654">
                  <c:v>-0.24888868629932401</c:v>
                </c:pt>
                <c:pt idx="655">
                  <c:v>-0.251224994659423</c:v>
                </c:pt>
                <c:pt idx="656">
                  <c:v>-0.249139904975891</c:v>
                </c:pt>
                <c:pt idx="657">
                  <c:v>-0.25017076730728099</c:v>
                </c:pt>
                <c:pt idx="658">
                  <c:v>-0.25056686997413602</c:v>
                </c:pt>
                <c:pt idx="659">
                  <c:v>-0.24893431365489899</c:v>
                </c:pt>
                <c:pt idx="660">
                  <c:v>-0.25113773345947199</c:v>
                </c:pt>
                <c:pt idx="661">
                  <c:v>-0.24923397600650701</c:v>
                </c:pt>
                <c:pt idx="662">
                  <c:v>-0.250105530023574</c:v>
                </c:pt>
                <c:pt idx="663">
                  <c:v>-0.25058001279830899</c:v>
                </c:pt>
                <c:pt idx="664">
                  <c:v>-0.24897603690624201</c:v>
                </c:pt>
                <c:pt idx="665">
                  <c:v>-0.25105932354927002</c:v>
                </c:pt>
                <c:pt idx="666">
                  <c:v>-0.249318152666091</c:v>
                </c:pt>
                <c:pt idx="667">
                  <c:v>-0.25004762411117498</c:v>
                </c:pt>
                <c:pt idx="668">
                  <c:v>-0.250591039657592</c:v>
                </c:pt>
                <c:pt idx="669">
                  <c:v>-0.24901428818702601</c:v>
                </c:pt>
                <c:pt idx="670">
                  <c:v>-0.25098821520805298</c:v>
                </c:pt>
                <c:pt idx="671">
                  <c:v>-0.24939398467540699</c:v>
                </c:pt>
                <c:pt idx="672">
                  <c:v>-0.24999576807022</c:v>
                </c:pt>
                <c:pt idx="673">
                  <c:v>-0.25060015916824302</c:v>
                </c:pt>
                <c:pt idx="674">
                  <c:v>-0.249049678444862</c:v>
                </c:pt>
                <c:pt idx="675">
                  <c:v>-0.25092321634292603</c:v>
                </c:pt>
                <c:pt idx="676">
                  <c:v>-0.24946296215057301</c:v>
                </c:pt>
                <c:pt idx="677">
                  <c:v>-0.24994905292987801</c:v>
                </c:pt>
                <c:pt idx="678">
                  <c:v>-0.25060784816741899</c:v>
                </c:pt>
                <c:pt idx="679">
                  <c:v>-0.24908261001109999</c:v>
                </c:pt>
                <c:pt idx="680">
                  <c:v>-0.25086361169815002</c:v>
                </c:pt>
                <c:pt idx="681">
                  <c:v>-0.24952596426010101</c:v>
                </c:pt>
                <c:pt idx="682">
                  <c:v>-0.24990659952163599</c:v>
                </c:pt>
                <c:pt idx="683">
                  <c:v>-0.25061428546905501</c:v>
                </c:pt>
                <c:pt idx="684">
                  <c:v>-0.24911329150199801</c:v>
                </c:pt>
                <c:pt idx="685">
                  <c:v>-0.25080844759941101</c:v>
                </c:pt>
                <c:pt idx="686">
                  <c:v>-0.249583885073661</c:v>
                </c:pt>
                <c:pt idx="687">
                  <c:v>-0.24986787140369399</c:v>
                </c:pt>
                <c:pt idx="688">
                  <c:v>-0.25061982870101901</c:v>
                </c:pt>
                <c:pt idx="689">
                  <c:v>-0.249142155051231</c:v>
                </c:pt>
                <c:pt idx="690">
                  <c:v>-0.25075715780258101</c:v>
                </c:pt>
                <c:pt idx="691">
                  <c:v>-0.24963746964931399</c:v>
                </c:pt>
                <c:pt idx="692">
                  <c:v>-0.249832272529602</c:v>
                </c:pt>
                <c:pt idx="693">
                  <c:v>-0.25062444806098899</c:v>
                </c:pt>
                <c:pt idx="694">
                  <c:v>-0.24916940927505399</c:v>
                </c:pt>
                <c:pt idx="695">
                  <c:v>-0.25070923566818198</c:v>
                </c:pt>
                <c:pt idx="696">
                  <c:v>-0.24968740344047499</c:v>
                </c:pt>
                <c:pt idx="697">
                  <c:v>-0.24979934096336301</c:v>
                </c:pt>
                <c:pt idx="698">
                  <c:v>-0.250628411769866</c:v>
                </c:pt>
                <c:pt idx="699">
                  <c:v>-0.24919523298740301</c:v>
                </c:pt>
                <c:pt idx="700">
                  <c:v>-0.25066429376602101</c:v>
                </c:pt>
                <c:pt idx="701">
                  <c:v>-0.24973410367965601</c:v>
                </c:pt>
                <c:pt idx="702">
                  <c:v>-0.24976879358291601</c:v>
                </c:pt>
                <c:pt idx="703">
                  <c:v>-0.25063169002532898</c:v>
                </c:pt>
                <c:pt idx="704">
                  <c:v>-0.249219834804534</c:v>
                </c:pt>
                <c:pt idx="705">
                  <c:v>-0.25062167644500699</c:v>
                </c:pt>
                <c:pt idx="706">
                  <c:v>-0.249777972698211</c:v>
                </c:pt>
                <c:pt idx="707">
                  <c:v>-0.24974012374877899</c:v>
                </c:pt>
                <c:pt idx="708">
                  <c:v>-0.25063443183898898</c:v>
                </c:pt>
                <c:pt idx="709">
                  <c:v>-0.249243378639221</c:v>
                </c:pt>
                <c:pt idx="710">
                  <c:v>-0.25058141350746099</c:v>
                </c:pt>
                <c:pt idx="711">
                  <c:v>-0.24981947243213601</c:v>
                </c:pt>
                <c:pt idx="712">
                  <c:v>-0.24971327185630701</c:v>
                </c:pt>
                <c:pt idx="713">
                  <c:v>-0.25063681602478</c:v>
                </c:pt>
                <c:pt idx="714">
                  <c:v>-0.24926590919494601</c:v>
                </c:pt>
                <c:pt idx="715">
                  <c:v>-0.25054299831390298</c:v>
                </c:pt>
                <c:pt idx="716">
                  <c:v>-0.24985885620117099</c:v>
                </c:pt>
                <c:pt idx="717">
                  <c:v>-0.249687924981117</c:v>
                </c:pt>
                <c:pt idx="718">
                  <c:v>-0.25063884258270203</c:v>
                </c:pt>
                <c:pt idx="719">
                  <c:v>-0.249287664890289</c:v>
                </c:pt>
                <c:pt idx="720">
                  <c:v>-0.25050613284111001</c:v>
                </c:pt>
                <c:pt idx="721">
                  <c:v>-0.24989645183086301</c:v>
                </c:pt>
                <c:pt idx="722">
                  <c:v>-0.24966384470462799</c:v>
                </c:pt>
                <c:pt idx="723">
                  <c:v>-0.25064036250114402</c:v>
                </c:pt>
                <c:pt idx="724">
                  <c:v>-0.24930867552757199</c:v>
                </c:pt>
                <c:pt idx="725">
                  <c:v>-0.25047075748443598</c:v>
                </c:pt>
                <c:pt idx="726">
                  <c:v>-0.24993252754211401</c:v>
                </c:pt>
                <c:pt idx="727">
                  <c:v>-0.249640837311744</c:v>
                </c:pt>
                <c:pt idx="728">
                  <c:v>-0.25064182281494102</c:v>
                </c:pt>
                <c:pt idx="729">
                  <c:v>-0.24932914972305201</c:v>
                </c:pt>
                <c:pt idx="730">
                  <c:v>-0.25043669342994601</c:v>
                </c:pt>
                <c:pt idx="731">
                  <c:v>-0.24996718764305101</c:v>
                </c:pt>
                <c:pt idx="732">
                  <c:v>-0.24961878359317699</c:v>
                </c:pt>
                <c:pt idx="733">
                  <c:v>-0.25064304471015902</c:v>
                </c:pt>
                <c:pt idx="734">
                  <c:v>-0.24934904277324599</c:v>
                </c:pt>
                <c:pt idx="735">
                  <c:v>-0.25040352344512901</c:v>
                </c:pt>
                <c:pt idx="736">
                  <c:v>-0.25000077486038202</c:v>
                </c:pt>
                <c:pt idx="737">
                  <c:v>-0.24959757924079801</c:v>
                </c:pt>
                <c:pt idx="738">
                  <c:v>-0.25064393877982999</c:v>
                </c:pt>
                <c:pt idx="739">
                  <c:v>-0.24936856329441001</c:v>
                </c:pt>
                <c:pt idx="740">
                  <c:v>-0.25037124752998302</c:v>
                </c:pt>
                <c:pt idx="741">
                  <c:v>-0.250033408403396</c:v>
                </c:pt>
                <c:pt idx="742">
                  <c:v>-0.249577030539512</c:v>
                </c:pt>
                <c:pt idx="743">
                  <c:v>-0.25064471364021301</c:v>
                </c:pt>
                <c:pt idx="744">
                  <c:v>-0.2493876516819</c:v>
                </c:pt>
                <c:pt idx="745">
                  <c:v>-0.25033971667289701</c:v>
                </c:pt>
                <c:pt idx="746">
                  <c:v>-0.250065207481384</c:v>
                </c:pt>
                <c:pt idx="747">
                  <c:v>-0.24955703318118999</c:v>
                </c:pt>
                <c:pt idx="748">
                  <c:v>-0.25064530968665999</c:v>
                </c:pt>
                <c:pt idx="749">
                  <c:v>-0.24940654635429299</c:v>
                </c:pt>
                <c:pt idx="750">
                  <c:v>-0.25030860304832397</c:v>
                </c:pt>
                <c:pt idx="751">
                  <c:v>-0.25009649991989102</c:v>
                </c:pt>
                <c:pt idx="752">
                  <c:v>-0.249537423253059</c:v>
                </c:pt>
                <c:pt idx="753">
                  <c:v>-0.25064569711685097</c:v>
                </c:pt>
                <c:pt idx="754">
                  <c:v>-0.24942520260810799</c:v>
                </c:pt>
                <c:pt idx="755">
                  <c:v>-0.25027805566787698</c:v>
                </c:pt>
                <c:pt idx="756">
                  <c:v>-0.25012713670730502</c:v>
                </c:pt>
                <c:pt idx="757">
                  <c:v>-0.24951834976673101</c:v>
                </c:pt>
                <c:pt idx="758">
                  <c:v>-0.25064605474472001</c:v>
                </c:pt>
                <c:pt idx="759">
                  <c:v>-0.249443724751472</c:v>
                </c:pt>
                <c:pt idx="760">
                  <c:v>-0.25024777650833102</c:v>
                </c:pt>
                <c:pt idx="761">
                  <c:v>-0.25015759468078602</c:v>
                </c:pt>
                <c:pt idx="762">
                  <c:v>-0.24949949979782099</c:v>
                </c:pt>
                <c:pt idx="763">
                  <c:v>-0.25064623355865401</c:v>
                </c:pt>
                <c:pt idx="764">
                  <c:v>-0.24946221709251401</c:v>
                </c:pt>
                <c:pt idx="765">
                  <c:v>-0.250217795372009</c:v>
                </c:pt>
                <c:pt idx="766">
                  <c:v>-0.25018766522407498</c:v>
                </c:pt>
                <c:pt idx="767">
                  <c:v>-0.24948087334632801</c:v>
                </c:pt>
                <c:pt idx="768">
                  <c:v>-0.25064629316329901</c:v>
                </c:pt>
                <c:pt idx="769">
                  <c:v>-0.24948084354400599</c:v>
                </c:pt>
                <c:pt idx="770">
                  <c:v>-0.25018772482871998</c:v>
                </c:pt>
                <c:pt idx="771">
                  <c:v>-0.250217825174331</c:v>
                </c:pt>
                <c:pt idx="772">
                  <c:v>-0.24946233630180301</c:v>
                </c:pt>
                <c:pt idx="773">
                  <c:v>-0.25064623355865401</c:v>
                </c:pt>
                <c:pt idx="774">
                  <c:v>-0.24949952960014299</c:v>
                </c:pt>
                <c:pt idx="775">
                  <c:v>-0.25015753507614102</c:v>
                </c:pt>
                <c:pt idx="776">
                  <c:v>-0.25024789571762002</c:v>
                </c:pt>
                <c:pt idx="777">
                  <c:v>-0.2494438290596</c:v>
                </c:pt>
                <c:pt idx="778">
                  <c:v>-0.25064605474472001</c:v>
                </c:pt>
                <c:pt idx="779">
                  <c:v>-0.24951836466789201</c:v>
                </c:pt>
                <c:pt idx="780">
                  <c:v>-0.25012719631195002</c:v>
                </c:pt>
                <c:pt idx="781">
                  <c:v>-0.25027817487716603</c:v>
                </c:pt>
                <c:pt idx="782">
                  <c:v>-0.249425143003463</c:v>
                </c:pt>
                <c:pt idx="783">
                  <c:v>-0.25064575672149603</c:v>
                </c:pt>
                <c:pt idx="784">
                  <c:v>-0.249537497758865</c:v>
                </c:pt>
                <c:pt idx="785">
                  <c:v>-0.25009647011756803</c:v>
                </c:pt>
                <c:pt idx="786">
                  <c:v>-0.25030878186225802</c:v>
                </c:pt>
                <c:pt idx="787">
                  <c:v>-0.24940653145313199</c:v>
                </c:pt>
                <c:pt idx="788">
                  <c:v>-0.25064530968665999</c:v>
                </c:pt>
                <c:pt idx="789">
                  <c:v>-0.24955701828002899</c:v>
                </c:pt>
                <c:pt idx="790">
                  <c:v>-0.250065296888351</c:v>
                </c:pt>
                <c:pt idx="791">
                  <c:v>-0.25033971667289701</c:v>
                </c:pt>
                <c:pt idx="792">
                  <c:v>-0.2493876516819</c:v>
                </c:pt>
                <c:pt idx="793">
                  <c:v>-0.25064474344253501</c:v>
                </c:pt>
                <c:pt idx="794">
                  <c:v>-0.24957700073719</c:v>
                </c:pt>
                <c:pt idx="795">
                  <c:v>-0.250033378601074</c:v>
                </c:pt>
                <c:pt idx="796">
                  <c:v>-0.25037118792533802</c:v>
                </c:pt>
                <c:pt idx="797">
                  <c:v>-0.24936863780021601</c:v>
                </c:pt>
                <c:pt idx="798">
                  <c:v>-0.25064396858215299</c:v>
                </c:pt>
                <c:pt idx="799">
                  <c:v>-0.24959759414196001</c:v>
                </c:pt>
                <c:pt idx="800">
                  <c:v>-0.25000077486038202</c:v>
                </c:pt>
                <c:pt idx="801">
                  <c:v>-0.25040355324745101</c:v>
                </c:pt>
                <c:pt idx="802">
                  <c:v>-0.24934908747673001</c:v>
                </c:pt>
                <c:pt idx="803">
                  <c:v>-0.25064304471015902</c:v>
                </c:pt>
                <c:pt idx="804">
                  <c:v>-0.24961879849433899</c:v>
                </c:pt>
                <c:pt idx="805">
                  <c:v>-0.24996721744537301</c:v>
                </c:pt>
                <c:pt idx="806">
                  <c:v>-0.25043663382530201</c:v>
                </c:pt>
                <c:pt idx="807">
                  <c:v>-0.24932909011840801</c:v>
                </c:pt>
                <c:pt idx="808">
                  <c:v>-0.25064182281494102</c:v>
                </c:pt>
                <c:pt idx="809">
                  <c:v>-0.249640852212905</c:v>
                </c:pt>
                <c:pt idx="810">
                  <c:v>-0.24993246793746901</c:v>
                </c:pt>
                <c:pt idx="811">
                  <c:v>-0.25047084689140298</c:v>
                </c:pt>
                <c:pt idx="812">
                  <c:v>-0.24930873513221699</c:v>
                </c:pt>
                <c:pt idx="813">
                  <c:v>-0.25064045190811102</c:v>
                </c:pt>
                <c:pt idx="814">
                  <c:v>-0.24966382980346599</c:v>
                </c:pt>
                <c:pt idx="815">
                  <c:v>-0.24989646673202501</c:v>
                </c:pt>
                <c:pt idx="816">
                  <c:v>-0.25050610303878701</c:v>
                </c:pt>
                <c:pt idx="817">
                  <c:v>-0.249287649989128</c:v>
                </c:pt>
                <c:pt idx="818">
                  <c:v>-0.25063887238502502</c:v>
                </c:pt>
                <c:pt idx="819">
                  <c:v>-0.249687895178794</c:v>
                </c:pt>
                <c:pt idx="820">
                  <c:v>-0.24985888600349401</c:v>
                </c:pt>
                <c:pt idx="821">
                  <c:v>-0.25054293870925898</c:v>
                </c:pt>
                <c:pt idx="822">
                  <c:v>-0.24926595389842901</c:v>
                </c:pt>
                <c:pt idx="823">
                  <c:v>-0.250636786222457</c:v>
                </c:pt>
                <c:pt idx="824">
                  <c:v>-0.24971330165863001</c:v>
                </c:pt>
                <c:pt idx="825">
                  <c:v>-0.24981951713562001</c:v>
                </c:pt>
                <c:pt idx="826">
                  <c:v>-0.250581353902816</c:v>
                </c:pt>
                <c:pt idx="827">
                  <c:v>-0.249243393540382</c:v>
                </c:pt>
                <c:pt idx="828">
                  <c:v>-0.25063443183898898</c:v>
                </c:pt>
                <c:pt idx="829">
                  <c:v>-0.24974021315574599</c:v>
                </c:pt>
                <c:pt idx="830">
                  <c:v>-0.249778017401695</c:v>
                </c:pt>
                <c:pt idx="831">
                  <c:v>-0.25062170624732899</c:v>
                </c:pt>
                <c:pt idx="832">
                  <c:v>-0.249219834804534</c:v>
                </c:pt>
                <c:pt idx="833">
                  <c:v>-0.25063169002532898</c:v>
                </c:pt>
                <c:pt idx="834">
                  <c:v>-0.24976877868175501</c:v>
                </c:pt>
                <c:pt idx="835">
                  <c:v>-0.24973405897617301</c:v>
                </c:pt>
                <c:pt idx="836">
                  <c:v>-0.25066429376602101</c:v>
                </c:pt>
                <c:pt idx="837">
                  <c:v>-0.24919526278972601</c:v>
                </c:pt>
                <c:pt idx="838">
                  <c:v>-0.250628381967544</c:v>
                </c:pt>
                <c:pt idx="839">
                  <c:v>-0.24979937076568601</c:v>
                </c:pt>
                <c:pt idx="840">
                  <c:v>-0.24968741834163599</c:v>
                </c:pt>
                <c:pt idx="841">
                  <c:v>-0.25070923566818198</c:v>
                </c:pt>
                <c:pt idx="842">
                  <c:v>-0.24916937947273199</c:v>
                </c:pt>
                <c:pt idx="843">
                  <c:v>-0.25062441825866699</c:v>
                </c:pt>
                <c:pt idx="844">
                  <c:v>-0.24983228743076299</c:v>
                </c:pt>
                <c:pt idx="845">
                  <c:v>-0.24963751435279799</c:v>
                </c:pt>
                <c:pt idx="846">
                  <c:v>-0.25075715780258101</c:v>
                </c:pt>
                <c:pt idx="847">
                  <c:v>-0.24914218485355299</c:v>
                </c:pt>
                <c:pt idx="848">
                  <c:v>-0.25061982870101901</c:v>
                </c:pt>
                <c:pt idx="849">
                  <c:v>-0.24986788630485501</c:v>
                </c:pt>
                <c:pt idx="850">
                  <c:v>-0.249583855271339</c:v>
                </c:pt>
                <c:pt idx="851">
                  <c:v>-0.25080841779708801</c:v>
                </c:pt>
                <c:pt idx="852">
                  <c:v>-0.24911327660083701</c:v>
                </c:pt>
                <c:pt idx="853">
                  <c:v>-0.250614404678344</c:v>
                </c:pt>
                <c:pt idx="854">
                  <c:v>-0.24990662932395899</c:v>
                </c:pt>
                <c:pt idx="855">
                  <c:v>-0.24952593445777799</c:v>
                </c:pt>
                <c:pt idx="856">
                  <c:v>-0.25086358189582803</c:v>
                </c:pt>
                <c:pt idx="857">
                  <c:v>-0.24908262491226099</c:v>
                </c:pt>
                <c:pt idx="858">
                  <c:v>-0.25060784816741899</c:v>
                </c:pt>
                <c:pt idx="859">
                  <c:v>-0.24994900822639399</c:v>
                </c:pt>
                <c:pt idx="860">
                  <c:v>-0.24946293234825101</c:v>
                </c:pt>
                <c:pt idx="861">
                  <c:v>-0.25092327594757002</c:v>
                </c:pt>
                <c:pt idx="862">
                  <c:v>-0.249049738049507</c:v>
                </c:pt>
                <c:pt idx="863">
                  <c:v>-0.25060006976127602</c:v>
                </c:pt>
                <c:pt idx="864">
                  <c:v>-0.249995753169059</c:v>
                </c:pt>
                <c:pt idx="865">
                  <c:v>-0.24939404428005199</c:v>
                </c:pt>
                <c:pt idx="866">
                  <c:v>-0.25098815560340798</c:v>
                </c:pt>
                <c:pt idx="867">
                  <c:v>-0.24901424348354301</c:v>
                </c:pt>
                <c:pt idx="868">
                  <c:v>-0.250590980052948</c:v>
                </c:pt>
                <c:pt idx="869">
                  <c:v>-0.25004765391349698</c:v>
                </c:pt>
                <c:pt idx="870">
                  <c:v>-0.24931813776493</c:v>
                </c:pt>
                <c:pt idx="871">
                  <c:v>-0.25105929374694802</c:v>
                </c:pt>
                <c:pt idx="872">
                  <c:v>-0.24897602200508101</c:v>
                </c:pt>
                <c:pt idx="873">
                  <c:v>-0.25058001279830899</c:v>
                </c:pt>
                <c:pt idx="874">
                  <c:v>-0.25010555982589699</c:v>
                </c:pt>
                <c:pt idx="875">
                  <c:v>-0.24923396110534601</c:v>
                </c:pt>
                <c:pt idx="876">
                  <c:v>-0.25113773345947199</c:v>
                </c:pt>
                <c:pt idx="877">
                  <c:v>-0.24893437325954401</c:v>
                </c:pt>
                <c:pt idx="878">
                  <c:v>-0.25056692957878102</c:v>
                </c:pt>
                <c:pt idx="879">
                  <c:v>-0.25017076730728099</c:v>
                </c:pt>
                <c:pt idx="880">
                  <c:v>-0.249139934778213</c:v>
                </c:pt>
                <c:pt idx="881">
                  <c:v>-0.251224994659423</c:v>
                </c:pt>
                <c:pt idx="882">
                  <c:v>-0.24888864159584001</c:v>
                </c:pt>
                <c:pt idx="883">
                  <c:v>-0.25055110454559298</c:v>
                </c:pt>
                <c:pt idx="884">
                  <c:v>-0.25024485588073703</c:v>
                </c:pt>
                <c:pt idx="885">
                  <c:v>-0.249033868312835</c:v>
                </c:pt>
                <c:pt idx="886">
                  <c:v>-0.25132280588150002</c:v>
                </c:pt>
                <c:pt idx="887">
                  <c:v>-0.24883805215358701</c:v>
                </c:pt>
                <c:pt idx="888">
                  <c:v>-0.25053209066390902</c:v>
                </c:pt>
                <c:pt idx="889">
                  <c:v>-0.25032979249954201</c:v>
                </c:pt>
                <c:pt idx="890">
                  <c:v>-0.248913183808326</c:v>
                </c:pt>
                <c:pt idx="891">
                  <c:v>-0.25143349170684798</c:v>
                </c:pt>
                <c:pt idx="892">
                  <c:v>-0.24878169596195199</c:v>
                </c:pt>
                <c:pt idx="893">
                  <c:v>-0.25050878524780201</c:v>
                </c:pt>
                <c:pt idx="894">
                  <c:v>-0.25042808055877602</c:v>
                </c:pt>
                <c:pt idx="895">
                  <c:v>-0.248774394392967</c:v>
                </c:pt>
                <c:pt idx="896">
                  <c:v>-0.25156021118164001</c:v>
                </c:pt>
                <c:pt idx="897">
                  <c:v>-0.24871805310249301</c:v>
                </c:pt>
                <c:pt idx="898">
                  <c:v>-0.25048029422759999</c:v>
                </c:pt>
                <c:pt idx="899">
                  <c:v>-0.25054308772086997</c:v>
                </c:pt>
                <c:pt idx="900">
                  <c:v>-0.24861292541027</c:v>
                </c:pt>
                <c:pt idx="901">
                  <c:v>-0.25170689821243197</c:v>
                </c:pt>
                <c:pt idx="902">
                  <c:v>-0.248645395040512</c:v>
                </c:pt>
                <c:pt idx="903">
                  <c:v>-0.25044494867324801</c:v>
                </c:pt>
                <c:pt idx="904">
                  <c:v>-0.250679731369018</c:v>
                </c:pt>
                <c:pt idx="905">
                  <c:v>-0.24842244386672899</c:v>
                </c:pt>
                <c:pt idx="906">
                  <c:v>-0.25187918543815602</c:v>
                </c:pt>
                <c:pt idx="907">
                  <c:v>-0.24856127798557201</c:v>
                </c:pt>
                <c:pt idx="908">
                  <c:v>-0.25040075182914701</c:v>
                </c:pt>
                <c:pt idx="909">
                  <c:v>-0.25084418058395302</c:v>
                </c:pt>
                <c:pt idx="910">
                  <c:v>-0.24819408357143399</c:v>
                </c:pt>
                <c:pt idx="911">
                  <c:v>-0.252084970474243</c:v>
                </c:pt>
                <c:pt idx="912">
                  <c:v>-0.248462259769439</c:v>
                </c:pt>
                <c:pt idx="913">
                  <c:v>-0.25034463405609098</c:v>
                </c:pt>
                <c:pt idx="914">
                  <c:v>-0.25104597210884</c:v>
                </c:pt>
                <c:pt idx="915">
                  <c:v>-0.247915133833885</c:v>
                </c:pt>
                <c:pt idx="916">
                  <c:v>-0.25233584642410201</c:v>
                </c:pt>
                <c:pt idx="917">
                  <c:v>-0.248342975974082</c:v>
                </c:pt>
                <c:pt idx="918">
                  <c:v>-0.25027218461036599</c:v>
                </c:pt>
                <c:pt idx="919">
                  <c:v>-0.25129890441894498</c:v>
                </c:pt>
                <c:pt idx="920">
                  <c:v>-0.24756647646427099</c:v>
                </c:pt>
                <c:pt idx="921">
                  <c:v>-0.25264891982078502</c:v>
                </c:pt>
                <c:pt idx="922">
                  <c:v>-0.24819570779800401</c:v>
                </c:pt>
                <c:pt idx="923">
                  <c:v>-0.25017672777175898</c:v>
                </c:pt>
                <c:pt idx="924">
                  <c:v>-0.251624405384063</c:v>
                </c:pt>
                <c:pt idx="925">
                  <c:v>-0.24711790680885301</c:v>
                </c:pt>
                <c:pt idx="926">
                  <c:v>-0.25305202603340099</c:v>
                </c:pt>
                <c:pt idx="927">
                  <c:v>-0.24800752103328699</c:v>
                </c:pt>
                <c:pt idx="928">
                  <c:v>-0.25004738569259599</c:v>
                </c:pt>
                <c:pt idx="929">
                  <c:v>-0.25205755233764598</c:v>
                </c:pt>
                <c:pt idx="930">
                  <c:v>-0.24651949107646901</c:v>
                </c:pt>
                <c:pt idx="931">
                  <c:v>-0.25359177589416498</c:v>
                </c:pt>
                <c:pt idx="932">
                  <c:v>-0.247756302356719</c:v>
                </c:pt>
                <c:pt idx="933">
                  <c:v>-0.24986569583415899</c:v>
                </c:pt>
                <c:pt idx="934">
                  <c:v>-0.252660572528839</c:v>
                </c:pt>
                <c:pt idx="935">
                  <c:v>-0.245681002736091</c:v>
                </c:pt>
                <c:pt idx="936">
                  <c:v>-0.25435465574264499</c:v>
                </c:pt>
                <c:pt idx="937">
                  <c:v>-0.24739962816238401</c:v>
                </c:pt>
                <c:pt idx="938">
                  <c:v>-0.24959737062454199</c:v>
                </c:pt>
                <c:pt idx="939">
                  <c:v>-0.25355345010757402</c:v>
                </c:pt>
                <c:pt idx="940">
                  <c:v>-0.24442240595817499</c:v>
                </c:pt>
                <c:pt idx="941">
                  <c:v>-0.25551834702491699</c:v>
                </c:pt>
                <c:pt idx="942">
                  <c:v>-0.246845617890357</c:v>
                </c:pt>
                <c:pt idx="943">
                  <c:v>-0.249171242117881</c:v>
                </c:pt>
                <c:pt idx="944">
                  <c:v>-0.25500351190567</c:v>
                </c:pt>
                <c:pt idx="945">
                  <c:v>-0.24232457578182201</c:v>
                </c:pt>
                <c:pt idx="946">
                  <c:v>-0.25751829147338801</c:v>
                </c:pt>
                <c:pt idx="947">
                  <c:v>-0.24585132300853699</c:v>
                </c:pt>
                <c:pt idx="948">
                  <c:v>-0.24841344356536799</c:v>
                </c:pt>
                <c:pt idx="949">
                  <c:v>-0.25774654746055597</c:v>
                </c:pt>
                <c:pt idx="950">
                  <c:v>-0.23813745379447901</c:v>
                </c:pt>
                <c:pt idx="951">
                  <c:v>-0.26177680492401101</c:v>
                </c:pt>
                <c:pt idx="952">
                  <c:v>-0.243502646684646</c:v>
                </c:pt>
                <c:pt idx="953">
                  <c:v>-0.246774941682815</c:v>
                </c:pt>
                <c:pt idx="954">
                  <c:v>-0.26480400562286299</c:v>
                </c:pt>
                <c:pt idx="955">
                  <c:v>-0.22574086487293199</c:v>
                </c:pt>
                <c:pt idx="956">
                  <c:v>-0.27700203657150202</c:v>
                </c:pt>
                <c:pt idx="957">
                  <c:v>-0.23153591156005801</c:v>
                </c:pt>
                <c:pt idx="958">
                  <c:v>-0.24315604567527699</c:v>
                </c:pt>
                <c:pt idx="959">
                  <c:v>-0.31576472520828203</c:v>
                </c:pt>
                <c:pt idx="960">
                  <c:v>0.249219834804534</c:v>
                </c:pt>
                <c:pt idx="961">
                  <c:v>0.81701815128326405</c:v>
                </c:pt>
                <c:pt idx="962">
                  <c:v>0.74270278215408303</c:v>
                </c:pt>
                <c:pt idx="963">
                  <c:v>0.73101019859313898</c:v>
                </c:pt>
                <c:pt idx="964">
                  <c:v>0.77830076217651301</c:v>
                </c:pt>
                <c:pt idx="965">
                  <c:v>0.72417950630187899</c:v>
                </c:pt>
                <c:pt idx="966">
                  <c:v>0.76601386070251398</c:v>
                </c:pt>
                <c:pt idx="967">
                  <c:v>0.74639385938644398</c:v>
                </c:pt>
                <c:pt idx="968">
                  <c:v>0.742903351783752</c:v>
                </c:pt>
                <c:pt idx="969">
                  <c:v>0.76312291622161799</c:v>
                </c:pt>
                <c:pt idx="970">
                  <c:v>0.73657280206680298</c:v>
                </c:pt>
                <c:pt idx="971">
                  <c:v>0.758913993835449</c:v>
                </c:pt>
                <c:pt idx="972">
                  <c:v>0.74810457229614202</c:v>
                </c:pt>
                <c:pt idx="973">
                  <c:v>0.74517679214477495</c:v>
                </c:pt>
                <c:pt idx="974">
                  <c:v>0.75891435146331698</c:v>
                </c:pt>
                <c:pt idx="975">
                  <c:v>0.74075442552566495</c:v>
                </c:pt>
                <c:pt idx="976">
                  <c:v>0.75612950325012196</c:v>
                </c:pt>
                <c:pt idx="977">
                  <c:v>0.74893563985824496</c:v>
                </c:pt>
                <c:pt idx="978">
                  <c:v>0.74609339237213101</c:v>
                </c:pt>
                <c:pt idx="979">
                  <c:v>0.75696706771850497</c:v>
                </c:pt>
                <c:pt idx="980">
                  <c:v>0.74284434318542403</c:v>
                </c:pt>
                <c:pt idx="981">
                  <c:v>0.754638671875</c:v>
                </c:pt>
                <c:pt idx="982">
                  <c:v>0.74943649768829301</c:v>
                </c:pt>
                <c:pt idx="983">
                  <c:v>0.74656641483306796</c:v>
                </c:pt>
                <c:pt idx="984">
                  <c:v>0.75586009025573697</c:v>
                </c:pt>
                <c:pt idx="985">
                  <c:v>0.74409276247024503</c:v>
                </c:pt>
                <c:pt idx="986">
                  <c:v>0.75370514392852705</c:v>
                </c:pt>
                <c:pt idx="987">
                  <c:v>0.74978184700012196</c:v>
                </c:pt>
                <c:pt idx="988">
                  <c:v>0.74683809280395497</c:v>
                </c:pt>
                <c:pt idx="989">
                  <c:v>0.75515818595886197</c:v>
                </c:pt>
                <c:pt idx="990">
                  <c:v>0.74491822719573897</c:v>
                </c:pt>
                <c:pt idx="991">
                  <c:v>0.75306117534637396</c:v>
                </c:pt>
                <c:pt idx="992">
                  <c:v>0.75004392862319902</c:v>
                </c:pt>
                <c:pt idx="993">
                  <c:v>0.74699914455413796</c:v>
                </c:pt>
                <c:pt idx="994">
                  <c:v>0.75468409061431796</c:v>
                </c:pt>
                <c:pt idx="995">
                  <c:v>0.74550074338912897</c:v>
                </c:pt>
                <c:pt idx="996">
                  <c:v>0.75258660316467196</c:v>
                </c:pt>
                <c:pt idx="997">
                  <c:v>0.75025784969329801</c:v>
                </c:pt>
                <c:pt idx="998">
                  <c:v>0.74709087610244695</c:v>
                </c:pt>
                <c:pt idx="999">
                  <c:v>0.754352927207946</c:v>
                </c:pt>
                <c:pt idx="1000">
                  <c:v>0.745930194854736</c:v>
                </c:pt>
                <c:pt idx="1001">
                  <c:v>0.75221860408782903</c:v>
                </c:pt>
                <c:pt idx="1002">
                  <c:v>0.75044298171997004</c:v>
                </c:pt>
                <c:pt idx="1003">
                  <c:v>0.74713397026062001</c:v>
                </c:pt>
                <c:pt idx="1004">
                  <c:v>0.75411891937255804</c:v>
                </c:pt>
                <c:pt idx="1005">
                  <c:v>0.74625599384307795</c:v>
                </c:pt>
                <c:pt idx="1006">
                  <c:v>0.75192153453826904</c:v>
                </c:pt>
                <c:pt idx="1007">
                  <c:v>0.75061184167861905</c:v>
                </c:pt>
                <c:pt idx="1008">
                  <c:v>0.747139632701873</c:v>
                </c:pt>
                <c:pt idx="1009">
                  <c:v>0.75395578145980802</c:v>
                </c:pt>
                <c:pt idx="1010">
                  <c:v>0.74650788307189897</c:v>
                </c:pt>
                <c:pt idx="1011">
                  <c:v>0.75167340040206898</c:v>
                </c:pt>
                <c:pt idx="1012">
                  <c:v>0.75077277421951205</c:v>
                </c:pt>
                <c:pt idx="1013">
                  <c:v>0.74711352586746205</c:v>
                </c:pt>
                <c:pt idx="1014">
                  <c:v>0.753848016262054</c:v>
                </c:pt>
                <c:pt idx="1015">
                  <c:v>0.746704220771789</c:v>
                </c:pt>
                <c:pt idx="1016">
                  <c:v>0.75145953893661499</c:v>
                </c:pt>
                <c:pt idx="1017">
                  <c:v>0.75093233585357599</c:v>
                </c:pt>
                <c:pt idx="1018">
                  <c:v>0.74705809354782104</c:v>
                </c:pt>
                <c:pt idx="1019">
                  <c:v>0.75378656387329102</c:v>
                </c:pt>
                <c:pt idx="1020">
                  <c:v>0.74685692787170399</c:v>
                </c:pt>
                <c:pt idx="1021">
                  <c:v>0.75126969814300504</c:v>
                </c:pt>
                <c:pt idx="1022">
                  <c:v>0.75109601020812899</c:v>
                </c:pt>
                <c:pt idx="1023">
                  <c:v>0.746973276138305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9BC-445E-BA85-6FF9A25F26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84063928"/>
        <c:axId val="584063608"/>
      </c:lineChart>
      <c:catAx>
        <c:axId val="584063928"/>
        <c:scaling>
          <c:orientation val="minMax"/>
        </c:scaling>
        <c:delete val="0"/>
        <c:axPos val="b"/>
        <c:numFmt formatCode="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4063608"/>
        <c:crosses val="autoZero"/>
        <c:auto val="1"/>
        <c:lblAlgn val="ctr"/>
        <c:lblOffset val="100"/>
        <c:tickLblSkip val="102"/>
        <c:noMultiLvlLbl val="0"/>
      </c:catAx>
      <c:valAx>
        <c:axId val="584063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406392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35C1B-6835-420E-A37D-D18F7EFA7251}" type="datetimeFigureOut">
              <a:rPr lang="en-GB" smtClean="0"/>
              <a:t>26/01/2022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6F8FF6-4E45-44CD-936E-2FC9E29803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6637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7535D412-A53D-47F0-9503-56AD1F100DEB}" type="datetimeFigureOut">
              <a:rPr lang="en-US" smtClean="0"/>
              <a:pPr/>
              <a:t>1/26/2022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47F7EC4A-0275-45E3-A0F4-AF5C5664F2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136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DAA9BB8-4E62-43F6-B5DC-6AF0029D38E4}" type="datetime1">
              <a:rPr lang="en-US" smtClean="0"/>
              <a:t>1/26/2022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67526A8-D763-494A-84F8-22C87B46733A}" type="datetime1">
              <a:rPr lang="en-US" smtClean="0"/>
              <a:t>1/26/2022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165AC96-4607-449A-9705-23B54F28DC3E}" type="datetime1">
              <a:rPr lang="en-US" smtClean="0"/>
              <a:t>1/26/2022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EF7CE338-C4F6-47FE-8382-9E7E6284953F}" type="datetime1">
              <a:rPr lang="en-US" smtClean="0"/>
              <a:t>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4A8BFE8-E353-47FE-AAE9-D76A798182A5}" type="datetime1">
              <a:rPr lang="en-US" smtClean="0"/>
              <a:t>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066800"/>
            <a:ext cx="121920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"/>
          <p:cNvSpPr txBox="1">
            <a:spLocks/>
          </p:cNvSpPr>
          <p:nvPr userDrawn="1"/>
        </p:nvSpPr>
        <p:spPr>
          <a:xfrm>
            <a:off x="0" y="6324600"/>
            <a:ext cx="121920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ntelligentsoundengineering.wordpress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eecs.qmul.ac.uk/~josh/publications.htm" TargetMode="External"/><Relationship Id="rId5" Type="http://schemas.openxmlformats.org/officeDocument/2006/relationships/hyperlink" Target="http://www.youtube.com/user/IntelligentSoundEng" TargetMode="External"/><Relationship Id="rId4" Type="http://schemas.openxmlformats.org/officeDocument/2006/relationships/hyperlink" Target="https://twitter.com/IntelSoundEng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23726B-44E8-4010-8BDA-328A56138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208" y="1851285"/>
            <a:ext cx="7769583" cy="40003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95600" y="392064"/>
            <a:ext cx="6400800" cy="1771650"/>
          </a:xfrm>
        </p:spPr>
        <p:txBody>
          <a:bodyPr>
            <a:normAutofit/>
          </a:bodyPr>
          <a:lstStyle/>
          <a:p>
            <a:r>
              <a:rPr lang="en-GB" dirty="0"/>
              <a:t>Oscillators and the Web Audio API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76200" y="4648200"/>
            <a:ext cx="6400800" cy="1752600"/>
          </a:xfrm>
        </p:spPr>
        <p:txBody>
          <a:bodyPr>
            <a:normAutofit lnSpcReduction="10000"/>
          </a:bodyPr>
          <a:lstStyle/>
          <a:p>
            <a:r>
              <a:rPr lang="en-US" sz="3400" dirty="0"/>
              <a:t>Josh Reiss</a:t>
            </a:r>
          </a:p>
          <a:p>
            <a:r>
              <a:rPr lang="en-GB" sz="3400" dirty="0"/>
              <a:t>Professor of Audio Engineering</a:t>
            </a:r>
          </a:p>
          <a:p>
            <a:r>
              <a:rPr lang="en-GB" sz="3400" dirty="0"/>
              <a:t>Queen Mary University of London </a:t>
            </a:r>
            <a:r>
              <a:rPr lang="en-GB" dirty="0"/>
              <a:t> 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429531" y="5029200"/>
            <a:ext cx="5791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Blog: </a:t>
            </a:r>
            <a:r>
              <a:rPr lang="en-GB" u="sng" dirty="0">
                <a:hlinkClick r:id="rId3"/>
              </a:rPr>
              <a:t>intelligentsoundengineering.wordpress.com/</a:t>
            </a:r>
            <a:r>
              <a:rPr lang="en-GB" dirty="0"/>
              <a:t> </a:t>
            </a:r>
          </a:p>
          <a:p>
            <a:r>
              <a:rPr lang="en-GB" dirty="0"/>
              <a:t>Twitter: </a:t>
            </a:r>
            <a:r>
              <a:rPr lang="en-GB" u="sng" dirty="0">
                <a:hlinkClick r:id="rId4"/>
              </a:rPr>
              <a:t>@</a:t>
            </a:r>
            <a:r>
              <a:rPr lang="en-GB" u="sng" dirty="0" err="1">
                <a:hlinkClick r:id="rId4"/>
              </a:rPr>
              <a:t>IntelSoundEng</a:t>
            </a:r>
            <a:r>
              <a:rPr lang="en-GB" dirty="0"/>
              <a:t> </a:t>
            </a:r>
          </a:p>
          <a:p>
            <a:r>
              <a:rPr lang="en-GB" dirty="0" err="1"/>
              <a:t>Youtube</a:t>
            </a:r>
            <a:r>
              <a:rPr lang="en-GB" dirty="0"/>
              <a:t>: </a:t>
            </a:r>
            <a:r>
              <a:rPr lang="en-GB" u="sng" dirty="0">
                <a:hlinkClick r:id="rId5"/>
              </a:rPr>
              <a:t>www.youtube.com/user/IntelligentSoundEng</a:t>
            </a:r>
            <a:r>
              <a:rPr lang="en-GB" dirty="0"/>
              <a:t> </a:t>
            </a:r>
          </a:p>
          <a:p>
            <a:r>
              <a:rPr lang="en-GB" dirty="0"/>
              <a:t>Publications: </a:t>
            </a:r>
            <a:r>
              <a:rPr lang="en-GB" u="sng" dirty="0">
                <a:hlinkClick r:id="rId6"/>
              </a:rPr>
              <a:t>www.eecs.qmul.ac.uk/~josh/publications.htm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CC300-B1E9-4920-B7F0-11E4C44C3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Oscillators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4A7F2-234A-4292-84D2-445D75836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66800"/>
            <a:ext cx="11582400" cy="52578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Any periodic signal is an oscillator</a:t>
            </a:r>
          </a:p>
          <a:p>
            <a:r>
              <a:rPr lang="en-GB" dirty="0">
                <a:solidFill>
                  <a:srgbClr val="0000CC"/>
                </a:solidFill>
              </a:rPr>
              <a:t>Additive synthesis </a:t>
            </a:r>
            <a:r>
              <a:rPr lang="en-GB" dirty="0"/>
              <a:t>- Any signal can be created by summing up lots of simple oscillators</a:t>
            </a:r>
          </a:p>
          <a:p>
            <a:r>
              <a:rPr lang="en-GB" dirty="0"/>
              <a:t>Standard oscillators include </a:t>
            </a:r>
          </a:p>
          <a:p>
            <a:pPr lvl="1"/>
            <a:r>
              <a:rPr lang="en-GB" dirty="0"/>
              <a:t>sine wave</a:t>
            </a:r>
          </a:p>
          <a:p>
            <a:pPr lvl="1"/>
            <a:r>
              <a:rPr lang="en-GB" dirty="0"/>
              <a:t>triangle wave</a:t>
            </a:r>
          </a:p>
          <a:p>
            <a:pPr lvl="1"/>
            <a:r>
              <a:rPr lang="en-GB" dirty="0"/>
              <a:t>square wave </a:t>
            </a:r>
          </a:p>
          <a:p>
            <a:pPr lvl="1"/>
            <a:r>
              <a:rPr lang="en-GB" dirty="0"/>
              <a:t>sawtooth wave</a:t>
            </a:r>
          </a:p>
          <a:p>
            <a:r>
              <a:rPr lang="en-GB" dirty="0"/>
              <a:t>Created with the Oscillator Node</a:t>
            </a:r>
          </a:p>
          <a:p>
            <a:pPr lvl="1"/>
            <a:r>
              <a:rPr lang="en-GB" dirty="0"/>
              <a:t>Also allows you to create your own types of oscillators</a:t>
            </a:r>
          </a:p>
        </p:txBody>
      </p:sp>
    </p:spTree>
    <p:extLst>
      <p:ext uri="{BB962C8B-B14F-4D97-AF65-F5344CB8AC3E}">
        <p14:creationId xmlns:p14="http://schemas.microsoft.com/office/powerpoint/2010/main" val="825086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8092E-7040-4C52-90CD-6F321E78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Sine wave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C8911-94C0-40C6-9509-C499A7F9A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basic building block of signals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2522E1F-CC6C-4BB9-8DDC-7D5D460D17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2467625"/>
              </p:ext>
            </p:extLst>
          </p:nvPr>
        </p:nvGraphicFramePr>
        <p:xfrm>
          <a:off x="2286000" y="1752600"/>
          <a:ext cx="6096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091791-0604-4D9E-9ADD-FC09B77F520B}"/>
                  </a:ext>
                </a:extLst>
              </p:cNvPr>
              <p:cNvSpPr txBox="1"/>
              <p:nvPr/>
            </p:nvSpPr>
            <p:spPr>
              <a:xfrm>
                <a:off x="8077200" y="3048000"/>
                <a:ext cx="3040528" cy="1133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:r>
                  <a:rPr lang="en-US" sz="2400" i="1" dirty="0">
                    <a:solidFill>
                      <a:srgbClr val="000000"/>
                    </a:solidFill>
                    <a:effectLst/>
                    <a:latin typeface="MathJax_Math-italic"/>
                    <a:ea typeface="Times New Roman" panose="02020603050405020304" pitchFamily="18" charset="0"/>
                    <a:cs typeface="Courier New" panose="02070309020205020404" pitchFamily="49" charset="0"/>
                  </a:rPr>
                  <a:t>x</a:t>
                </a:r>
                <a:r>
                  <a:rPr lang="en-US" sz="2400" dirty="0">
                    <a:solidFill>
                      <a:srgbClr val="000000"/>
                    </a:solidFill>
                    <a:effectLst/>
                    <a:latin typeface="MathJax_Main"/>
                    <a:ea typeface="Times New Roman" panose="02020603050405020304" pitchFamily="18" charset="0"/>
                    <a:cs typeface="Courier New" panose="02070309020205020404" pitchFamily="49" charset="0"/>
                  </a:rPr>
                  <a:t>(</a:t>
                </a:r>
                <a:r>
                  <a:rPr lang="en-US" sz="2400" i="1" dirty="0">
                    <a:solidFill>
                      <a:srgbClr val="000000"/>
                    </a:solidFill>
                    <a:effectLst/>
                    <a:latin typeface="MathJax_Math-italic"/>
                    <a:ea typeface="Times New Roman" panose="02020603050405020304" pitchFamily="18" charset="0"/>
                    <a:cs typeface="Courier New" panose="02070309020205020404" pitchFamily="49" charset="0"/>
                  </a:rPr>
                  <a:t>t</a:t>
                </a:r>
                <a:r>
                  <a:rPr lang="en-US" sz="2400" dirty="0">
                    <a:solidFill>
                      <a:srgbClr val="000000"/>
                    </a:solidFill>
                    <a:effectLst/>
                    <a:latin typeface="MathJax_Main"/>
                    <a:ea typeface="Times New Roman" panose="02020603050405020304" pitchFamily="18" charset="0"/>
                    <a:cs typeface="Courier New" panose="02070309020205020404" pitchFamily="49" charset="0"/>
                  </a:rPr>
                  <a:t>)=sin</a:t>
                </a:r>
                <a:r>
                  <a:rPr lang="en-US" sz="24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ourier New" panose="02070309020205020404" pitchFamily="49" charset="0"/>
                      </a:rPr>
                      <m:t>π</m:t>
                    </m:r>
                    <m:sSub>
                      <m:sSubPr>
                        <m:ctrlP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ourier New" panose="02070309020205020404" pitchFamily="49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ourier New" panose="02070309020205020404" pitchFamily="49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ourier New" panose="02070309020205020404" pitchFamily="49" charset="0"/>
                      </a:rPr>
                      <m:t>𝑡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)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ourier New" panose="02070309020205020404" pitchFamily="49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ourier New" panose="02070309020205020404" pitchFamily="49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=2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091791-0604-4D9E-9ADD-FC09B77F5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0" y="3048000"/>
                <a:ext cx="3040528" cy="1133965"/>
              </a:xfrm>
              <a:prstGeom prst="rect">
                <a:avLst/>
              </a:prstGeom>
              <a:blipFill>
                <a:blip r:embed="rId3"/>
                <a:stretch>
                  <a:fillRect b="-123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300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8092E-7040-4C52-90CD-6F321E78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Square wave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C8911-94C0-40C6-9509-C499A7F9A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basic building block of signals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06E792-B6F2-4BCE-B00F-33993C20B2AA}"/>
                  </a:ext>
                </a:extLst>
              </p:cNvPr>
              <p:cNvSpPr txBox="1"/>
              <p:nvPr/>
            </p:nvSpPr>
            <p:spPr>
              <a:xfrm>
                <a:off x="8839200" y="3455108"/>
                <a:ext cx="3040528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sgn</m:t>
                      </m:r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ourier New" panose="02070309020205020404" pitchFamily="49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urier New" panose="02070309020205020404" pitchFamily="49" charset="0"/>
                                </a:rPr>
                                <m:t>π</m:t>
                              </m:r>
                              <m:sSub>
                                <m:sSub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cs typeface="Courier New" panose="02070309020205020404" pitchFamily="49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ourier New" panose="02070309020205020404" pitchFamily="49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ourier New" panose="02070309020205020404" pitchFamily="49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urier New" panose="02070309020205020404" pitchFamily="49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06E792-B6F2-4BCE-B00F-33993C20B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0" y="3455108"/>
                <a:ext cx="3040528" cy="404983"/>
              </a:xfrm>
              <a:prstGeom prst="rect">
                <a:avLst/>
              </a:prstGeom>
              <a:blipFill>
                <a:blip r:embed="rId2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679AA18-5D78-41D4-88E2-7296A130C9F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104" y="1752600"/>
            <a:ext cx="6172496" cy="3581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38940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8092E-7040-4C52-90CD-6F321E78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Triangle wave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C8911-94C0-40C6-9509-C499A7F9A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basic building block of signals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7FA94E-D094-42A1-B536-35C3E5301A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905000"/>
            <a:ext cx="6275330" cy="3765199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C8F012-97F3-48B9-ADFC-CC01D441ADBF}"/>
                  </a:ext>
                </a:extLst>
              </p:cNvPr>
              <p:cNvSpPr txBox="1"/>
              <p:nvPr/>
            </p:nvSpPr>
            <p:spPr>
              <a:xfrm>
                <a:off x="7696200" y="3048000"/>
                <a:ext cx="3726180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=4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urier New" panose="020703090202050204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urier New" panose="02070309020205020404" pitchFamily="49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urier New" panose="02070309020205020404" pitchFamily="49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ourier New" panose="02070309020205020404" pitchFamily="49" charset="0"/>
                            </a:rPr>
                            <m:t>𝑡</m:t>
                          </m:r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ourier New" panose="02070309020205020404" pitchFamily="49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ourier New" panose="02070309020205020404" pitchFamily="49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ourier New" panose="02070309020205020404" pitchFamily="49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urier New" panose="02070309020205020404" pitchFamily="49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urier New" panose="02070309020205020404" pitchFamily="49" charset="0"/>
                                </a:rPr>
                                <m:t>+1</m:t>
                              </m:r>
                              <m:r>
                                <m:rPr>
                                  <m:lit/>
                                </m:rP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urier New" panose="02070309020205020404" pitchFamily="49" charset="0"/>
                                </a:rPr>
                                <m:t>/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urier New" panose="02070309020205020404" pitchFamily="49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m:t>1</m:t>
                      </m:r>
                    </m:oMath>
                  </m:oMathPara>
                </a14:m>
                <a:endParaRPr lang="en-GB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C8F012-97F3-48B9-ADFC-CC01D441A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3048000"/>
                <a:ext cx="3726180" cy="5078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1299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8092E-7040-4C52-90CD-6F321E78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Sawtooth wave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C8911-94C0-40C6-9509-C499A7F9A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basic building block of signals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A05E91-401A-49D2-B11E-7A593204AAD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752600"/>
            <a:ext cx="6175436" cy="3702403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D43CAB-B61B-4591-A960-56FD7EBA2C53}"/>
                  </a:ext>
                </a:extLst>
              </p:cNvPr>
              <p:cNvSpPr txBox="1"/>
              <p:nvPr/>
            </p:nvSpPr>
            <p:spPr>
              <a:xfrm>
                <a:off x="8747612" y="3141702"/>
                <a:ext cx="34215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=2</m:t>
                      </m:r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urier New" panose="02070309020205020404" pitchFamily="49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urier New" panose="02070309020205020404" pitchFamily="49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ourier New" panose="02070309020205020404" pitchFamily="49" charset="0"/>
                            </a:rPr>
                            <m:t>𝑡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cs typeface="Courier New" panose="02070309020205020404" pitchFamily="49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ourier New" panose="02070309020205020404" pitchFamily="49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ourier New" panose="02070309020205020404" pitchFamily="49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urier New" panose="02070309020205020404" pitchFamily="49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urier New" panose="02070309020205020404" pitchFamily="49" charset="0"/>
                                </a:rPr>
                                <m:t>+1</m:t>
                              </m:r>
                              <m:r>
                                <m:rPr>
                                  <m:lit/>
                                </m:r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urier New" panose="02070309020205020404" pitchFamily="49" charset="0"/>
                                </a:rPr>
                                <m:t>/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urier New" panose="02070309020205020404" pitchFamily="49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D43CAB-B61B-4591-A960-56FD7EBA2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612" y="3141702"/>
                <a:ext cx="3421528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8979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9196C-03E8-4F5A-A259-A9ED055D7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Oscillator Node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78A85-2829-4A13-8B18-9A3033F07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762000"/>
            <a:ext cx="12192000" cy="6095998"/>
          </a:xfrm>
        </p:spPr>
        <p:txBody>
          <a:bodyPr>
            <a:normAutofit fontScale="92500" lnSpcReduction="10000"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 (Body)"/>
                <a:ea typeface="Times New Roman" panose="02020603050405020304" pitchFamily="18" charset="0"/>
                <a:cs typeface="Courier New" panose="02070309020205020404" pitchFamily="49" charset="0"/>
              </a:rPr>
              <a:t>Usage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endParaRPr lang="en-US" dirty="0">
              <a:effectLst/>
              <a:latin typeface="Calibri (Body)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dirty="0">
                <a:effectLst/>
                <a:latin typeface="Calibri (Body)"/>
                <a:ea typeface="Times New Roman" panose="02020603050405020304" pitchFamily="18" charset="0"/>
                <a:cs typeface="Courier New" panose="02070309020205020404" pitchFamily="49" charset="0"/>
              </a:rPr>
              <a:t>	or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endParaRPr lang="en-US" dirty="0">
              <a:effectLst/>
              <a:latin typeface="Calibri (Body)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 (Body)"/>
                <a:ea typeface="Times New Roman" panose="02020603050405020304" pitchFamily="18" charset="0"/>
                <a:cs typeface="Courier New" panose="02070309020205020404" pitchFamily="49" charset="0"/>
              </a:rPr>
              <a:t>Parameters</a:t>
            </a:r>
            <a:endParaRPr lang="en-US" sz="2400" dirty="0">
              <a:effectLst/>
              <a:latin typeface="Calibri (Body)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lvl="1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400" b="1" i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</a:t>
            </a:r>
            <a:r>
              <a:rPr lang="en-US" sz="2400" b="1" dirty="0">
                <a:effectLst/>
                <a:latin typeface="inherit"/>
                <a:ea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Waveform shape;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sine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 (default), "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square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", "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sawtooth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", "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triangle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 or "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custom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  </a:t>
            </a:r>
          </a:p>
          <a:p>
            <a:pPr lvl="1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400" b="1" i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frequency</a:t>
            </a:r>
            <a:r>
              <a:rPr lang="en-US" sz="2400" b="1" dirty="0">
                <a:effectLst/>
                <a:latin typeface="inherit"/>
                <a:ea typeface="Times New Roman" panose="02020603050405020304" pitchFamily="18" charset="0"/>
              </a:rPr>
              <a:t>: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Frequency (in Hertz) of the periodic waveform. Default 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value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is 440</a:t>
            </a:r>
            <a:endParaRPr lang="en-GB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400" b="1" i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Detune</a:t>
            </a:r>
            <a:r>
              <a:rPr lang="en-US" sz="2400" b="1" dirty="0">
                <a:effectLst/>
                <a:latin typeface="inherit"/>
                <a:ea typeface="Times New Roman" panose="02020603050405020304" pitchFamily="18" charset="0"/>
              </a:rPr>
              <a:t>: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Offset the 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frequency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by an amount (in cents) . Default is 0. So frequency becomes;</a:t>
            </a:r>
            <a:endParaRPr lang="en-GB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14350" lvl="1" indent="0" algn="just">
              <a:lnSpc>
                <a:spcPct val="150000"/>
              </a:lnSpc>
              <a:buNone/>
            </a:pP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computedOscFrequency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frequency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  <a:sym typeface="Symbol" panose="05050102010706020507" pitchFamily="18" charset="2"/>
              </a:rPr>
              <a:t>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2</a:t>
            </a:r>
            <a:r>
              <a:rPr lang="en-US" sz="2400" baseline="30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detune / 1200</a:t>
            </a:r>
            <a:endParaRPr lang="en-GB" sz="40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93400A-C23C-4DBA-8CDC-9D933BEE6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8" name="Text Box 1">
            <a:extLst>
              <a:ext uri="{FF2B5EF4-FFF2-40B4-BE49-F238E27FC236}">
                <a16:creationId xmlns:a16="http://schemas.microsoft.com/office/drawing/2014/main" id="{3AB73EEE-ACA2-4FB1-8E8B-948AA1D39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066800"/>
            <a:ext cx="8900553" cy="838865"/>
          </a:xfrm>
          <a:prstGeom prst="rect">
            <a:avLst/>
          </a:prstGeom>
          <a:solidFill>
            <a:srgbClr val="1C1A1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sz="24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24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400" dirty="0">
                <a:solidFill>
                  <a:srgbClr val="A6E22E"/>
                </a:solidFill>
                <a:latin typeface="Monaco"/>
              </a:rPr>
              <a:t>Tone</a:t>
            </a:r>
            <a:r>
              <a:rPr lang="en-GB" sz="24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4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24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400" dirty="0">
                <a:solidFill>
                  <a:srgbClr val="66D9EF"/>
                </a:solidFill>
                <a:latin typeface="Monaco"/>
              </a:rPr>
              <a:t>new</a:t>
            </a:r>
            <a:r>
              <a:rPr lang="en-GB" sz="24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400" dirty="0" err="1">
                <a:solidFill>
                  <a:srgbClr val="A6E22E"/>
                </a:solidFill>
                <a:latin typeface="Monaco"/>
              </a:rPr>
              <a:t>OscillatorNode</a:t>
            </a:r>
            <a:r>
              <a:rPr lang="en-GB" sz="24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2400" dirty="0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2400" dirty="0">
                <a:solidFill>
                  <a:srgbClr val="F8F8F2"/>
                </a:solidFill>
                <a:latin typeface="Monaco"/>
              </a:rPr>
              <a:t>,{</a:t>
            </a:r>
            <a:r>
              <a:rPr lang="en-GB" sz="2400" dirty="0">
                <a:solidFill>
                  <a:srgbClr val="A6E22E"/>
                </a:solidFill>
                <a:latin typeface="Monaco"/>
              </a:rPr>
              <a:t>type</a:t>
            </a:r>
            <a:r>
              <a:rPr lang="en-GB" sz="2400" dirty="0">
                <a:solidFill>
                  <a:srgbClr val="F92672"/>
                </a:solidFill>
                <a:latin typeface="Monaco"/>
              </a:rPr>
              <a:t>:</a:t>
            </a:r>
            <a:r>
              <a:rPr lang="en-GB" sz="2400" dirty="0">
                <a:solidFill>
                  <a:srgbClr val="E6DB74"/>
                </a:solidFill>
                <a:latin typeface="Monaco"/>
              </a:rPr>
              <a:t>'sine'</a:t>
            </a:r>
            <a:r>
              <a:rPr lang="en-GB" sz="2400" dirty="0">
                <a:solidFill>
                  <a:srgbClr val="F8F8F2"/>
                </a:solidFill>
                <a:latin typeface="Monaco"/>
              </a:rPr>
              <a:t>,</a:t>
            </a:r>
            <a:r>
              <a:rPr lang="en-GB" sz="2400" dirty="0">
                <a:solidFill>
                  <a:srgbClr val="A6E22E"/>
                </a:solidFill>
                <a:latin typeface="Monaco"/>
              </a:rPr>
              <a:t>frequency</a:t>
            </a:r>
            <a:r>
              <a:rPr lang="en-GB" sz="2400" dirty="0">
                <a:solidFill>
                  <a:srgbClr val="F92672"/>
                </a:solidFill>
                <a:latin typeface="Monaco"/>
              </a:rPr>
              <a:t>:</a:t>
            </a:r>
            <a:r>
              <a:rPr lang="en-GB" sz="2400" dirty="0">
                <a:solidFill>
                  <a:srgbClr val="E6DB74"/>
                </a:solidFill>
                <a:latin typeface="Monaco"/>
              </a:rPr>
              <a:t>'440'</a:t>
            </a:r>
            <a:r>
              <a:rPr lang="en-GB" sz="2400" dirty="0">
                <a:solidFill>
                  <a:srgbClr val="F8F8F2"/>
                </a:solidFill>
                <a:latin typeface="Monaco"/>
              </a:rPr>
              <a:t>})</a:t>
            </a:r>
          </a:p>
          <a:p>
            <a:r>
              <a:rPr lang="en-GB" sz="2400" dirty="0" err="1">
                <a:solidFill>
                  <a:srgbClr val="A6E22E"/>
                </a:solidFill>
                <a:latin typeface="Monaco"/>
              </a:rPr>
              <a:t>Tone</a:t>
            </a:r>
            <a:r>
              <a:rPr lang="en-GB" sz="24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2400" dirty="0" err="1">
                <a:solidFill>
                  <a:srgbClr val="A6E22E"/>
                </a:solidFill>
                <a:latin typeface="Monaco"/>
              </a:rPr>
              <a:t>start</a:t>
            </a:r>
            <a:r>
              <a:rPr lang="en-GB" sz="2400" dirty="0">
                <a:solidFill>
                  <a:srgbClr val="F8F8F2"/>
                </a:solidFill>
                <a:latin typeface="Monaco"/>
              </a:rPr>
              <a:t>()</a:t>
            </a:r>
          </a:p>
        </p:txBody>
      </p:sp>
      <p:sp>
        <p:nvSpPr>
          <p:cNvPr id="9" name="Text Box 1">
            <a:extLst>
              <a:ext uri="{FF2B5EF4-FFF2-40B4-BE49-F238E27FC236}">
                <a16:creationId xmlns:a16="http://schemas.microsoft.com/office/drawing/2014/main" id="{76443ADB-11B2-487C-983A-C834E46BC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5361" y="2225040"/>
            <a:ext cx="5212230" cy="1585624"/>
          </a:xfrm>
          <a:prstGeom prst="rect">
            <a:avLst/>
          </a:prstGeom>
          <a:solidFill>
            <a:srgbClr val="1C1A1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sz="24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24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400" dirty="0">
                <a:solidFill>
                  <a:srgbClr val="A6E22E"/>
                </a:solidFill>
                <a:latin typeface="Monaco"/>
              </a:rPr>
              <a:t>Tone</a:t>
            </a:r>
            <a:r>
              <a:rPr lang="en-GB" sz="24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4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24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4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24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2400" dirty="0" err="1">
                <a:solidFill>
                  <a:srgbClr val="A6E22E"/>
                </a:solidFill>
                <a:latin typeface="Monaco"/>
              </a:rPr>
              <a:t>createOscillator</a:t>
            </a:r>
            <a:r>
              <a:rPr lang="en-GB" sz="2400" dirty="0">
                <a:solidFill>
                  <a:srgbClr val="F8F8F2"/>
                </a:solidFill>
                <a:latin typeface="Monaco"/>
              </a:rPr>
              <a:t>()</a:t>
            </a:r>
          </a:p>
          <a:p>
            <a:r>
              <a:rPr lang="en-GB" sz="2400" dirty="0" err="1">
                <a:solidFill>
                  <a:srgbClr val="A6E22E"/>
                </a:solidFill>
                <a:latin typeface="Monaco"/>
              </a:rPr>
              <a:t>Tone</a:t>
            </a:r>
            <a:r>
              <a:rPr lang="en-GB" sz="24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2400" dirty="0" err="1">
                <a:solidFill>
                  <a:srgbClr val="A6E22E"/>
                </a:solidFill>
                <a:latin typeface="Monaco"/>
              </a:rPr>
              <a:t>type</a:t>
            </a:r>
            <a:r>
              <a:rPr lang="en-GB" sz="24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4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24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400" dirty="0">
                <a:solidFill>
                  <a:srgbClr val="E6DB74"/>
                </a:solidFill>
                <a:latin typeface="Monaco"/>
              </a:rPr>
              <a:t>'sine'</a:t>
            </a:r>
            <a:endParaRPr lang="en-GB" sz="2400" dirty="0">
              <a:solidFill>
                <a:srgbClr val="F8F8F2"/>
              </a:solidFill>
              <a:latin typeface="Monaco"/>
            </a:endParaRPr>
          </a:p>
          <a:p>
            <a:r>
              <a:rPr lang="en-GB" sz="2400" dirty="0" err="1">
                <a:solidFill>
                  <a:srgbClr val="A6E22E"/>
                </a:solidFill>
                <a:latin typeface="Monaco"/>
              </a:rPr>
              <a:t>Tone</a:t>
            </a:r>
            <a:r>
              <a:rPr lang="en-GB" sz="24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2400" dirty="0" err="1">
                <a:solidFill>
                  <a:srgbClr val="A6E22E"/>
                </a:solidFill>
                <a:latin typeface="Monaco"/>
              </a:rPr>
              <a:t>frequency</a:t>
            </a:r>
            <a:r>
              <a:rPr lang="en-GB" sz="24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2400" dirty="0" err="1">
                <a:solidFill>
                  <a:srgbClr val="A6E22E"/>
                </a:solidFill>
                <a:latin typeface="Monaco"/>
              </a:rPr>
              <a:t>value</a:t>
            </a:r>
            <a:r>
              <a:rPr lang="en-GB" sz="24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4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24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400" dirty="0">
                <a:solidFill>
                  <a:srgbClr val="E6DB74"/>
                </a:solidFill>
                <a:latin typeface="Monaco"/>
              </a:rPr>
              <a:t>440</a:t>
            </a:r>
            <a:endParaRPr lang="en-GB" sz="2400" dirty="0">
              <a:solidFill>
                <a:srgbClr val="F8F8F2"/>
              </a:solidFill>
              <a:latin typeface="Monaco"/>
            </a:endParaRPr>
          </a:p>
          <a:p>
            <a:r>
              <a:rPr lang="en-GB" sz="2400" dirty="0" err="1">
                <a:solidFill>
                  <a:srgbClr val="A6E22E"/>
                </a:solidFill>
                <a:latin typeface="Monaco"/>
              </a:rPr>
              <a:t>Tone</a:t>
            </a:r>
            <a:r>
              <a:rPr lang="en-GB" sz="24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2400" dirty="0" err="1">
                <a:solidFill>
                  <a:srgbClr val="A6E22E"/>
                </a:solidFill>
                <a:latin typeface="Monaco"/>
              </a:rPr>
              <a:t>start</a:t>
            </a:r>
            <a:r>
              <a:rPr lang="en-GB" sz="2400" dirty="0">
                <a:solidFill>
                  <a:srgbClr val="F8F8F2"/>
                </a:solidFill>
                <a:latin typeface="Monaco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98936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6A45D5-5D90-4497-8CF1-7EA9EE9051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How do you create your own custom oscillator type?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BD51943-96C4-44FE-AC28-5487930685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708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3862-AE74-406C-AC49-812D0707F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Fourier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1EFCB-F3FA-4AC7-B815-D795BABFDC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066800"/>
                <a:ext cx="11201400" cy="571500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Any periodic function </a:t>
                </a:r>
                <a:r>
                  <a:rPr lang="en-US" i="1" dirty="0"/>
                  <a:t>x</a:t>
                </a:r>
                <a:r>
                  <a:rPr lang="en-US" dirty="0"/>
                  <a:t>(</a:t>
                </a:r>
                <a:r>
                  <a:rPr lang="en-US" i="1" dirty="0"/>
                  <a:t>t</a:t>
                </a:r>
                <a:r>
                  <a:rPr lang="en-US" dirty="0"/>
                  <a:t>) can be represented by a Fourier series</a:t>
                </a:r>
                <a:endParaRPr lang="en-GB" sz="320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ctrlPr>
                            <a:rPr lang="en-GB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2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GB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GB" sz="2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</m:func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𝜋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GB" sz="2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 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2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GB" sz="2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</m:func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𝜋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GB" sz="2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800" dirty="0"/>
              </a:p>
              <a:p>
                <a:r>
                  <a:rPr lang="en-US" dirty="0"/>
                  <a:t>Where </a:t>
                </a:r>
                <a:r>
                  <a:rPr lang="en-US" i="1" dirty="0"/>
                  <a:t>f</a:t>
                </a:r>
                <a:r>
                  <a:rPr lang="en-US" baseline="-25000" dirty="0"/>
                  <a:t>0</a:t>
                </a:r>
                <a:r>
                  <a:rPr lang="en-US" dirty="0"/>
                  <a:t> is the fundamental frequency of the periodic function</a:t>
                </a:r>
              </a:p>
              <a:p>
                <a:r>
                  <a:rPr lang="en-US" dirty="0"/>
                  <a:t>Or in complex form,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ctrlPr>
                            <a:rPr lang="en-GB" sz="2800" i="1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GB" sz="2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=−</m:t>
                          </m:r>
                          <m:r>
                            <a:rPr lang="en-US" sz="2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GB" sz="28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28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𝑗𝑛</m:t>
                              </m:r>
                              <m:sSub>
                                <m:sSubPr>
                                  <m:ctrlPr>
                                    <a:rPr lang="en-GB" sz="2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3600" i="1"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3600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3600" i="1"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600" i="1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i="1">
                              <a:effectLst/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360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i="1">
                          <a:effectLst/>
                          <a:latin typeface="Cambria Math" panose="020405030504060302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3600" i="1"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600" i="1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3600" i="1"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3600" i="1">
                          <a:effectLst/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GB" sz="3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3600" i="1"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600" i="1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i="1">
                              <a:effectLst/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3600" i="1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3600" i="1">
                          <a:effectLst/>
                          <a:latin typeface="Cambria Math" panose="02040503050406030204" pitchFamily="18" charset="0"/>
                        </a:rPr>
                        <m:t>=−2</m:t>
                      </m:r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GB" sz="3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 dirty="0"/>
                  <a:t>So the </a:t>
                </a:r>
                <a:r>
                  <a:rPr lang="en-US" i="1" dirty="0" err="1"/>
                  <a:t>a</a:t>
                </a:r>
                <a:r>
                  <a:rPr lang="en-US" i="1" baseline="-25000" dirty="0" err="1"/>
                  <a:t>n</a:t>
                </a:r>
                <a:r>
                  <a:rPr lang="en-US" dirty="0" err="1"/>
                  <a:t>s</a:t>
                </a:r>
                <a:r>
                  <a:rPr lang="en-US" dirty="0"/>
                  <a:t> are known as the </a:t>
                </a:r>
                <a:r>
                  <a:rPr lang="en-US" b="1" dirty="0"/>
                  <a:t>real</a:t>
                </a:r>
                <a:r>
                  <a:rPr lang="en-US" dirty="0"/>
                  <a:t> terms, the </a:t>
                </a:r>
                <a:r>
                  <a:rPr lang="en-US" i="1" dirty="0" err="1"/>
                  <a:t>b</a:t>
                </a:r>
                <a:r>
                  <a:rPr lang="en-US" i="1" baseline="-25000" dirty="0" err="1"/>
                  <a:t>n</a:t>
                </a:r>
                <a:r>
                  <a:rPr lang="en-US" dirty="0" err="1"/>
                  <a:t>s</a:t>
                </a:r>
                <a:r>
                  <a:rPr lang="en-US" dirty="0"/>
                  <a:t> as the </a:t>
                </a:r>
                <a:r>
                  <a:rPr lang="en-US" b="1" dirty="0"/>
                  <a:t>imaginary</a:t>
                </a:r>
                <a:r>
                  <a:rPr lang="en-US" dirty="0"/>
                  <a:t> terms.</a:t>
                </a:r>
                <a:endParaRPr lang="en-GB" b="0" i="0" dirty="0">
                  <a:solidFill>
                    <a:srgbClr val="333333"/>
                  </a:solidFill>
                  <a:effectLst/>
                  <a:latin typeface="Cambria" panose="02040503050406030204" pitchFamily="18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1EFCB-F3FA-4AC7-B815-D795BABFDC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066800"/>
                <a:ext cx="11201400" cy="5715000"/>
              </a:xfrm>
              <a:blipFill>
                <a:blip r:embed="rId2"/>
                <a:stretch>
                  <a:fillRect l="-762" t="-1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5987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3862-AE74-406C-AC49-812D0707F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477000" cy="1066800"/>
          </a:xfrm>
        </p:spPr>
        <p:txBody>
          <a:bodyPr/>
          <a:lstStyle/>
          <a:p>
            <a:r>
              <a:rPr lang="en-GB" dirty="0"/>
              <a:t>Example: Sine wave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1EFCB-F3FA-4AC7-B815-D795BABFDC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4648200"/>
                <a:ext cx="11201400" cy="21336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3600" b="0" i="1" smtClean="0">
                        <a:effectLst/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sz="3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 dirty="0"/>
                  <a:t>All other terms are zero.</a:t>
                </a:r>
                <a:endParaRPr lang="en-GB" b="0" i="0" dirty="0">
                  <a:solidFill>
                    <a:srgbClr val="333333"/>
                  </a:solidFill>
                  <a:effectLst/>
                  <a:latin typeface="Cambria" panose="02040503050406030204" pitchFamily="18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1EFCB-F3FA-4AC7-B815-D795BABFDC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4648200"/>
                <a:ext cx="11201400" cy="2133600"/>
              </a:xfrm>
              <a:blipFill>
                <a:blip r:embed="rId2"/>
                <a:stretch>
                  <a:fillRect l="-12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15C813-D70F-48A2-BB1C-25768137A14B}"/>
                  </a:ext>
                </a:extLst>
              </p:cNvPr>
              <p:cNvSpPr txBox="1"/>
              <p:nvPr/>
            </p:nvSpPr>
            <p:spPr>
              <a:xfrm>
                <a:off x="6330286" y="0"/>
                <a:ext cx="5666096" cy="8476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</m:func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𝜋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 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</m:func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𝜋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15C813-D70F-48A2-BB1C-25768137A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286" y="0"/>
                <a:ext cx="5666096" cy="8476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5009FC7-AC23-4F66-8C87-8B988DBE19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8695754"/>
              </p:ext>
            </p:extLst>
          </p:nvPr>
        </p:nvGraphicFramePr>
        <p:xfrm>
          <a:off x="1524000" y="1108881"/>
          <a:ext cx="6096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0BAAA2-F609-4283-9AA4-11944B5CEBEE}"/>
                  </a:ext>
                </a:extLst>
              </p:cNvPr>
              <p:cNvSpPr txBox="1"/>
              <p:nvPr/>
            </p:nvSpPr>
            <p:spPr>
              <a:xfrm>
                <a:off x="8077200" y="3048000"/>
                <a:ext cx="3040528" cy="1133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:r>
                  <a:rPr lang="en-US" sz="2400" i="1" dirty="0">
                    <a:solidFill>
                      <a:srgbClr val="000000"/>
                    </a:solidFill>
                    <a:effectLst/>
                    <a:latin typeface="MathJax_Math-italic"/>
                    <a:ea typeface="Times New Roman" panose="02020603050405020304" pitchFamily="18" charset="0"/>
                    <a:cs typeface="Courier New" panose="02070309020205020404" pitchFamily="49" charset="0"/>
                  </a:rPr>
                  <a:t>x</a:t>
                </a:r>
                <a:r>
                  <a:rPr lang="en-US" sz="2400" dirty="0">
                    <a:solidFill>
                      <a:srgbClr val="000000"/>
                    </a:solidFill>
                    <a:effectLst/>
                    <a:latin typeface="MathJax_Main"/>
                    <a:ea typeface="Times New Roman" panose="02020603050405020304" pitchFamily="18" charset="0"/>
                    <a:cs typeface="Courier New" panose="02070309020205020404" pitchFamily="49" charset="0"/>
                  </a:rPr>
                  <a:t>(</a:t>
                </a:r>
                <a:r>
                  <a:rPr lang="en-US" sz="2400" i="1" dirty="0">
                    <a:solidFill>
                      <a:srgbClr val="000000"/>
                    </a:solidFill>
                    <a:effectLst/>
                    <a:latin typeface="MathJax_Math-italic"/>
                    <a:ea typeface="Times New Roman" panose="02020603050405020304" pitchFamily="18" charset="0"/>
                    <a:cs typeface="Courier New" panose="02070309020205020404" pitchFamily="49" charset="0"/>
                  </a:rPr>
                  <a:t>t</a:t>
                </a:r>
                <a:r>
                  <a:rPr lang="en-US" sz="2400" dirty="0">
                    <a:solidFill>
                      <a:srgbClr val="000000"/>
                    </a:solidFill>
                    <a:effectLst/>
                    <a:latin typeface="MathJax_Main"/>
                    <a:ea typeface="Times New Roman" panose="02020603050405020304" pitchFamily="18" charset="0"/>
                    <a:cs typeface="Courier New" panose="02070309020205020404" pitchFamily="49" charset="0"/>
                  </a:rPr>
                  <a:t>)=sin</a:t>
                </a:r>
                <a:r>
                  <a:rPr lang="en-US" sz="24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ourier New" panose="02070309020205020404" pitchFamily="49" charset="0"/>
                      </a:rPr>
                      <m:t>π</m:t>
                    </m:r>
                    <m:sSub>
                      <m:sSubPr>
                        <m:ctrlP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ourier New" panose="02070309020205020404" pitchFamily="49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ourier New" panose="02070309020205020404" pitchFamily="49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ourier New" panose="02070309020205020404" pitchFamily="49" charset="0"/>
                      </a:rPr>
                      <m:t>𝑡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)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ourier New" panose="02070309020205020404" pitchFamily="49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ourier New" panose="02070309020205020404" pitchFamily="49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=2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0BAAA2-F609-4283-9AA4-11944B5CE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0" y="3048000"/>
                <a:ext cx="3040528" cy="1133965"/>
              </a:xfrm>
              <a:prstGeom prst="rect">
                <a:avLst/>
              </a:prstGeom>
              <a:blipFill>
                <a:blip r:embed="rId5"/>
                <a:stretch>
                  <a:fillRect b="-123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3782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3862-AE74-406C-AC49-812D0707F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477000" cy="1066800"/>
          </a:xfrm>
        </p:spPr>
        <p:txBody>
          <a:bodyPr/>
          <a:lstStyle/>
          <a:p>
            <a:r>
              <a:rPr lang="en-GB" dirty="0"/>
              <a:t>Example: Square wave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1EFCB-F3FA-4AC7-B815-D795BABFDC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4648200"/>
                <a:ext cx="11201400" cy="2133600"/>
              </a:xfrm>
            </p:spPr>
            <p:txBody>
              <a:bodyPr>
                <a:norm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["/>
                        <m:endChr m:val="]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(1−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r>
                  <a:rPr lang="en-US" dirty="0"/>
                  <a:t>All other terms are zero.</a:t>
                </a:r>
                <a:endParaRPr lang="en-GB" b="0" i="0" dirty="0">
                  <a:solidFill>
                    <a:srgbClr val="333333"/>
                  </a:solidFill>
                  <a:effectLst/>
                  <a:latin typeface="Cambria" panose="02040503050406030204" pitchFamily="18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1EFCB-F3FA-4AC7-B815-D795BABFDC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4648200"/>
                <a:ext cx="11201400" cy="2133600"/>
              </a:xfrm>
              <a:blipFill>
                <a:blip r:embed="rId2"/>
                <a:stretch>
                  <a:fillRect l="-12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15C813-D70F-48A2-BB1C-25768137A14B}"/>
                  </a:ext>
                </a:extLst>
              </p:cNvPr>
              <p:cNvSpPr txBox="1"/>
              <p:nvPr/>
            </p:nvSpPr>
            <p:spPr>
              <a:xfrm>
                <a:off x="6330286" y="0"/>
                <a:ext cx="5666096" cy="8476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</m:func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𝜋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 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</m:func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𝜋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15C813-D70F-48A2-BB1C-25768137A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286" y="0"/>
                <a:ext cx="5666096" cy="8476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24DE14C-B426-44CF-BE0C-D1B2D5137C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141659"/>
              </p:ext>
            </p:extLst>
          </p:nvPr>
        </p:nvGraphicFramePr>
        <p:xfrm>
          <a:off x="6229634" y="1127902"/>
          <a:ext cx="540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2382708-71B8-46D8-AF6A-1EF298DD64D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76" y="1066800"/>
            <a:ext cx="5399999" cy="3240000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8A9E11-78C8-4F65-B07B-19FB89D31957}"/>
              </a:ext>
            </a:extLst>
          </p:cNvPr>
          <p:cNvSpPr txBox="1"/>
          <p:nvPr/>
        </p:nvSpPr>
        <p:spPr>
          <a:xfrm>
            <a:off x="8306369" y="4278868"/>
            <a:ext cx="2361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First 3 terms.</a:t>
            </a:r>
            <a:endParaRPr lang="en-GB" b="0" i="0" dirty="0">
              <a:solidFill>
                <a:srgbClr val="333333"/>
              </a:solidFill>
              <a:effectLst/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775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3862-AE74-406C-AC49-812D0707F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477000" cy="1066800"/>
          </a:xfrm>
        </p:spPr>
        <p:txBody>
          <a:bodyPr/>
          <a:lstStyle/>
          <a:p>
            <a:r>
              <a:rPr lang="en-GB" dirty="0"/>
              <a:t>Example: Triangle wave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1EFCB-F3FA-4AC7-B815-D795BABFDC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4648200"/>
                <a:ext cx="11201400" cy="2133600"/>
              </a:xfrm>
            </p:spPr>
            <p:txBody>
              <a:bodyPr>
                <a:norm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["/>
                        <m:endChr m:val="]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8</m:t>
                        </m:r>
                        <m:func>
                          <m:func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f>
                              <m:f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func>
                      </m:num>
                      <m:den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All other terms are zero.</a:t>
                </a:r>
                <a:endParaRPr lang="en-GB" b="0" i="0" dirty="0">
                  <a:solidFill>
                    <a:srgbClr val="333333"/>
                  </a:solidFill>
                  <a:effectLst/>
                  <a:latin typeface="Cambria" panose="02040503050406030204" pitchFamily="18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1EFCB-F3FA-4AC7-B815-D795BABFDC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4648200"/>
                <a:ext cx="11201400" cy="2133600"/>
              </a:xfrm>
              <a:blipFill>
                <a:blip r:embed="rId2"/>
                <a:stretch>
                  <a:fillRect l="-12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15C813-D70F-48A2-BB1C-25768137A14B}"/>
                  </a:ext>
                </a:extLst>
              </p:cNvPr>
              <p:cNvSpPr txBox="1"/>
              <p:nvPr/>
            </p:nvSpPr>
            <p:spPr>
              <a:xfrm>
                <a:off x="6330286" y="0"/>
                <a:ext cx="5666096" cy="8476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</m:func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𝜋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 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</m:func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𝜋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15C813-D70F-48A2-BB1C-25768137A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286" y="0"/>
                <a:ext cx="5666096" cy="8476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D8A9E11-78C8-4F65-B07B-19FB89D31957}"/>
              </a:ext>
            </a:extLst>
          </p:cNvPr>
          <p:cNvSpPr txBox="1"/>
          <p:nvPr/>
        </p:nvSpPr>
        <p:spPr>
          <a:xfrm>
            <a:off x="8306369" y="4278868"/>
            <a:ext cx="2361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First 3 terms.</a:t>
            </a:r>
            <a:endParaRPr lang="en-GB" b="0" i="0" dirty="0">
              <a:solidFill>
                <a:srgbClr val="333333"/>
              </a:solidFill>
              <a:effectLst/>
              <a:latin typeface="Cambria" panose="0204050305040603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FDDC74-5928-40D5-B385-A329545DE2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75" y="974901"/>
            <a:ext cx="5399999" cy="3240000"/>
          </a:xfrm>
          <a:prstGeom prst="rect">
            <a:avLst/>
          </a:prstGeom>
          <a:noFill/>
        </p:spPr>
      </p:pic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D4BFDF36-8F81-4F91-B1FE-48A1801998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5098402"/>
              </p:ext>
            </p:extLst>
          </p:nvPr>
        </p:nvGraphicFramePr>
        <p:xfrm>
          <a:off x="6330286" y="1038868"/>
          <a:ext cx="5184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85536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ECD9175-4BAC-4609-8075-6D5541403D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9779435"/>
              </p:ext>
            </p:extLst>
          </p:nvPr>
        </p:nvGraphicFramePr>
        <p:xfrm>
          <a:off x="6192000" y="1081521"/>
          <a:ext cx="60000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9ED3862-AE74-406C-AC49-812D0707F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477000" cy="1066800"/>
          </a:xfrm>
        </p:spPr>
        <p:txBody>
          <a:bodyPr/>
          <a:lstStyle/>
          <a:p>
            <a:r>
              <a:rPr lang="en-GB" dirty="0"/>
              <a:t>Example: Sawtooth wave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1EFCB-F3FA-4AC7-B815-D795BABFDC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4648200"/>
                <a:ext cx="11201400" cy="2133600"/>
              </a:xfrm>
            </p:spPr>
            <p:txBody>
              <a:bodyPr>
                <a:norm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["/>
                        <m:endChr m:val="]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All other terms are zero.</a:t>
                </a:r>
                <a:endParaRPr lang="en-GB" b="0" i="0" dirty="0">
                  <a:solidFill>
                    <a:srgbClr val="333333"/>
                  </a:solidFill>
                  <a:effectLst/>
                  <a:latin typeface="Cambria" panose="02040503050406030204" pitchFamily="18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1EFCB-F3FA-4AC7-B815-D795BABFDC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4648200"/>
                <a:ext cx="11201400" cy="2133600"/>
              </a:xfrm>
              <a:blipFill>
                <a:blip r:embed="rId3"/>
                <a:stretch>
                  <a:fillRect l="-12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15C813-D70F-48A2-BB1C-25768137A14B}"/>
                  </a:ext>
                </a:extLst>
              </p:cNvPr>
              <p:cNvSpPr txBox="1"/>
              <p:nvPr/>
            </p:nvSpPr>
            <p:spPr>
              <a:xfrm>
                <a:off x="6330286" y="0"/>
                <a:ext cx="5666096" cy="8476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</m:func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𝜋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 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</m:func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𝜋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15C813-D70F-48A2-BB1C-25768137A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286" y="0"/>
                <a:ext cx="5666096" cy="8476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D8A9E11-78C8-4F65-B07B-19FB89D31957}"/>
              </a:ext>
            </a:extLst>
          </p:cNvPr>
          <p:cNvSpPr txBox="1"/>
          <p:nvPr/>
        </p:nvSpPr>
        <p:spPr>
          <a:xfrm>
            <a:off x="8306369" y="4278868"/>
            <a:ext cx="2361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First 3 terms.</a:t>
            </a:r>
            <a:endParaRPr lang="en-GB" b="0" i="0" dirty="0">
              <a:solidFill>
                <a:srgbClr val="333333"/>
              </a:solidFill>
              <a:effectLst/>
              <a:latin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88CD18-3340-48FE-8719-36AE8D9199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7" y="972000"/>
            <a:ext cx="6004633" cy="3600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79946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6A45D5-5D90-4497-8CF1-7EA9EE905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3100" y="2133600"/>
            <a:ext cx="8305800" cy="1470025"/>
          </a:xfrm>
        </p:spPr>
        <p:txBody>
          <a:bodyPr/>
          <a:lstStyle/>
          <a:p>
            <a:r>
              <a:rPr lang="en-GB" dirty="0"/>
              <a:t>How many terms do you need in the Fourier Series?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BD51943-96C4-44FE-AC28-5487930685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1280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9984E-D629-4610-BFF7-928559C99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Aliasing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40D7B-E0BE-4CA1-A0E5-5FA067E5C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4953000"/>
            <a:ext cx="6629400" cy="2133600"/>
          </a:xfrm>
        </p:spPr>
        <p:txBody>
          <a:bodyPr>
            <a:normAutofit/>
          </a:bodyPr>
          <a:lstStyle/>
          <a:p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Two 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sinusoids, 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with frequency 3 Hz and 7 Hz</a:t>
            </a:r>
          </a:p>
          <a:p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They 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appear identical when sampled at a frequency 10 Hz</a:t>
            </a:r>
            <a:endParaRPr lang="en-GB" i="1" dirty="0"/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AC1CBA3-A40D-4988-91CF-21C4F81BB9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2688504"/>
              </p:ext>
            </p:extLst>
          </p:nvPr>
        </p:nvGraphicFramePr>
        <p:xfrm>
          <a:off x="5181600" y="1143000"/>
          <a:ext cx="64008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8076993-90C1-4BE2-95D5-C4956D0E80D7}"/>
              </a:ext>
            </a:extLst>
          </p:cNvPr>
          <p:cNvSpPr txBox="1"/>
          <p:nvPr/>
        </p:nvSpPr>
        <p:spPr>
          <a:xfrm>
            <a:off x="0" y="685800"/>
            <a:ext cx="5257800" cy="5706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Aliasing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When signals become indistinguishable due to sampling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2000" dirty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Shannon-Nyquist sampling theorem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You need to sample at least twice every period</a:t>
            </a:r>
          </a:p>
          <a:p>
            <a:pPr lvl="1">
              <a:spcBef>
                <a:spcPct val="20000"/>
              </a:spcBef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	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 other words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Sampling frequency should be at least twice the highest frequency in the signal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Highest frequency in the signal should be less than half the sampling frequency</a:t>
            </a:r>
          </a:p>
          <a:p>
            <a:pPr marL="1257300" lvl="2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GB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Nyquist frequency= </a:t>
            </a:r>
            <a:r>
              <a:rPr lang="en-GB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GB" i="1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GB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582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6588C-B949-4FB2-80FE-DADC45B84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many terms do you need in the Fourier Series?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FD6FB8-0564-4CDB-A6F3-9BF72463F6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066800"/>
                <a:ext cx="11582400" cy="56388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/>
                  <a:t>Don’t keep terms beyond Nyquist</a:t>
                </a:r>
              </a:p>
              <a:p>
                <a:r>
                  <a:rPr lang="en-GB" dirty="0"/>
                  <a:t>Example: Approximate a 4 kHz sawtooth wave with sampling frequency 44.1 kHz</a:t>
                </a:r>
              </a:p>
              <a:p>
                <a:r>
                  <a:rPr lang="en-GB" dirty="0"/>
                  <a:t>Only keep terms below 22.05 kHz: 4,8,12,16 and 20 kHz</a:t>
                </a:r>
              </a:p>
              <a:p>
                <a:r>
                  <a:rPr lang="en-GB" dirty="0"/>
                  <a:t>Recall Fourier series for sawtooth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𝑘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=1</m:t>
                        </m:r>
                      </m:sub>
                      <m:sup>
                        <m:r>
                          <a:rPr lang="en-US" sz="24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GB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e>
                            </m:func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𝜋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  <m:sSub>
                              <m:sSubPr>
                                <m:ctrlPr>
                                  <a:rPr lang="en-GB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 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GB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GB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e>
                            </m:func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𝜋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  <m:sSub>
                              <m:sSubPr>
                                <m:ctrlPr>
                                  <a:rPr lang="en-GB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</m:e>
                    </m:nary>
                  </m:oMath>
                </a14:m>
                <a:endParaRPr lang="en-GB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f>
                      <m:f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endParaRPr lang="en-GB" sz="2400" dirty="0"/>
              </a:p>
              <a:p>
                <a:pPr lvl="2"/>
                <a:endParaRPr lang="en-GB" sz="2000" dirty="0"/>
              </a:p>
              <a:p>
                <a:pPr marL="0" indent="0">
                  <a:buNone/>
                </a:pPr>
                <a:r>
                  <a:rPr lang="en-GB" sz="2400" dirty="0">
                    <a:effectLst/>
                    <a:ea typeface="Times New Roman" panose="02020603050405020304" pitchFamily="18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4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sin</m:t>
                        </m:r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GB" sz="2400" b="0" i="0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 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π</m:t>
                        </m:r>
                      </m:den>
                    </m:f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4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sin</m:t>
                        </m:r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GB" sz="2400" b="0" i="0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 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sz="24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π</m:t>
                        </m:r>
                      </m:den>
                    </m:f>
                    <m:r>
                      <a:rPr lang="en-US" sz="24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</m:t>
                    </m:r>
                    <m:f>
                      <m:fPr>
                        <m:ctrlP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4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sin</m:t>
                        </m:r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GB" sz="2400" b="0" i="0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 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sz="24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π</m:t>
                        </m:r>
                      </m:den>
                    </m:f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en-GB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sin</m:t>
                        </m:r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 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en-GB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sin</m:t>
                        </m:r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GB" sz="2400" b="0" i="0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 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GB" sz="2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π</m:t>
                        </m:r>
                      </m:den>
                    </m:f>
                  </m:oMath>
                </a14:m>
                <a:endParaRPr lang="en-GB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GB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GB" sz="2800" dirty="0">
                    <a:latin typeface="+mj-lt"/>
                    <a:ea typeface="Times New Roman" panose="02020603050405020304" pitchFamily="18" charset="0"/>
                  </a:rPr>
                  <a:t>Where f</a:t>
                </a:r>
                <a:r>
                  <a:rPr lang="en-GB" sz="2800" baseline="-25000" dirty="0">
                    <a:latin typeface="+mj-lt"/>
                    <a:ea typeface="Times New Roman" panose="02020603050405020304" pitchFamily="18" charset="0"/>
                  </a:rPr>
                  <a:t>0</a:t>
                </a:r>
                <a:r>
                  <a:rPr lang="en-GB" sz="2800" dirty="0">
                    <a:latin typeface="+mj-lt"/>
                    <a:ea typeface="Times New Roman" panose="02020603050405020304" pitchFamily="18" charset="0"/>
                  </a:rPr>
                  <a:t>=4000</a:t>
                </a:r>
                <a:endParaRPr lang="en-GB" sz="2800" dirty="0">
                  <a:effectLst/>
                  <a:latin typeface="+mj-lt"/>
                  <a:ea typeface="Times New Roman" panose="02020603050405020304" pitchFamily="18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FD6FB8-0564-4CDB-A6F3-9BF72463F6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066800"/>
                <a:ext cx="11582400" cy="5638800"/>
              </a:xfrm>
              <a:blipFill>
                <a:blip r:embed="rId2"/>
                <a:stretch>
                  <a:fillRect l="-1211" t="-2270" b="-22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2279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6588C-B949-4FB2-80FE-DADC45B84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PeriodicWave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D6FB8-0564-4CDB-A6F3-9BF72463F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66800"/>
            <a:ext cx="11582400" cy="5638800"/>
          </a:xfrm>
        </p:spPr>
        <p:txBody>
          <a:bodyPr>
            <a:normAutofit/>
          </a:bodyPr>
          <a:lstStyle/>
          <a:p>
            <a:r>
              <a:rPr lang="en-GB" dirty="0"/>
              <a:t>The Web Audio API allows you to create your own oscillator type with </a:t>
            </a:r>
            <a:r>
              <a:rPr lang="en-US" sz="2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createPeriodicWave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alibri (Body)"/>
                <a:ea typeface="Times New Roman" panose="02020603050405020304" pitchFamily="18" charset="0"/>
              </a:rPr>
              <a:t>and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setPeriodicWave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endParaRPr lang="en-US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alibri (Body)"/>
                <a:ea typeface="Times New Roman" panose="02020603050405020304" pitchFamily="18" charset="0"/>
                <a:cs typeface="Courier New" panose="02070309020205020404" pitchFamily="49" charset="0"/>
              </a:rPr>
              <a:t>Create arrays of </a:t>
            </a:r>
            <a:r>
              <a:rPr lang="en-US" sz="2800" dirty="0"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alibri (Body)"/>
                <a:ea typeface="Times New Roman" panose="02020603050405020304" pitchFamily="18" charset="0"/>
                <a:cs typeface="Courier New" panose="02070309020205020404" pitchFamily="49" charset="0"/>
              </a:rPr>
              <a:t>values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alibri (Body)"/>
                <a:ea typeface="Times New Roman" panose="02020603050405020304" pitchFamily="18" charset="0"/>
                <a:cs typeface="Courier New" panose="02070309020205020404" pitchFamily="49" charset="0"/>
              </a:rPr>
              <a:t>and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alibri (Body)"/>
                <a:ea typeface="Times New Roman" panose="02020603050405020304" pitchFamily="18" charset="0"/>
                <a:cs typeface="Courier New" panose="02070309020205020404" pitchFamily="49" charset="0"/>
              </a:rPr>
              <a:t>values for Fourier Series</a:t>
            </a:r>
          </a:p>
          <a:p>
            <a:r>
              <a:rPr lang="en-US" dirty="0">
                <a:effectLst/>
                <a:latin typeface="Calibri (Body)"/>
                <a:ea typeface="Times New Roman" panose="02020603050405020304" pitchFamily="18" charset="0"/>
                <a:cs typeface="Courier New" panose="02070309020205020404" pitchFamily="49" charset="0"/>
              </a:rPr>
              <a:t>Create the periodic wave by calling the audio context’s </a:t>
            </a:r>
            <a:r>
              <a:rPr lang="en-US" sz="2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createPeriodicWave</a:t>
            </a:r>
            <a:r>
              <a:rPr lang="en-US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alibri (Body)"/>
                <a:ea typeface="Times New Roman" panose="02020603050405020304" pitchFamily="18" charset="0"/>
                <a:cs typeface="Courier New" panose="02070309020205020404" pitchFamily="49" charset="0"/>
              </a:rPr>
              <a:t>with </a:t>
            </a:r>
            <a:r>
              <a:rPr lang="en-US" sz="2800" dirty="0"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a[]</a:t>
            </a:r>
            <a:r>
              <a:rPr lang="en-US" sz="2800" dirty="0">
                <a:latin typeface="Calibri (Bod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alibri (Body)"/>
                <a:ea typeface="Times New Roman" panose="02020603050405020304" pitchFamily="18" charset="0"/>
                <a:cs typeface="Courier New" panose="02070309020205020404" pitchFamily="49" charset="0"/>
              </a:rPr>
              <a:t>and </a:t>
            </a:r>
            <a:r>
              <a:rPr lang="en-US" sz="2800" dirty="0"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b[]</a:t>
            </a:r>
            <a:endParaRPr lang="en-US" dirty="0"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r>
              <a:rPr lang="en-US" dirty="0">
                <a:effectLst/>
                <a:latin typeface="Calibri (Body)"/>
                <a:ea typeface="Times New Roman" panose="02020603050405020304" pitchFamily="18" charset="0"/>
                <a:cs typeface="Courier New" panose="02070309020205020404" pitchFamily="49" charset="0"/>
              </a:rPr>
              <a:t>Call the oscillator node’s </a:t>
            </a:r>
            <a:r>
              <a:rPr lang="en-US" sz="2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setPeriodicWave</a:t>
            </a:r>
            <a:r>
              <a:rPr lang="en-US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effectLst/>
                <a:latin typeface="Calibri (Body)"/>
                <a:ea typeface="Times New Roman" panose="02020603050405020304" pitchFamily="18" charset="0"/>
                <a:cs typeface="Courier New" panose="02070309020205020404" pitchFamily="49" charset="0"/>
              </a:rPr>
              <a:t>with the periodic wave you just created</a:t>
            </a:r>
            <a:endParaRPr lang="en-GB" dirty="0">
              <a:effectLst/>
              <a:latin typeface="Calibri (Body)"/>
              <a:ea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4" name="Text Box 1">
            <a:extLst>
              <a:ext uri="{FF2B5EF4-FFF2-40B4-BE49-F238E27FC236}">
                <a16:creationId xmlns:a16="http://schemas.microsoft.com/office/drawing/2014/main" id="{58FC35C3-6BEB-4397-8BC6-B3A39B125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495799"/>
            <a:ext cx="5410200" cy="2209801"/>
          </a:xfrm>
          <a:prstGeom prst="rect">
            <a:avLst/>
          </a:prstGeom>
          <a:solidFill>
            <a:srgbClr val="1C1A1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Aft>
                <a:spcPts val="300"/>
              </a:spcAft>
            </a:pPr>
            <a:r>
              <a:rPr lang="en-GB" sz="2000" dirty="0">
                <a:solidFill>
                  <a:srgbClr val="66D9EF"/>
                </a:solidFill>
                <a:latin typeface="Monaco"/>
              </a:rPr>
              <a:t>let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000" dirty="0">
                <a:solidFill>
                  <a:srgbClr val="A6E22E"/>
                </a:solidFill>
                <a:latin typeface="Monaco"/>
              </a:rPr>
              <a:t>source</a:t>
            </a:r>
            <a:r>
              <a:rPr lang="en-GB" sz="20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0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20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2000" dirty="0" err="1">
                <a:solidFill>
                  <a:srgbClr val="A6E22E"/>
                </a:solidFill>
                <a:latin typeface="Monaco"/>
              </a:rPr>
              <a:t>createOscillator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();</a:t>
            </a:r>
          </a:p>
          <a:p>
            <a:pPr>
              <a:spcAft>
                <a:spcPts val="300"/>
              </a:spcAft>
            </a:pPr>
            <a:r>
              <a:rPr lang="en-GB" sz="2000" dirty="0">
                <a:solidFill>
                  <a:srgbClr val="66D9EF"/>
                </a:solidFill>
                <a:latin typeface="Monaco"/>
              </a:rPr>
              <a:t>let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000" dirty="0">
                <a:solidFill>
                  <a:srgbClr val="A6E22E"/>
                </a:solidFill>
                <a:latin typeface="Monaco"/>
              </a:rPr>
              <a:t>a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0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000" dirty="0">
                <a:solidFill>
                  <a:srgbClr val="66D9EF"/>
                </a:solidFill>
                <a:latin typeface="Monaco"/>
              </a:rPr>
              <a:t>new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000" dirty="0">
                <a:solidFill>
                  <a:srgbClr val="A6E22E"/>
                </a:solidFill>
                <a:latin typeface="Monaco"/>
              </a:rPr>
              <a:t>Float32Array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2000" dirty="0">
                <a:solidFill>
                  <a:srgbClr val="AE81FF"/>
                </a:solidFill>
                <a:latin typeface="Monaco"/>
              </a:rPr>
              <a:t>2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pPr>
              <a:spcAft>
                <a:spcPts val="300"/>
              </a:spcAft>
            </a:pPr>
            <a:r>
              <a:rPr lang="en-GB" sz="2000" dirty="0">
                <a:solidFill>
                  <a:srgbClr val="66D9EF"/>
                </a:solidFill>
                <a:latin typeface="Monaco"/>
              </a:rPr>
              <a:t>let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000" dirty="0">
                <a:solidFill>
                  <a:srgbClr val="A6E22E"/>
                </a:solidFill>
                <a:latin typeface="Monaco"/>
              </a:rPr>
              <a:t>b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0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000" dirty="0">
                <a:solidFill>
                  <a:srgbClr val="66D9EF"/>
                </a:solidFill>
                <a:latin typeface="Monaco"/>
              </a:rPr>
              <a:t>new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000" dirty="0">
                <a:solidFill>
                  <a:srgbClr val="A6E22E"/>
                </a:solidFill>
                <a:latin typeface="Monaco"/>
              </a:rPr>
              <a:t>Float32Array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2000" dirty="0">
                <a:solidFill>
                  <a:srgbClr val="AE81FF"/>
                </a:solidFill>
                <a:latin typeface="Monaco"/>
              </a:rPr>
              <a:t>2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pPr>
              <a:spcAft>
                <a:spcPts val="300"/>
              </a:spcAft>
            </a:pPr>
            <a:r>
              <a:rPr lang="en-GB" sz="2000" dirty="0">
                <a:solidFill>
                  <a:srgbClr val="A6E22E"/>
                </a:solidFill>
                <a:latin typeface="Monaco"/>
              </a:rPr>
              <a:t>b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[</a:t>
            </a:r>
            <a:r>
              <a:rPr lang="en-GB" sz="2000" dirty="0">
                <a:solidFill>
                  <a:srgbClr val="AE81FF"/>
                </a:solidFill>
                <a:latin typeface="Monaco"/>
              </a:rPr>
              <a:t>1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]</a:t>
            </a:r>
            <a:r>
              <a:rPr lang="en-GB" sz="20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2000" dirty="0">
                <a:solidFill>
                  <a:srgbClr val="AE81FF"/>
                </a:solidFill>
                <a:latin typeface="Monaco"/>
              </a:rPr>
              <a:t>1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;</a:t>
            </a:r>
          </a:p>
          <a:p>
            <a:pPr>
              <a:spcAft>
                <a:spcPts val="300"/>
              </a:spcAft>
            </a:pPr>
            <a:r>
              <a:rPr lang="en-GB" sz="2000" dirty="0">
                <a:solidFill>
                  <a:srgbClr val="66D9EF"/>
                </a:solidFill>
                <a:latin typeface="Monaco"/>
              </a:rPr>
              <a:t>let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000" dirty="0" err="1">
                <a:solidFill>
                  <a:srgbClr val="A6E22E"/>
                </a:solidFill>
                <a:latin typeface="Monaco"/>
              </a:rPr>
              <a:t>myWave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0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0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20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2000" dirty="0" err="1">
                <a:solidFill>
                  <a:srgbClr val="A6E22E"/>
                </a:solidFill>
                <a:latin typeface="Monaco"/>
              </a:rPr>
              <a:t>createPeriodicWave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2000" dirty="0" err="1">
                <a:solidFill>
                  <a:srgbClr val="A6E22E"/>
                </a:solidFill>
                <a:latin typeface="Monaco"/>
              </a:rPr>
              <a:t>a</a:t>
            </a:r>
            <a:r>
              <a:rPr lang="en-GB" sz="2000" dirty="0" err="1">
                <a:solidFill>
                  <a:srgbClr val="F8F8F2"/>
                </a:solidFill>
                <a:latin typeface="Monaco"/>
              </a:rPr>
              <a:t>,</a:t>
            </a:r>
            <a:r>
              <a:rPr lang="en-GB" sz="2000" dirty="0" err="1">
                <a:solidFill>
                  <a:srgbClr val="A6E22E"/>
                </a:solidFill>
                <a:latin typeface="Monaco"/>
              </a:rPr>
              <a:t>b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pPr>
              <a:spcAft>
                <a:spcPts val="300"/>
              </a:spcAft>
            </a:pPr>
            <a:r>
              <a:rPr lang="en-GB" sz="2000" dirty="0" err="1">
                <a:solidFill>
                  <a:srgbClr val="A6E22E"/>
                </a:solidFill>
                <a:latin typeface="Monaco"/>
              </a:rPr>
              <a:t>source</a:t>
            </a:r>
            <a:r>
              <a:rPr lang="en-GB" sz="20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2000" dirty="0" err="1">
                <a:solidFill>
                  <a:srgbClr val="A6E22E"/>
                </a:solidFill>
                <a:latin typeface="Monaco"/>
              </a:rPr>
              <a:t>setPeriodicWave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2000" dirty="0" err="1">
                <a:solidFill>
                  <a:srgbClr val="A6E22E"/>
                </a:solidFill>
                <a:latin typeface="Monaco"/>
              </a:rPr>
              <a:t>myWave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597852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549C2-B318-432D-AD46-B38F7CF56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Pulse wave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8D5D7-3746-443F-A7E8-FB8C443E5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6800"/>
            <a:ext cx="7620000" cy="5257800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  <a:spcAft>
                <a:spcPts val="300"/>
              </a:spcAft>
            </a:pPr>
            <a:r>
              <a:rPr lang="en-US" sz="2400" dirty="0">
                <a:effectLst/>
                <a:latin typeface="Calibri (Body)"/>
                <a:ea typeface="Times New Roman" panose="02020603050405020304" pitchFamily="18" charset="0"/>
              </a:rPr>
              <a:t>Square wave is a special case of a </a:t>
            </a:r>
            <a:r>
              <a:rPr lang="en-US" sz="2400" dirty="0">
                <a:solidFill>
                  <a:srgbClr val="0000CC"/>
                </a:solidFill>
                <a:effectLst/>
                <a:latin typeface="Calibri (Body)"/>
                <a:ea typeface="Times New Roman" panose="02020603050405020304" pitchFamily="18" charset="0"/>
              </a:rPr>
              <a:t>pulse wave</a:t>
            </a:r>
            <a:endParaRPr lang="en-US" sz="2400" dirty="0">
              <a:effectLst/>
              <a:latin typeface="Calibri (Body)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300"/>
              </a:spcAft>
            </a:pPr>
            <a:r>
              <a:rPr lang="en-US" sz="2400" dirty="0">
                <a:latin typeface="Calibri (Body)"/>
                <a:ea typeface="Times New Roman" panose="02020603050405020304" pitchFamily="18" charset="0"/>
              </a:rPr>
              <a:t>Pulse wave </a:t>
            </a:r>
            <a:r>
              <a:rPr lang="en-US" sz="2400" dirty="0">
                <a:effectLst/>
                <a:latin typeface="Calibri (Body)"/>
                <a:ea typeface="Times New Roman" panose="02020603050405020304" pitchFamily="18" charset="0"/>
              </a:rPr>
              <a:t>has an additional parameter, </a:t>
            </a:r>
          </a:p>
          <a:p>
            <a:pPr lvl="1" algn="just"/>
            <a:r>
              <a:rPr lang="en-US" sz="2000" dirty="0">
                <a:solidFill>
                  <a:srgbClr val="0000CC"/>
                </a:solidFill>
                <a:effectLst/>
                <a:latin typeface="Calibri (Body)"/>
                <a:ea typeface="Times New Roman" panose="02020603050405020304" pitchFamily="18" charset="0"/>
              </a:rPr>
              <a:t>duty cycle</a:t>
            </a:r>
            <a:r>
              <a:rPr lang="en-US" sz="2000" dirty="0">
                <a:effectLst/>
                <a:latin typeface="Calibri (Body)"/>
                <a:ea typeface="Times New Roman" panose="02020603050405020304" pitchFamily="18" charset="0"/>
              </a:rPr>
              <a:t> = percentage of its period spent at its maximum value</a:t>
            </a:r>
          </a:p>
          <a:p>
            <a:pPr lvl="1" algn="just"/>
            <a:r>
              <a:rPr lang="en-US" sz="2000" dirty="0">
                <a:latin typeface="Calibri (Body)"/>
                <a:ea typeface="Times New Roman" panose="02020603050405020304" pitchFamily="18" charset="0"/>
              </a:rPr>
              <a:t>S</a:t>
            </a:r>
            <a:r>
              <a:rPr lang="en-US" sz="2000" dirty="0">
                <a:effectLst/>
                <a:latin typeface="Calibri (Body)"/>
                <a:ea typeface="Times New Roman" panose="02020603050405020304" pitchFamily="18" charset="0"/>
              </a:rPr>
              <a:t>quare wave has duty cycle of 50%.</a:t>
            </a:r>
            <a:endParaRPr lang="en-GB" sz="2000" dirty="0">
              <a:effectLst/>
              <a:latin typeface="Calibri (Body)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300"/>
              </a:spcAft>
            </a:pPr>
            <a:r>
              <a:rPr lang="en-US" sz="2400" dirty="0">
                <a:effectLst/>
                <a:latin typeface="Calibri (Body)"/>
                <a:ea typeface="Times New Roman" panose="02020603050405020304" pitchFamily="18" charset="0"/>
              </a:rPr>
              <a:t>Consider pulse wave with a few more differences from the square wave</a:t>
            </a:r>
          </a:p>
          <a:p>
            <a:pPr lvl="1" algn="just"/>
            <a:r>
              <a:rPr lang="en-US" sz="2000" dirty="0">
                <a:latin typeface="Calibri (Body)"/>
                <a:ea typeface="Times New Roman" panose="02020603050405020304" pitchFamily="18" charset="0"/>
              </a:rPr>
              <a:t>Flips back and forth between 1 and 0, not +1 and -1</a:t>
            </a:r>
          </a:p>
          <a:p>
            <a:pPr lvl="1" algn="just"/>
            <a:r>
              <a:rPr lang="en-US" sz="2000" dirty="0">
                <a:effectLst/>
                <a:latin typeface="Calibri (Body)"/>
                <a:ea typeface="Times New Roman" panose="02020603050405020304" pitchFamily="18" charset="0"/>
              </a:rPr>
              <a:t>Period </a:t>
            </a:r>
            <a:r>
              <a:rPr lang="en-US" sz="2000" i="1" dirty="0">
                <a:effectLst/>
                <a:latin typeface="Calibri (Body)"/>
                <a:ea typeface="Times New Roman" panose="02020603050405020304" pitchFamily="18" charset="0"/>
              </a:rPr>
              <a:t>T</a:t>
            </a:r>
            <a:r>
              <a:rPr lang="en-US" sz="2000" dirty="0">
                <a:effectLst/>
                <a:latin typeface="Calibri (Body)"/>
                <a:ea typeface="Times New Roman" panose="02020603050405020304" pitchFamily="18" charset="0"/>
              </a:rPr>
              <a:t>, duty cycle </a:t>
            </a:r>
            <a:r>
              <a:rPr lang="en-US" sz="2000" i="1" dirty="0">
                <a:effectLst/>
                <a:latin typeface="Calibri (Body)"/>
                <a:ea typeface="Times New Roman" panose="02020603050405020304" pitchFamily="18" charset="0"/>
              </a:rPr>
              <a:t>D</a:t>
            </a:r>
            <a:r>
              <a:rPr lang="en-US" sz="2000" dirty="0">
                <a:effectLst/>
                <a:latin typeface="Calibri (Body)"/>
                <a:ea typeface="Times New Roman" panose="02020603050405020304" pitchFamily="18" charset="0"/>
              </a:rPr>
              <a:t>/</a:t>
            </a:r>
            <a:r>
              <a:rPr lang="en-US" sz="2000" i="1" dirty="0">
                <a:effectLst/>
                <a:latin typeface="Calibri (Body)"/>
                <a:ea typeface="Times New Roman" panose="02020603050405020304" pitchFamily="18" charset="0"/>
              </a:rPr>
              <a:t>T</a:t>
            </a:r>
          </a:p>
          <a:p>
            <a:pPr lvl="1" algn="just"/>
            <a:r>
              <a:rPr lang="en-US" sz="2000" dirty="0">
                <a:effectLst/>
                <a:latin typeface="Calibri (Body)"/>
                <a:ea typeface="Times New Roman" panose="02020603050405020304" pitchFamily="18" charset="0"/>
              </a:rPr>
              <a:t>At its maximum from time -</a:t>
            </a:r>
            <a:r>
              <a:rPr lang="en-US" sz="2000" i="1" dirty="0">
                <a:effectLst/>
                <a:latin typeface="Calibri (Body)"/>
                <a:ea typeface="Times New Roman" panose="02020603050405020304" pitchFamily="18" charset="0"/>
              </a:rPr>
              <a:t>D</a:t>
            </a:r>
            <a:r>
              <a:rPr lang="en-US" sz="2000" dirty="0">
                <a:effectLst/>
                <a:latin typeface="Calibri (Body)"/>
                <a:ea typeface="Times New Roman" panose="02020603050405020304" pitchFamily="18" charset="0"/>
              </a:rPr>
              <a:t>/2 to +</a:t>
            </a:r>
            <a:r>
              <a:rPr lang="en-US" sz="2000" i="1" dirty="0">
                <a:effectLst/>
                <a:latin typeface="Calibri (Body)"/>
                <a:ea typeface="Times New Roman" panose="02020603050405020304" pitchFamily="18" charset="0"/>
              </a:rPr>
              <a:t>D</a:t>
            </a:r>
            <a:r>
              <a:rPr lang="en-US" sz="2000" dirty="0">
                <a:effectLst/>
                <a:latin typeface="Calibri (Body)"/>
                <a:ea typeface="Times New Roman" panose="02020603050405020304" pitchFamily="18" charset="0"/>
              </a:rPr>
              <a:t>/2. </a:t>
            </a:r>
          </a:p>
          <a:p>
            <a:pPr algn="just">
              <a:spcBef>
                <a:spcPts val="600"/>
              </a:spcBef>
              <a:spcAft>
                <a:spcPts val="300"/>
              </a:spcAft>
            </a:pPr>
            <a:r>
              <a:rPr lang="en-US" sz="2400" dirty="0">
                <a:effectLst/>
                <a:latin typeface="Calibri (Body)"/>
                <a:ea typeface="Times New Roman" panose="02020603050405020304" pitchFamily="18" charset="0"/>
              </a:rPr>
              <a:t>We can write one period as;</a:t>
            </a:r>
            <a:endParaRPr lang="en-GB" sz="2400" dirty="0">
              <a:effectLst/>
              <a:latin typeface="Calibri (Body)"/>
              <a:ea typeface="Times New Roman" panose="02020603050405020304" pitchFamily="18" charset="0"/>
            </a:endParaRPr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1A03FE-389C-45C6-9B6F-1199AB8530D9}"/>
                  </a:ext>
                </a:extLst>
              </p:cNvPr>
              <p:cNvSpPr txBox="1"/>
              <p:nvPr/>
            </p:nvSpPr>
            <p:spPr>
              <a:xfrm>
                <a:off x="-239485" y="5029200"/>
                <a:ext cx="6183086" cy="1340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mtClean="0">
                          <a:latin typeface="Cambria Math" panose="02040503050406030204" pitchFamily="18" charset="0"/>
                        </a:rPr>
                        <m:t>x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&amp;1, 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num>
                                <m:den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&amp;0, 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num>
                                <m:den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eqArr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,  −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1A03FE-389C-45C6-9B6F-1199AB853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9485" y="5029200"/>
                <a:ext cx="6183086" cy="13408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9E7027B-E8F3-4545-848A-6E5C64002B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1716743"/>
              </p:ext>
            </p:extLst>
          </p:nvPr>
        </p:nvGraphicFramePr>
        <p:xfrm>
          <a:off x="6248400" y="3200400"/>
          <a:ext cx="5823044" cy="35412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A76FF6A-C73D-4032-8A55-AACDD5EAF99A}"/>
              </a:ext>
            </a:extLst>
          </p:cNvPr>
          <p:cNvSpPr txBox="1"/>
          <p:nvPr/>
        </p:nvSpPr>
        <p:spPr>
          <a:xfrm>
            <a:off x="7467600" y="3227614"/>
            <a:ext cx="47244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libri (Body)"/>
                <a:ea typeface="Times New Roman" panose="02020603050405020304" pitchFamily="18" charset="0"/>
              </a:rPr>
              <a:t>Pulse wave, 75% duty cycle, 2 Hz frequency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9561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F42BC931-83BA-45C2-AB58-6B7D4BCF6A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4677226"/>
              </p:ext>
            </p:extLst>
          </p:nvPr>
        </p:nvGraphicFramePr>
        <p:xfrm>
          <a:off x="0" y="2845818"/>
          <a:ext cx="4568581" cy="27761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59549C2-B318-432D-AD46-B38F7CF56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810000" cy="1340880"/>
          </a:xfrm>
        </p:spPr>
        <p:txBody>
          <a:bodyPr>
            <a:normAutofit fontScale="90000"/>
          </a:bodyPr>
          <a:lstStyle/>
          <a:p>
            <a:r>
              <a:rPr lang="en-GB" dirty="0"/>
              <a:t>Pulse wave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8D5D7-3746-443F-A7E8-FB8C443E5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6800"/>
            <a:ext cx="3657600" cy="1981200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  <a:spcAft>
                <a:spcPts val="300"/>
              </a:spcAft>
            </a:pPr>
            <a:endParaRPr lang="en-US" sz="2400" dirty="0">
              <a:effectLst/>
              <a:latin typeface="Calibri (Body)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300"/>
              </a:spcAft>
            </a:pPr>
            <a:r>
              <a:rPr lang="en-US" sz="2400" dirty="0">
                <a:latin typeface="Calibri (Body)"/>
                <a:ea typeface="Times New Roman" panose="02020603050405020304" pitchFamily="18" charset="0"/>
              </a:rPr>
              <a:t>Coefficients are known to be</a:t>
            </a:r>
          </a:p>
          <a:p>
            <a:pPr algn="just">
              <a:spcBef>
                <a:spcPts val="600"/>
              </a:spcBef>
              <a:spcAft>
                <a:spcPts val="300"/>
              </a:spcAft>
            </a:pPr>
            <a:endParaRPr lang="en-US" sz="2400" dirty="0">
              <a:latin typeface="Calibri (Body)"/>
              <a:ea typeface="Times New Roman" panose="02020603050405020304" pitchFamily="18" charset="0"/>
            </a:endParaRPr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B7B21F-1EF9-4369-AC99-042F3EA9D046}"/>
                  </a:ext>
                </a:extLst>
              </p:cNvPr>
              <p:cNvSpPr txBox="1"/>
              <p:nvPr/>
            </p:nvSpPr>
            <p:spPr>
              <a:xfrm>
                <a:off x="-458081" y="2221764"/>
                <a:ext cx="4997354" cy="629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nor/>
                        </m:rPr>
                        <a:rPr lang="en-US" i="1" dirty="0">
                          <a:latin typeface="Calibri (Body)"/>
                          <a:ea typeface="Times New Roman" panose="020206030504050203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dirty="0">
                          <a:latin typeface="Calibri (Body)"/>
                          <a:ea typeface="Times New Roman" panose="02020603050405020304" pitchFamily="18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en-US" i="1" dirty="0">
                          <a:latin typeface="Calibri (Body)"/>
                          <a:ea typeface="Times New Roman" panose="02020603050405020304" pitchFamily="18" charset="0"/>
                        </a:rPr>
                        <m:t>T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GB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f>
                                <m:fPr>
                                  <m:type m:val="lin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B7B21F-1EF9-4369-AC99-042F3EA9D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58081" y="2221764"/>
                <a:ext cx="4997354" cy="6299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1">
            <a:extLst>
              <a:ext uri="{FF2B5EF4-FFF2-40B4-BE49-F238E27FC236}">
                <a16:creationId xmlns:a16="http://schemas.microsoft.com/office/drawing/2014/main" id="{38FF203E-D234-4587-81F5-5E581023B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25417"/>
            <a:ext cx="8153400" cy="6407166"/>
          </a:xfrm>
          <a:prstGeom prst="rect">
            <a:avLst/>
          </a:prstGeom>
          <a:solidFill>
            <a:srgbClr val="1C1A1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&lt;button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onclick=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</a:t>
            </a:r>
            <a:r>
              <a:rPr lang="en-GB" sz="1800" dirty="0" err="1">
                <a:solidFill>
                  <a:srgbClr val="E6DB74"/>
                </a:solidFill>
                <a:latin typeface="Monaco"/>
              </a:rPr>
              <a:t>context.resume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()"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&gt;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Start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&lt;/button&gt;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&lt;p&gt;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Frequency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&lt;/p&gt;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&lt;input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type=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"range"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min=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1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max=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1000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value=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10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id=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"Frequency"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&lt;p&gt;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Duty Cycle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&lt;/p&gt;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&lt;input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type=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"range"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max=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1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step=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'any'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value=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0.5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id=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</a:t>
            </a:r>
            <a:r>
              <a:rPr lang="en-GB" sz="1800" dirty="0" err="1">
                <a:solidFill>
                  <a:srgbClr val="E6DB74"/>
                </a:solidFill>
                <a:latin typeface="Monaco"/>
              </a:rPr>
              <a:t>DutyCycle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&lt;script&gt;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let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new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AudioContext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let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source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new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OscillatorNode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,{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frequency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: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10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});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maxCoef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sampleRate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/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2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*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source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frequency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value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a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new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Float32Array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sampleRate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/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2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b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new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Float32Array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sampleRate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/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2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real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[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]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,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imag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[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]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for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1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;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&lt;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maxCoef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;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i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++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a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[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]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2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*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Math.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sin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*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Math.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PI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*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DutyCycle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value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/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*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Math.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PI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source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setPeriodicWave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createPeriodicWave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a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,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b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source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connect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destination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source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start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Frequency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oninput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function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 {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source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frequency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value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66D9EF"/>
                </a:solidFill>
                <a:latin typeface="Monaco"/>
              </a:rPr>
              <a:t>this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value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}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DutyCycle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oninput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function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 {</a:t>
            </a:r>
          </a:p>
          <a:p>
            <a:r>
              <a:rPr lang="en-GB" dirty="0">
                <a:solidFill>
                  <a:srgbClr val="F8F8F2"/>
                </a:solidFill>
                <a:latin typeface="Monaco"/>
              </a:rPr>
              <a:t>  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maxCoef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sampleRate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/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2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*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source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frequency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value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 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for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1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;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&lt;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maxCoef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;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i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++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real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[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]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2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*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Math.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sin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*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Math.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PI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*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DutyCycle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value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/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*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Math.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PI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dirty="0">
                <a:solidFill>
                  <a:srgbClr val="F8F8F2"/>
                </a:solidFill>
                <a:latin typeface="Monaco"/>
              </a:rPr>
              <a:t>   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source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setPeriodicWave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createPeriodicWave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real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,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imag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}</a:t>
            </a: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&lt;/script&gt;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83C0D6-64D3-447B-9425-91849542331E}"/>
              </a:ext>
            </a:extLst>
          </p:cNvPr>
          <p:cNvSpPr txBox="1"/>
          <p:nvPr/>
        </p:nvSpPr>
        <p:spPr>
          <a:xfrm>
            <a:off x="287216" y="6172200"/>
            <a:ext cx="674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300"/>
              </a:spcAft>
            </a:pPr>
            <a:r>
              <a:rPr lang="en-US" dirty="0">
                <a:latin typeface="Calibri (Body)"/>
                <a:ea typeface="Times New Roman" panose="02020603050405020304" pitchFamily="18" charset="0"/>
              </a:rPr>
              <a:t>Why is there an offset?</a:t>
            </a:r>
            <a:endParaRPr lang="en-US" sz="1800" dirty="0">
              <a:latin typeface="Calibri (Body)"/>
              <a:ea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182383A-45DA-40DD-84E5-7902C2028F08}"/>
              </a:ext>
            </a:extLst>
          </p:cNvPr>
          <p:cNvGrpSpPr/>
          <p:nvPr/>
        </p:nvGrpSpPr>
        <p:grpSpPr>
          <a:xfrm>
            <a:off x="5410200" y="4355068"/>
            <a:ext cx="6383351" cy="750332"/>
            <a:chOff x="5410200" y="4355068"/>
            <a:chExt cx="6383351" cy="750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26CE7F-78C6-42E8-BA24-0F69EA8716A1}"/>
                </a:ext>
              </a:extLst>
            </p:cNvPr>
            <p:cNvSpPr txBox="1"/>
            <p:nvPr/>
          </p:nvSpPr>
          <p:spPr>
            <a:xfrm>
              <a:off x="5410200" y="4355068"/>
              <a:ext cx="638335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800" dirty="0">
                  <a:latin typeface="Monaco"/>
                </a:rPr>
                <a:t>Recalculate the coefficients, up to Nyquist, for this new Duty Cycle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24B8F36-DB2C-4298-BFB5-C4CF0161FF94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 flipH="1">
              <a:off x="7467600" y="4724400"/>
              <a:ext cx="1134276" cy="3810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5A4365-2B0A-4728-96C8-358A9EDA44C5}"/>
              </a:ext>
            </a:extLst>
          </p:cNvPr>
          <p:cNvGrpSpPr/>
          <p:nvPr/>
        </p:nvGrpSpPr>
        <p:grpSpPr>
          <a:xfrm>
            <a:off x="4568581" y="1995186"/>
            <a:ext cx="3913379" cy="1689625"/>
            <a:chOff x="5410200" y="3581400"/>
            <a:chExt cx="3913379" cy="168962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6222B97-F848-4726-B5CD-C35DAC1B5603}"/>
                </a:ext>
              </a:extLst>
            </p:cNvPr>
            <p:cNvSpPr txBox="1"/>
            <p:nvPr/>
          </p:nvSpPr>
          <p:spPr>
            <a:xfrm>
              <a:off x="5410200" y="3581400"/>
              <a:ext cx="391337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800" dirty="0">
                  <a:latin typeface="Monaco"/>
                </a:rPr>
                <a:t>Set the coefficients of the Fourier series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7326035-16DD-4493-A2C2-4B484A94C977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>
              <a:off x="7366890" y="3950732"/>
              <a:ext cx="448984" cy="1320293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0D5574F-8824-4DB2-B40F-0FAC49E35345}"/>
              </a:ext>
            </a:extLst>
          </p:cNvPr>
          <p:cNvGrpSpPr/>
          <p:nvPr/>
        </p:nvGrpSpPr>
        <p:grpSpPr>
          <a:xfrm>
            <a:off x="5663310" y="2668212"/>
            <a:ext cx="4471290" cy="1212451"/>
            <a:chOff x="5410200" y="3581400"/>
            <a:chExt cx="4368632" cy="168962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F1293D-921E-4B06-A20F-C05C0DE62A49}"/>
                </a:ext>
              </a:extLst>
            </p:cNvPr>
            <p:cNvSpPr txBox="1"/>
            <p:nvPr/>
          </p:nvSpPr>
          <p:spPr>
            <a:xfrm>
              <a:off x="5410200" y="3581400"/>
              <a:ext cx="436863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800" dirty="0">
                  <a:latin typeface="Monaco"/>
                </a:rPr>
                <a:t>Create and set the periodic wave on one line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AA1A7FC-95AC-4892-8599-642DADE71A95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>
              <a:off x="7594516" y="4107620"/>
              <a:ext cx="221358" cy="1163405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5881F3B-A9A9-4DB9-82D9-810BBDB34D7F}"/>
              </a:ext>
            </a:extLst>
          </p:cNvPr>
          <p:cNvGrpSpPr/>
          <p:nvPr/>
        </p:nvGrpSpPr>
        <p:grpSpPr>
          <a:xfrm>
            <a:off x="6697619" y="991659"/>
            <a:ext cx="4660250" cy="1581784"/>
            <a:chOff x="5410200" y="3581400"/>
            <a:chExt cx="4660250" cy="158178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5E0E088-5D1A-4754-B52E-90378A4ED190}"/>
                </a:ext>
              </a:extLst>
            </p:cNvPr>
            <p:cNvSpPr txBox="1"/>
            <p:nvPr/>
          </p:nvSpPr>
          <p:spPr>
            <a:xfrm>
              <a:off x="5410200" y="3581400"/>
              <a:ext cx="466025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800" dirty="0">
                  <a:latin typeface="Monaco"/>
                </a:rPr>
                <a:t>Only keep terms in Fourier series below Nyquist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A62E18B-A160-433C-8EC1-7D2CB72FFBA4}"/>
                </a:ext>
              </a:extLst>
            </p:cNvPr>
            <p:cNvCxnSpPr>
              <a:cxnSpLocks/>
              <a:stCxn id="21" idx="2"/>
            </p:cNvCxnSpPr>
            <p:nvPr/>
          </p:nvCxnSpPr>
          <p:spPr>
            <a:xfrm flipH="1">
              <a:off x="6085747" y="3950732"/>
              <a:ext cx="1654578" cy="1212452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460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1241</Words>
  <Application>Microsoft Office PowerPoint</Application>
  <PresentationFormat>Widescreen</PresentationFormat>
  <Paragraphs>166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Arial</vt:lpstr>
      <vt:lpstr>Calibri</vt:lpstr>
      <vt:lpstr>Calibri (Body)</vt:lpstr>
      <vt:lpstr>Cambria</vt:lpstr>
      <vt:lpstr>Cambria Math</vt:lpstr>
      <vt:lpstr>Consolas</vt:lpstr>
      <vt:lpstr>inherit</vt:lpstr>
      <vt:lpstr>MathJax_Main</vt:lpstr>
      <vt:lpstr>MathJax_Math-italic</vt:lpstr>
      <vt:lpstr>Monaco</vt:lpstr>
      <vt:lpstr>Symbol</vt:lpstr>
      <vt:lpstr>Times New Roman</vt:lpstr>
      <vt:lpstr>Office Theme</vt:lpstr>
      <vt:lpstr>Oscillators and the Web Audio API</vt:lpstr>
      <vt:lpstr>Oscillators</vt:lpstr>
      <vt:lpstr>Sine wave</vt:lpstr>
      <vt:lpstr>Square wave</vt:lpstr>
      <vt:lpstr>Triangle wave</vt:lpstr>
      <vt:lpstr>Sawtooth wave</vt:lpstr>
      <vt:lpstr>The Oscillator Node</vt:lpstr>
      <vt:lpstr>How do you create your own custom oscillator type?</vt:lpstr>
      <vt:lpstr>Fourier series</vt:lpstr>
      <vt:lpstr>Example: Sine wave</vt:lpstr>
      <vt:lpstr>Example: Square wave</vt:lpstr>
      <vt:lpstr>Example: Triangle wave</vt:lpstr>
      <vt:lpstr>Example: Sawtooth wave</vt:lpstr>
      <vt:lpstr>How many terms do you need in the Fourier Series?</vt:lpstr>
      <vt:lpstr>Aliasing</vt:lpstr>
      <vt:lpstr>How many terms do you need in the Fourier Series?</vt:lpstr>
      <vt:lpstr>PeriodicWave</vt:lpstr>
      <vt:lpstr>Pulse wave example</vt:lpstr>
      <vt:lpstr>Pulse wave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Sound design for game developers</dc:title>
  <dc:creator>Josh Reiss</dc:creator>
  <cp:lastModifiedBy>Joshua Reiss</cp:lastModifiedBy>
  <cp:revision>196</cp:revision>
  <cp:lastPrinted>2019-01-09T08:48:09Z</cp:lastPrinted>
  <dcterms:created xsi:type="dcterms:W3CDTF">2006-08-16T00:00:00Z</dcterms:created>
  <dcterms:modified xsi:type="dcterms:W3CDTF">2022-01-26T08:10:47Z</dcterms:modified>
</cp:coreProperties>
</file>