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91" r:id="rId3"/>
    <p:sldId id="288" r:id="rId4"/>
    <p:sldId id="293" r:id="rId5"/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3321F-92F3-494A-B19F-839F3BD89956}" v="30" dt="2021-02-24T12:26:51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273" autoAdjust="0"/>
  </p:normalViewPr>
  <p:slideViewPr>
    <p:cSldViewPr snapToGrid="0" showGuides="1">
      <p:cViewPr varScale="1">
        <p:scale>
          <a:sx n="81" d="100"/>
          <a:sy n="81" d="100"/>
        </p:scale>
        <p:origin x="306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F6FEBA4C-8B17-48B5-AB5B-E643CA22193C}"/>
    <pc:docChg chg="delSld">
      <pc:chgData name="Josh Reiss" userId="a90d6cd88c30b6c6" providerId="LiveId" clId="{F6FEBA4C-8B17-48B5-AB5B-E643CA22193C}" dt="2021-02-24T13:14:42.702" v="0" actId="47"/>
      <pc:docMkLst>
        <pc:docMk/>
      </pc:docMkLst>
      <pc:sldChg chg="del">
        <pc:chgData name="Josh Reiss" userId="a90d6cd88c30b6c6" providerId="LiveId" clId="{F6FEBA4C-8B17-48B5-AB5B-E643CA22193C}" dt="2021-02-24T13:14:42.702" v="0" actId="47"/>
        <pc:sldMkLst>
          <pc:docMk/>
          <pc:sldMk cId="2929836946" sldId="287"/>
        </pc:sldMkLst>
      </pc:sldChg>
    </pc:docChg>
  </pc:docChgLst>
  <pc:docChgLst>
    <pc:chgData name="Josh Reiss" userId="a90d6cd88c30b6c6" providerId="LiveId" clId="{25FB55F3-BE07-459B-B3ED-1C0ADFF0B566}"/>
    <pc:docChg chg="undo redo custSel addSld delSld modSld sldOrd">
      <pc:chgData name="Josh Reiss" userId="a90d6cd88c30b6c6" providerId="LiveId" clId="{25FB55F3-BE07-459B-B3ED-1C0ADFF0B566}" dt="2020-07-21T10:21:17.538" v="1603"/>
      <pc:docMkLst>
        <pc:docMk/>
      </pc:docMkLst>
      <pc:sldChg chg="addSp delSp modSp mod">
        <pc:chgData name="Josh Reiss" userId="a90d6cd88c30b6c6" providerId="LiveId" clId="{25FB55F3-BE07-459B-B3ED-1C0ADFF0B566}" dt="2020-07-14T15:38:26.143" v="708" actId="1035"/>
        <pc:sldMkLst>
          <pc:docMk/>
          <pc:sldMk cId="0" sldId="265"/>
        </pc:sldMkLst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" creationId="{30914E5E-CCC3-449C-A967-3D8F775020FC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3" creationId="{715BA243-CD44-4E4D-A7FD-4253BBC0EDF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4" creationId="{C834D527-FB75-491C-931F-429C8E3FA6BD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5" creationId="{F8D7588A-4036-4DF2-B70E-738A46C38A4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6" creationId="{C98BC7F4-53A2-42E6-BA1D-2A1A6E1F996A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7" creationId="{1451AA5B-3BDF-4E22-A4E4-E470DAFE40CA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8" creationId="{95E01B8B-EF95-46C2-862A-D624B1D616C3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9" creationId="{EE07E869-81B9-440A-9070-9286CCBB694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0" creationId="{BB04AB1D-953D-48F2-B863-F3FBE7DB3E0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1" creationId="{B3855309-3D72-43D2-9A49-64246ED85B91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2" creationId="{26CA953B-71DD-4596-A3C9-D75C28B1BD0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3" creationId="{87CC2257-336B-443E-99D6-5D1D4F5C2578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14" creationId="{59BB8805-71B3-42E2-BB9F-B2B74C993AB7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5" creationId="{ED991ED0-1733-494A-AB86-43335937E019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6" creationId="{0E61EADC-6F56-48BE-94F5-171146CB84F8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7" creationId="{484CF237-4B11-45C7-9DDB-22C5C5FBDED6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8" creationId="{6A41E20D-335C-4EF9-A5ED-6C4A347C5DD8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19" creationId="{97C4356F-92F4-4029-82F5-6320F0318AB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0" creationId="{E7BF82FB-25F3-4F9C-9F7E-DDB99F0BF9F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1" creationId="{1360542A-D075-43F8-9461-25E91AC6F89E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2" creationId="{CB74AC4B-EFD9-43C4-9844-82C641B824FF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3" creationId="{39FA7264-9D0A-400C-B21D-80935FA28E54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4" creationId="{5FB66CD7-5252-47A6-9EEA-F8FC25EE7EB4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5" creationId="{CB279C5F-9427-4686-AE05-910534821282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6" creationId="{D226363D-10BB-46E9-A6CA-A3ABF5A76189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7" creationId="{1145F48A-F095-49E1-B734-58ABAA49EC79}"/>
          </ac:spMkLst>
        </pc:spChg>
        <pc:spChg chg="mod">
          <ac:chgData name="Josh Reiss" userId="a90d6cd88c30b6c6" providerId="LiveId" clId="{25FB55F3-BE07-459B-B3ED-1C0ADFF0B566}" dt="2020-07-14T09:09:41.513" v="159" actId="1036"/>
          <ac:spMkLst>
            <pc:docMk/>
            <pc:sldMk cId="0" sldId="265"/>
            <ac:spMk id="28" creationId="{877271DF-ACDA-4A5B-A4E2-83418BC0BD53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29" creationId="{4D2ADA92-2EB6-4DD0-BA2E-0548476533F0}"/>
          </ac:spMkLst>
        </pc:spChg>
        <pc:spChg chg="del mod">
          <ac:chgData name="Josh Reiss" userId="a90d6cd88c30b6c6" providerId="LiveId" clId="{25FB55F3-BE07-459B-B3ED-1C0ADFF0B566}" dt="2020-07-14T09:09:31.889" v="124" actId="478"/>
          <ac:spMkLst>
            <pc:docMk/>
            <pc:sldMk cId="0" sldId="265"/>
            <ac:spMk id="31" creationId="{D146CC9A-B57F-4FA3-834D-5EF932EF78A5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2" creationId="{D1AE325B-527E-49F4-AB37-129D609AE1BB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3" creationId="{6305D698-3070-48E5-8AA7-50C68D493CDA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4" creationId="{ED4ACBE3-DFC1-4796-BBDD-B5F906A78F4C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5" creationId="{870DF648-5051-4DA5-AF43-2035A2621C22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6" creationId="{00E39128-C871-4C64-93F0-1923A37E31C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7" creationId="{B0A4FA9F-9812-4FB8-82D2-A37B00AC359D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8" creationId="{B7BF21AF-0A51-4DD1-BFEA-E423B6B68C74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09" creationId="{8197C618-4A92-426C-9EFF-2C75368B4949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0" creationId="{71279A23-F732-4F87-93D2-5A6E4C930587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1" creationId="{A8E0E61F-FAF4-425C-AE23-9FEC94372539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2" creationId="{FFDF36BA-0D1D-4EA8-BC39-06CA4407FCEA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113" creationId="{26B16A0A-44BC-4878-9371-8F571A850956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114" creationId="{EAA918F7-7915-4CCD-A7AC-521848653504}"/>
          </ac:spMkLst>
        </pc:spChg>
        <pc:spChg chg="mod">
          <ac:chgData name="Josh Reiss" userId="a90d6cd88c30b6c6" providerId="LiveId" clId="{25FB55F3-BE07-459B-B3ED-1C0ADFF0B566}" dt="2020-07-14T09:10:36.202" v="193" actId="14100"/>
          <ac:spMkLst>
            <pc:docMk/>
            <pc:sldMk cId="0" sldId="265"/>
            <ac:spMk id="23611" creationId="{00000000-0000-0000-0000-000000000000}"/>
          </ac:spMkLst>
        </pc:spChg>
        <pc:spChg chg="add mod">
          <ac:chgData name="Josh Reiss" userId="a90d6cd88c30b6c6" providerId="LiveId" clId="{25FB55F3-BE07-459B-B3ED-1C0ADFF0B566}" dt="2020-07-14T15:38:26.143" v="708" actId="1035"/>
          <ac:spMkLst>
            <pc:docMk/>
            <pc:sldMk cId="0" sldId="265"/>
            <ac:spMk id="28672" creationId="{1C002F06-C460-46A3-BFB7-562D32E9FB9E}"/>
          </ac:spMkLst>
        </pc:spChg>
        <pc:spChg chg="mod">
          <ac:chgData name="Josh Reiss" userId="a90d6cd88c30b6c6" providerId="LiveId" clId="{25FB55F3-BE07-459B-B3ED-1C0ADFF0B566}" dt="2020-07-14T09:11:17.531" v="198" actId="114"/>
          <ac:spMkLst>
            <pc:docMk/>
            <pc:sldMk cId="0" sldId="265"/>
            <ac:spMk id="28674" creationId="{00000000-0000-0000-0000-000000000000}"/>
          </ac:spMkLst>
        </pc:spChg>
        <pc:spChg chg="mod">
          <ac:chgData name="Josh Reiss" userId="a90d6cd88c30b6c6" providerId="LiveId" clId="{25FB55F3-BE07-459B-B3ED-1C0ADFF0B566}" dt="2020-07-14T09:08:50.507" v="73" actId="20577"/>
          <ac:spMkLst>
            <pc:docMk/>
            <pc:sldMk cId="0" sldId="265"/>
            <ac:spMk id="28675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6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7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8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79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0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1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2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3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4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5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6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687" creationId="{00000000-0000-0000-0000-000000000000}"/>
          </ac:spMkLst>
        </pc:spChg>
        <pc:spChg chg="add del">
          <ac:chgData name="Josh Reiss" userId="a90d6cd88c30b6c6" providerId="LiveId" clId="{25FB55F3-BE07-459B-B3ED-1C0ADFF0B566}" dt="2020-07-14T09:01:54.553" v="1" actId="478"/>
          <ac:spMkLst>
            <pc:docMk/>
            <pc:sldMk cId="0" sldId="265"/>
            <ac:spMk id="28688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728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0:23.813" v="191" actId="1035"/>
          <ac:spMkLst>
            <pc:docMk/>
            <pc:sldMk cId="0" sldId="265"/>
            <ac:spMk id="28730" creationId="{00000000-0000-0000-0000-000000000000}"/>
          </ac:spMkLst>
        </pc:spChg>
      </pc:sldChg>
      <pc:sldChg chg="addSp delSp modSp mod modNotesTx">
        <pc:chgData name="Josh Reiss" userId="a90d6cd88c30b6c6" providerId="LiveId" clId="{25FB55F3-BE07-459B-B3ED-1C0ADFF0B566}" dt="2020-07-14T15:57:49.043" v="1302" actId="20577"/>
        <pc:sldMkLst>
          <pc:docMk/>
          <pc:sldMk cId="0" sldId="266"/>
        </pc:sldMkLst>
        <pc:spChg chg="add mod">
          <ac:chgData name="Josh Reiss" userId="a90d6cd88c30b6c6" providerId="LiveId" clId="{25FB55F3-BE07-459B-B3ED-1C0ADFF0B566}" dt="2020-07-14T15:50:04.360" v="1141" actId="20577"/>
          <ac:spMkLst>
            <pc:docMk/>
            <pc:sldMk cId="0" sldId="266"/>
            <ac:spMk id="2" creationId="{AA8A00CE-D82C-4174-85DF-0B02743F0B71}"/>
          </ac:spMkLst>
        </pc:spChg>
        <pc:spChg chg="add 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3" creationId="{8AE7B410-F6C8-42D2-8668-F90936955DE9}"/>
          </ac:spMkLst>
        </pc:spChg>
        <pc:spChg chg="add 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4" creationId="{39C6C53A-B23F-44B9-BAD4-3D92176B1CC4}"/>
          </ac:spMkLst>
        </pc:spChg>
        <pc:spChg chg="add 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5" creationId="{414CABEF-3433-412E-B26D-32EF9C605B89}"/>
          </ac:spMkLst>
        </pc:spChg>
        <pc:spChg chg="add del mod">
          <ac:chgData name="Josh Reiss" userId="a90d6cd88c30b6c6" providerId="LiveId" clId="{25FB55F3-BE07-459B-B3ED-1C0ADFF0B566}" dt="2020-07-14T15:43:55.638" v="921" actId="478"/>
          <ac:spMkLst>
            <pc:docMk/>
            <pc:sldMk cId="0" sldId="266"/>
            <ac:spMk id="7" creationId="{DB54357F-B237-4B84-802D-571F71DDDBF0}"/>
          </ac:spMkLst>
        </pc:spChg>
        <pc:spChg chg="mod">
          <ac:chgData name="Josh Reiss" userId="a90d6cd88c30b6c6" providerId="LiveId" clId="{25FB55F3-BE07-459B-B3ED-1C0ADFF0B566}" dt="2020-07-14T15:43:40.081" v="919" actId="20577"/>
          <ac:spMkLst>
            <pc:docMk/>
            <pc:sldMk cId="0" sldId="266"/>
            <ac:spMk id="29698" creationId="{00000000-0000-0000-0000-000000000000}"/>
          </ac:spMkLst>
        </pc:spChg>
        <pc:spChg chg="del mod">
          <ac:chgData name="Josh Reiss" userId="a90d6cd88c30b6c6" providerId="LiveId" clId="{25FB55F3-BE07-459B-B3ED-1C0ADFF0B566}" dt="2020-07-14T15:43:44.729" v="920" actId="478"/>
          <ac:spMkLst>
            <pc:docMk/>
            <pc:sldMk cId="0" sldId="266"/>
            <ac:spMk id="2969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0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1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2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3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4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5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5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6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7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8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69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0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5:38.534" v="1099" actId="1076"/>
          <ac:spMkLst>
            <pc:docMk/>
            <pc:sldMk cId="0" sldId="266"/>
            <ac:spMk id="29772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3" creationId="{00000000-0000-0000-0000-000000000000}"/>
          </ac:spMkLst>
        </pc:spChg>
        <pc:spChg chg="mod">
          <ac:chgData name="Josh Reiss" userId="a90d6cd88c30b6c6" providerId="LiveId" clId="{25FB55F3-BE07-459B-B3ED-1C0ADFF0B566}" dt="2020-07-14T15:44:13.686" v="1009" actId="1037"/>
          <ac:spMkLst>
            <pc:docMk/>
            <pc:sldMk cId="0" sldId="266"/>
            <ac:spMk id="29774" creationId="{00000000-0000-0000-0000-000000000000}"/>
          </ac:spMkLst>
        </pc:spChg>
      </pc:sldChg>
      <pc:sldChg chg="del">
        <pc:chgData name="Josh Reiss" userId="a90d6cd88c30b6c6" providerId="LiveId" clId="{25FB55F3-BE07-459B-B3ED-1C0ADFF0B566}" dt="2020-07-15T05:27:32.611" v="1303" actId="47"/>
        <pc:sldMkLst>
          <pc:docMk/>
          <pc:sldMk cId="0" sldId="269"/>
        </pc:sldMkLst>
      </pc:sldChg>
      <pc:sldChg chg="modSp mod">
        <pc:chgData name="Josh Reiss" userId="a90d6cd88c30b6c6" providerId="LiveId" clId="{25FB55F3-BE07-459B-B3ED-1C0ADFF0B566}" dt="2020-07-15T05:28:42.005" v="1305" actId="14100"/>
        <pc:sldMkLst>
          <pc:docMk/>
          <pc:sldMk cId="0" sldId="286"/>
        </pc:sldMkLst>
        <pc:spChg chg="mod">
          <ac:chgData name="Josh Reiss" userId="a90d6cd88c30b6c6" providerId="LiveId" clId="{25FB55F3-BE07-459B-B3ED-1C0ADFF0B566}" dt="2020-07-15T05:28:42.005" v="1305" actId="14100"/>
          <ac:spMkLst>
            <pc:docMk/>
            <pc:sldMk cId="0" sldId="286"/>
            <ac:spMk id="46082" creationId="{00000000-0000-0000-0000-000000000000}"/>
          </ac:spMkLst>
        </pc:spChg>
      </pc:sldChg>
      <pc:sldChg chg="addSp delSp modSp add mod ord delAnim">
        <pc:chgData name="Josh Reiss" userId="a90d6cd88c30b6c6" providerId="LiveId" clId="{25FB55F3-BE07-459B-B3ED-1C0ADFF0B566}" dt="2020-07-14T15:26:51.387" v="653" actId="20577"/>
        <pc:sldMkLst>
          <pc:docMk/>
          <pc:sldMk cId="2929836946" sldId="287"/>
        </pc:sldMkLst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" creationId="{30914E5E-CCC3-449C-A967-3D8F775020FC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3" creationId="{715BA243-CD44-4E4D-A7FD-4253BBC0EDF7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4" creationId="{C834D527-FB75-491C-931F-429C8E3FA6BD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5" creationId="{F8D7588A-4036-4DF2-B70E-738A46C38A47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6" creationId="{C98BC7F4-53A2-42E6-BA1D-2A1A6E1F996A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7" creationId="{1451AA5B-3BDF-4E22-A4E4-E470DAFE40CA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8" creationId="{95E01B8B-EF95-46C2-862A-D624B1D616C3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9" creationId="{EE07E869-81B9-440A-9070-9286CCBB694F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0" creationId="{BB04AB1D-953D-48F2-B863-F3FBE7DB3E07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" creationId="{B3855309-3D72-43D2-9A49-64246ED85B91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2" creationId="{26CA953B-71DD-4596-A3C9-D75C28B1BD07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3" creationId="{87CC2257-336B-443E-99D6-5D1D4F5C2578}"/>
          </ac:spMkLst>
        </pc:spChg>
        <pc:spChg chg="add del mod">
          <ac:chgData name="Josh Reiss" userId="a90d6cd88c30b6c6" providerId="LiveId" clId="{25FB55F3-BE07-459B-B3ED-1C0ADFF0B566}" dt="2020-07-14T15:15:12.331" v="277"/>
          <ac:spMkLst>
            <pc:docMk/>
            <pc:sldMk cId="2929836946" sldId="287"/>
            <ac:spMk id="14" creationId="{A8C0C19A-E97A-44F9-B0E6-2837923DDE21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5" creationId="{ED991ED0-1733-494A-AB86-43335937E019}"/>
          </ac:spMkLst>
        </pc:spChg>
        <pc:spChg chg="del">
          <ac:chgData name="Josh Reiss" userId="a90d6cd88c30b6c6" providerId="LiveId" clId="{25FB55F3-BE07-459B-B3ED-1C0ADFF0B566}" dt="2020-07-14T15:23:48.377" v="417" actId="478"/>
          <ac:spMkLst>
            <pc:docMk/>
            <pc:sldMk cId="2929836946" sldId="287"/>
            <ac:spMk id="16" creationId="{0E61EADC-6F56-48BE-94F5-171146CB84F8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7" creationId="{484CF237-4B11-45C7-9DDB-22C5C5FBDED6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8" creationId="{6A41E20D-335C-4EF9-A5ED-6C4A347C5DD8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9" creationId="{97C4356F-92F4-4029-82F5-6320F0318ABF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0" creationId="{E7BF82FB-25F3-4F9C-9F7E-DDB99F0BF9FF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1" creationId="{1360542A-D075-43F8-9461-25E91AC6F89E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2" creationId="{CB74AC4B-EFD9-43C4-9844-82C641B824FF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3" creationId="{39FA7264-9D0A-400C-B21D-80935FA28E54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4" creationId="{5FB66CD7-5252-47A6-9EEA-F8FC25EE7EB4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5" creationId="{CB279C5F-9427-4686-AE05-910534821282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6" creationId="{D226363D-10BB-46E9-A6CA-A3ABF5A7618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7" creationId="{1145F48A-F095-49E1-B734-58ABAA49EC7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" creationId="{877271DF-ACDA-4A5B-A4E2-83418BC0BD53}"/>
          </ac:spMkLst>
        </pc:spChg>
        <pc:spChg chg="del">
          <ac:chgData name="Josh Reiss" userId="a90d6cd88c30b6c6" providerId="LiveId" clId="{25FB55F3-BE07-459B-B3ED-1C0ADFF0B566}" dt="2020-07-14T15:26:33.379" v="637" actId="478"/>
          <ac:spMkLst>
            <pc:docMk/>
            <pc:sldMk cId="2929836946" sldId="287"/>
            <ac:spMk id="31" creationId="{D146CC9A-B57F-4FA3-834D-5EF932EF78A5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2" creationId="{D1AE325B-527E-49F4-AB37-129D609AE1BB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3" creationId="{6305D698-3070-48E5-8AA7-50C68D493CDA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4" creationId="{ED4ACBE3-DFC1-4796-BBDD-B5F906A78F4C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5" creationId="{870DF648-5051-4DA5-AF43-2035A2621C22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6" creationId="{00E39128-C871-4C64-93F0-1923A37E31C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7" creationId="{B0A4FA9F-9812-4FB8-82D2-A37B00AC359D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108" creationId="{B7BF21AF-0A51-4DD1-BFEA-E423B6B68C74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09" creationId="{8197C618-4A92-426C-9EFF-2C75368B494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0" creationId="{71279A23-F732-4F87-93D2-5A6E4C930587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1" creationId="{A8E0E61F-FAF4-425C-AE23-9FEC94372539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2" creationId="{FFDF36BA-0D1D-4EA8-BC39-06CA4407FCEA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113" creationId="{26B16A0A-44BC-4878-9371-8F571A850956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3611" creationId="{00000000-0000-0000-0000-000000000000}"/>
          </ac:spMkLst>
        </pc:spChg>
        <pc:spChg chg="mod">
          <ac:chgData name="Josh Reiss" userId="a90d6cd88c30b6c6" providerId="LiveId" clId="{25FB55F3-BE07-459B-B3ED-1C0ADFF0B566}" dt="2020-07-14T15:26:51.387" v="653" actId="20577"/>
          <ac:spMkLst>
            <pc:docMk/>
            <pc:sldMk cId="2929836946" sldId="287"/>
            <ac:spMk id="28674" creationId="{00000000-0000-0000-0000-000000000000}"/>
          </ac:spMkLst>
        </pc:spChg>
        <pc:spChg chg="mod">
          <ac:chgData name="Josh Reiss" userId="a90d6cd88c30b6c6" providerId="LiveId" clId="{25FB55F3-BE07-459B-B3ED-1C0ADFF0B566}" dt="2020-07-14T09:12:52.154" v="262" actId="6549"/>
          <ac:spMkLst>
            <pc:docMk/>
            <pc:sldMk cId="2929836946" sldId="287"/>
            <ac:spMk id="28675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6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7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8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79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80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81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682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3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4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5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6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5.627" v="415" actId="478"/>
          <ac:spMkLst>
            <pc:docMk/>
            <pc:sldMk cId="2929836946" sldId="287"/>
            <ac:spMk id="28687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2:29.306" v="416" actId="478"/>
          <ac:spMkLst>
            <pc:docMk/>
            <pc:sldMk cId="2929836946" sldId="287"/>
            <ac:spMk id="28728" creationId="{00000000-0000-0000-0000-000000000000}"/>
          </ac:spMkLst>
        </pc:spChg>
        <pc:spChg chg="del">
          <ac:chgData name="Josh Reiss" userId="a90d6cd88c30b6c6" providerId="LiveId" clId="{25FB55F3-BE07-459B-B3ED-1C0ADFF0B566}" dt="2020-07-14T15:23:48.377" v="417" actId="478"/>
          <ac:spMkLst>
            <pc:docMk/>
            <pc:sldMk cId="2929836946" sldId="287"/>
            <ac:spMk id="28730" creationId="{00000000-0000-0000-0000-000000000000}"/>
          </ac:spMkLst>
        </pc:spChg>
      </pc:sldChg>
      <pc:sldChg chg="modSp add mod">
        <pc:chgData name="Josh Reiss" userId="a90d6cd88c30b6c6" providerId="LiveId" clId="{25FB55F3-BE07-459B-B3ED-1C0ADFF0B566}" dt="2020-07-14T15:34:38.931" v="670" actId="20577"/>
        <pc:sldMkLst>
          <pc:docMk/>
          <pc:sldMk cId="558452892" sldId="288"/>
        </pc:sldMkLst>
        <pc:spChg chg="mod">
          <ac:chgData name="Josh Reiss" userId="a90d6cd88c30b6c6" providerId="LiveId" clId="{25FB55F3-BE07-459B-B3ED-1C0ADFF0B566}" dt="2020-07-14T15:34:38.931" v="670" actId="20577"/>
          <ac:spMkLst>
            <pc:docMk/>
            <pc:sldMk cId="558452892" sldId="288"/>
            <ac:spMk id="31" creationId="{D146CC9A-B57F-4FA3-834D-5EF932EF78A5}"/>
          </ac:spMkLst>
        </pc:spChg>
        <pc:spChg chg="mod">
          <ac:chgData name="Josh Reiss" userId="a90d6cd88c30b6c6" providerId="LiveId" clId="{25FB55F3-BE07-459B-B3ED-1C0ADFF0B566}" dt="2020-07-14T15:29:51.307" v="669" actId="20577"/>
          <ac:spMkLst>
            <pc:docMk/>
            <pc:sldMk cId="558452892" sldId="288"/>
            <ac:spMk id="28674" creationId="{00000000-0000-0000-0000-000000000000}"/>
          </ac:spMkLst>
        </pc:spChg>
      </pc:sldChg>
      <pc:sldChg chg="addSp modSp add mod">
        <pc:chgData name="Josh Reiss" userId="a90d6cd88c30b6c6" providerId="LiveId" clId="{25FB55F3-BE07-459B-B3ED-1C0ADFF0B566}" dt="2020-07-14T15:40:13.308" v="721" actId="20577"/>
        <pc:sldMkLst>
          <pc:docMk/>
          <pc:sldMk cId="2636855086" sldId="289"/>
        </pc:sldMkLst>
        <pc:spChg chg="add mod">
          <ac:chgData name="Josh Reiss" userId="a90d6cd88c30b6c6" providerId="LiveId" clId="{25FB55F3-BE07-459B-B3ED-1C0ADFF0B566}" dt="2020-07-14T15:39:41.764" v="712" actId="1076"/>
          <ac:spMkLst>
            <pc:docMk/>
            <pc:sldMk cId="2636855086" sldId="289"/>
            <ac:spMk id="14" creationId="{509E1FD6-7C14-4C27-95AC-4BB5C07AAB6A}"/>
          </ac:spMkLst>
        </pc:spChg>
        <pc:spChg chg="add mod">
          <ac:chgData name="Josh Reiss" userId="a90d6cd88c30b6c6" providerId="LiveId" clId="{25FB55F3-BE07-459B-B3ED-1C0ADFF0B566}" dt="2020-07-14T15:39:41.764" v="712" actId="1076"/>
          <ac:spMkLst>
            <pc:docMk/>
            <pc:sldMk cId="2636855086" sldId="289"/>
            <ac:spMk id="29" creationId="{2BFB0C7E-9D75-48D6-9D59-C242E3B9A5C3}"/>
          </ac:spMkLst>
        </pc:spChg>
        <pc:spChg chg="add mod">
          <ac:chgData name="Josh Reiss" userId="a90d6cd88c30b6c6" providerId="LiveId" clId="{25FB55F3-BE07-459B-B3ED-1C0ADFF0B566}" dt="2020-07-14T15:40:08.099" v="716" actId="20577"/>
          <ac:spMkLst>
            <pc:docMk/>
            <pc:sldMk cId="2636855086" sldId="289"/>
            <ac:spMk id="30" creationId="{5DA9CDF1-7787-4595-ACD4-36B7DBE08780}"/>
          </ac:spMkLst>
        </pc:spChg>
        <pc:spChg chg="add mod">
          <ac:chgData name="Josh Reiss" userId="a90d6cd88c30b6c6" providerId="LiveId" clId="{25FB55F3-BE07-459B-B3ED-1C0ADFF0B566}" dt="2020-07-14T15:40:13.308" v="721" actId="20577"/>
          <ac:spMkLst>
            <pc:docMk/>
            <pc:sldMk cId="2636855086" sldId="289"/>
            <ac:spMk id="31" creationId="{5CAC14C8-AAA1-4FBB-87CA-91193B6A707F}"/>
          </ac:spMkLst>
        </pc:spChg>
        <pc:spChg chg="mod">
          <ac:chgData name="Josh Reiss" userId="a90d6cd88c30b6c6" providerId="LiveId" clId="{25FB55F3-BE07-459B-B3ED-1C0ADFF0B566}" dt="2020-07-14T15:37:59.364" v="694" actId="14100"/>
          <ac:spMkLst>
            <pc:docMk/>
            <pc:sldMk cId="2636855086" sldId="289"/>
            <ac:spMk id="28672" creationId="{1C002F06-C460-46A3-BFB7-562D32E9FB9E}"/>
          </ac:spMkLst>
        </pc:spChg>
        <pc:spChg chg="mod">
          <ac:chgData name="Josh Reiss" userId="a90d6cd88c30b6c6" providerId="LiveId" clId="{25FB55F3-BE07-459B-B3ED-1C0ADFF0B566}" dt="2020-07-14T15:39:04.910" v="710" actId="20577"/>
          <ac:spMkLst>
            <pc:docMk/>
            <pc:sldMk cId="2636855086" sldId="289"/>
            <ac:spMk id="28674" creationId="{00000000-0000-0000-0000-000000000000}"/>
          </ac:spMkLst>
        </pc:spChg>
        <pc:spChg chg="mod">
          <ac:chgData name="Josh Reiss" userId="a90d6cd88c30b6c6" providerId="LiveId" clId="{25FB55F3-BE07-459B-B3ED-1C0ADFF0B566}" dt="2020-07-14T15:36:04.564" v="678" actId="20577"/>
          <ac:spMkLst>
            <pc:docMk/>
            <pc:sldMk cId="2636855086" sldId="289"/>
            <ac:spMk id="28675" creationId="{00000000-0000-0000-0000-000000000000}"/>
          </ac:spMkLst>
        </pc:spChg>
      </pc:sldChg>
      <pc:sldChg chg="addSp delSp modSp add mod">
        <pc:chgData name="Josh Reiss" userId="a90d6cd88c30b6c6" providerId="LiveId" clId="{25FB55F3-BE07-459B-B3ED-1C0ADFF0B566}" dt="2020-07-15T05:36:58.835" v="1430" actId="1076"/>
        <pc:sldMkLst>
          <pc:docMk/>
          <pc:sldMk cId="3318239237" sldId="290"/>
        </pc:sldMkLst>
        <pc:spChg chg="add mod">
          <ac:chgData name="Josh Reiss" userId="a90d6cd88c30b6c6" providerId="LiveId" clId="{25FB55F3-BE07-459B-B3ED-1C0ADFF0B566}" dt="2020-07-15T05:36:27.351" v="1412" actId="1035"/>
          <ac:spMkLst>
            <pc:docMk/>
            <pc:sldMk cId="3318239237" sldId="290"/>
            <ac:spMk id="3" creationId="{7B48E4F6-9901-4371-9112-ED1B8C0616D1}"/>
          </ac:spMkLst>
        </pc:spChg>
        <pc:spChg chg="add mod">
          <ac:chgData name="Josh Reiss" userId="a90d6cd88c30b6c6" providerId="LiveId" clId="{25FB55F3-BE07-459B-B3ED-1C0ADFF0B566}" dt="2020-07-15T05:36:58.835" v="1430" actId="1076"/>
          <ac:spMkLst>
            <pc:docMk/>
            <pc:sldMk cId="3318239237" sldId="290"/>
            <ac:spMk id="4" creationId="{FB18EFB6-B3BD-4919-AE51-D2C3417DF43F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3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4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5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6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7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8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9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2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3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4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5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6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7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8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09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10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11" creationId="{00000000-0000-0000-0000-000000000000}"/>
          </ac:spMkLst>
        </pc:spChg>
        <pc:spChg chg="mod">
          <ac:chgData name="Josh Reiss" userId="a90d6cd88c30b6c6" providerId="LiveId" clId="{25FB55F3-BE07-459B-B3ED-1C0ADFF0B566}" dt="2020-07-15T05:36:37.067" v="1425" actId="1035"/>
          <ac:spMkLst>
            <pc:docMk/>
            <pc:sldMk cId="3318239237" sldId="290"/>
            <ac:spMk id="112" creationId="{00000000-0000-0000-0000-000000000000}"/>
          </ac:spMkLst>
        </pc:spChg>
        <pc:spChg chg="del">
          <ac:chgData name="Josh Reiss" userId="a90d6cd88c30b6c6" providerId="LiveId" clId="{25FB55F3-BE07-459B-B3ED-1C0ADFF0B566}" dt="2020-07-15T05:30:30.724" v="1307" actId="478"/>
          <ac:spMkLst>
            <pc:docMk/>
            <pc:sldMk cId="3318239237" sldId="290"/>
            <ac:spMk id="46082" creationId="{00000000-0000-0000-0000-000000000000}"/>
          </ac:spMkLst>
        </pc:spChg>
      </pc:sldChg>
      <pc:sldChg chg="modSp new mod">
        <pc:chgData name="Josh Reiss" userId="a90d6cd88c30b6c6" providerId="LiveId" clId="{25FB55F3-BE07-459B-B3ED-1C0ADFF0B566}" dt="2020-07-15T05:37:35.156" v="1447" actId="20577"/>
        <pc:sldMkLst>
          <pc:docMk/>
          <pc:sldMk cId="3751654287" sldId="291"/>
        </pc:sldMkLst>
        <pc:spChg chg="mod">
          <ac:chgData name="Josh Reiss" userId="a90d6cd88c30b6c6" providerId="LiveId" clId="{25FB55F3-BE07-459B-B3ED-1C0ADFF0B566}" dt="2020-07-15T05:37:35.156" v="1447" actId="20577"/>
          <ac:spMkLst>
            <pc:docMk/>
            <pc:sldMk cId="3751654287" sldId="291"/>
            <ac:spMk id="2" creationId="{86A12296-C406-4A58-A85A-73635BB62E67}"/>
          </ac:spMkLst>
        </pc:spChg>
      </pc:sldChg>
      <pc:sldChg chg="addSp delSp modSp add mod ord">
        <pc:chgData name="Josh Reiss" userId="a90d6cd88c30b6c6" providerId="LiveId" clId="{25FB55F3-BE07-459B-B3ED-1C0ADFF0B566}" dt="2020-07-21T10:21:17.538" v="1603"/>
        <pc:sldMkLst>
          <pc:docMk/>
          <pc:sldMk cId="2068615095" sldId="292"/>
        </pc:sldMkLst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2" creationId="{AA8A00CE-D82C-4174-85DF-0B02743F0B71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3" creationId="{8AE7B410-F6C8-42D2-8668-F90936955DE9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4" creationId="{39C6C53A-B23F-44B9-BAD4-3D92176B1CC4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5" creationId="{414CABEF-3433-412E-B26D-32EF9C605B89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6" creationId="{13A4D2E1-DC7B-4C1F-8834-B71A36B4496F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7" creationId="{B3B7BA63-CEC3-4E6B-BA21-8CF9ED43A701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8" creationId="{F6D5EFA4-8739-4AF1-99FC-DB20A01B4643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9" creationId="{354FA50F-2C99-41A4-B55B-D4445077F995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0" creationId="{6C211DC9-4AE3-4615-A9BF-E20E77CFE535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1" creationId="{BE2F7E62-A2F4-4D12-83D5-184AB99F10A6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2" creationId="{55847795-8FCA-4CFA-9043-75AA9324E1F1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3" creationId="{9E363AFC-D46A-499A-A5C0-04AE1A811EC7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4" creationId="{EE141682-C259-47D3-8D46-2701A62EB19E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5" creationId="{1F724176-1019-4238-AFE3-AAC7D530C6AF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6" creationId="{4B7BB3E5-1B7C-4319-B352-CA72308F4CBD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7" creationId="{E591F4B7-5586-493B-9EA1-713AFDBD20D6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8" creationId="{AE47FC8A-C960-4C33-A4B5-4D59DB3A2031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19" creationId="{3A136179-C53A-4D14-88CA-6F3BD3BC9A66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0" creationId="{00EAAA0A-21E6-4FFC-A943-FEB4689ED80F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1" creationId="{FA4CE56A-BFB5-443E-B384-F12CA330DC32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2" creationId="{2B263157-441A-4E75-BE60-1398A699C408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3" creationId="{7A161D5D-AD2D-47F8-89E0-CAD9ED861D10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4" creationId="{1F9E257D-310A-43A9-B10E-4C57D5ACCA10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5" creationId="{7F92571C-72A0-4784-8084-CF51ACFF0D5A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6" creationId="{64323987-94BE-4FDC-A807-26538DAA8C6B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7" creationId="{D6D2FC84-8CBA-4CF4-A6DC-5BC05DCA897D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8" creationId="{6B63C9E4-48D8-41EB-95AD-B73B87DA4BDD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29" creationId="{3F126857-E92D-4D22-A95C-CE698CC67838}"/>
          </ac:spMkLst>
        </pc:spChg>
        <pc:spChg chg="add mod">
          <ac:chgData name="Josh Reiss" userId="a90d6cd88c30b6c6" providerId="LiveId" clId="{25FB55F3-BE07-459B-B3ED-1C0ADFF0B566}" dt="2020-07-21T09:03:38.652" v="1472" actId="164"/>
          <ac:spMkLst>
            <pc:docMk/>
            <pc:sldMk cId="2068615095" sldId="292"/>
            <ac:spMk id="30" creationId="{22126D70-9964-4E8D-A8DC-F0C0FB4C88D6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5" creationId="{D90D6FE9-07EF-44DE-BBC4-C54E74C09916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6" creationId="{1DAB5467-1C78-4B52-908B-B61C60CD2525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7" creationId="{BA36A63C-4871-4F48-B923-3FA8C966124B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8" creationId="{1040A6A3-6BB0-4A67-818F-0C761F2779C9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39" creationId="{D036F96C-1B66-4305-B55A-19BA9BDD675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0" creationId="{CB838A39-42B0-4D22-8234-4FC96213DF72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1" creationId="{34A15406-7658-47AF-9D3B-2FF87DD44432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2" creationId="{25B8DC5A-EE9E-4D3B-8E83-CEC186AF8E2B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3" creationId="{E8BFF215-AAA4-47E2-A3C3-709E40EC5E4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4" creationId="{742DDAE7-F1C8-429E-A307-B2FA7BE6F60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5" creationId="{087B6FE6-15BB-4407-A6AF-2F118E04DA9A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46" creationId="{EC715E95-DDD3-4C8D-AB0F-7BA877CF827F}"/>
          </ac:spMkLst>
        </pc:spChg>
        <pc:spChg chg="mod">
          <ac:chgData name="Josh Reiss" userId="a90d6cd88c30b6c6" providerId="LiveId" clId="{25FB55F3-BE07-459B-B3ED-1C0ADFF0B566}" dt="2020-07-21T09:05:02.742" v="1564" actId="20577"/>
          <ac:spMkLst>
            <pc:docMk/>
            <pc:sldMk cId="2068615095" sldId="292"/>
            <ac:spMk id="147" creationId="{350D3D35-8E97-44B9-9135-DC124F4BD53E}"/>
          </ac:spMkLst>
        </pc:spChg>
        <pc:spChg chg="mod">
          <ac:chgData name="Josh Reiss" userId="a90d6cd88c30b6c6" providerId="LiveId" clId="{25FB55F3-BE07-459B-B3ED-1C0ADFF0B566}" dt="2020-07-21T09:07:07.263" v="1589" actId="20577"/>
          <ac:spMkLst>
            <pc:docMk/>
            <pc:sldMk cId="2068615095" sldId="292"/>
            <ac:spMk id="148" creationId="{26032F62-FE8E-46A0-96FB-A77C1C60572A}"/>
          </ac:spMkLst>
        </pc:spChg>
        <pc:spChg chg="mod">
          <ac:chgData name="Josh Reiss" userId="a90d6cd88c30b6c6" providerId="LiveId" clId="{25FB55F3-BE07-459B-B3ED-1C0ADFF0B566}" dt="2020-07-21T09:07:10.131" v="1591" actId="20577"/>
          <ac:spMkLst>
            <pc:docMk/>
            <pc:sldMk cId="2068615095" sldId="292"/>
            <ac:spMk id="149" creationId="{502876AB-21DB-44F7-AD0C-81D939E8985F}"/>
          </ac:spMkLst>
        </pc:spChg>
        <pc:spChg chg="mod">
          <ac:chgData name="Josh Reiss" userId="a90d6cd88c30b6c6" providerId="LiveId" clId="{25FB55F3-BE07-459B-B3ED-1C0ADFF0B566}" dt="2020-07-21T09:07:13.653" v="1593" actId="20577"/>
          <ac:spMkLst>
            <pc:docMk/>
            <pc:sldMk cId="2068615095" sldId="292"/>
            <ac:spMk id="150" creationId="{DD814CA9-593E-47A4-B626-72143E71A571}"/>
          </ac:spMkLst>
        </pc:spChg>
        <pc:spChg chg="mod">
          <ac:chgData name="Josh Reiss" userId="a90d6cd88c30b6c6" providerId="LiveId" clId="{25FB55F3-BE07-459B-B3ED-1C0ADFF0B566}" dt="2020-07-21T09:07:19.432" v="1594" actId="20577"/>
          <ac:spMkLst>
            <pc:docMk/>
            <pc:sldMk cId="2068615095" sldId="292"/>
            <ac:spMk id="151" creationId="{6E800A1D-A8A6-4D1C-89F3-9872A563E4E2}"/>
          </ac:spMkLst>
        </pc:spChg>
        <pc:spChg chg="mod">
          <ac:chgData name="Josh Reiss" userId="a90d6cd88c30b6c6" providerId="LiveId" clId="{25FB55F3-BE07-459B-B3ED-1C0ADFF0B566}" dt="2020-07-21T09:07:21.926" v="1596" actId="20577"/>
          <ac:spMkLst>
            <pc:docMk/>
            <pc:sldMk cId="2068615095" sldId="292"/>
            <ac:spMk id="152" creationId="{BDFF9EBA-98D5-4B28-99DB-23C20B83E714}"/>
          </ac:spMkLst>
        </pc:spChg>
        <pc:spChg chg="mod">
          <ac:chgData name="Josh Reiss" userId="a90d6cd88c30b6c6" providerId="LiveId" clId="{25FB55F3-BE07-459B-B3ED-1C0ADFF0B566}" dt="2020-07-21T09:07:31.043" v="1600" actId="20577"/>
          <ac:spMkLst>
            <pc:docMk/>
            <pc:sldMk cId="2068615095" sldId="292"/>
            <ac:spMk id="153" creationId="{89E1CA2A-75D3-4DE1-AD52-F786C5313851}"/>
          </ac:spMkLst>
        </pc:spChg>
        <pc:spChg chg="mod">
          <ac:chgData name="Josh Reiss" userId="a90d6cd88c30b6c6" providerId="LiveId" clId="{25FB55F3-BE07-459B-B3ED-1C0ADFF0B566}" dt="2020-07-21T09:05:40.398" v="1576" actId="20577"/>
          <ac:spMkLst>
            <pc:docMk/>
            <pc:sldMk cId="2068615095" sldId="292"/>
            <ac:spMk id="154" creationId="{328F4396-16C3-4662-A2F0-D90527EDFAA1}"/>
          </ac:spMkLst>
        </pc:spChg>
        <pc:spChg chg="mod">
          <ac:chgData name="Josh Reiss" userId="a90d6cd88c30b6c6" providerId="LiveId" clId="{25FB55F3-BE07-459B-B3ED-1C0ADFF0B566}" dt="2020-07-21T09:07:24.778" v="1598" actId="20577"/>
          <ac:spMkLst>
            <pc:docMk/>
            <pc:sldMk cId="2068615095" sldId="292"/>
            <ac:spMk id="155" creationId="{C634F913-4BBE-4C92-90C6-36A72402E852}"/>
          </ac:spMkLst>
        </pc:spChg>
        <pc:spChg chg="mod">
          <ac:chgData name="Josh Reiss" userId="a90d6cd88c30b6c6" providerId="LiveId" clId="{25FB55F3-BE07-459B-B3ED-1C0ADFF0B566}" dt="2020-07-21T09:07:01.130" v="1587" actId="20577"/>
          <ac:spMkLst>
            <pc:docMk/>
            <pc:sldMk cId="2068615095" sldId="292"/>
            <ac:spMk id="156" creationId="{5303CD9A-224F-4726-A4DE-D2098B63DBC8}"/>
          </ac:spMkLst>
        </pc:spChg>
        <pc:spChg chg="mod">
          <ac:chgData name="Josh Reiss" userId="a90d6cd88c30b6c6" providerId="LiveId" clId="{25FB55F3-BE07-459B-B3ED-1C0ADFF0B566}" dt="2020-07-21T09:06:56.759" v="1586" actId="20577"/>
          <ac:spMkLst>
            <pc:docMk/>
            <pc:sldMk cId="2068615095" sldId="292"/>
            <ac:spMk id="157" creationId="{9F89BB06-6D06-42F7-8FBA-3F59764A2997}"/>
          </ac:spMkLst>
        </pc:spChg>
        <pc:spChg chg="mod">
          <ac:chgData name="Josh Reiss" userId="a90d6cd88c30b6c6" providerId="LiveId" clId="{25FB55F3-BE07-459B-B3ED-1C0ADFF0B566}" dt="2020-07-21T09:06:52.737" v="1585" actId="20577"/>
          <ac:spMkLst>
            <pc:docMk/>
            <pc:sldMk cId="2068615095" sldId="292"/>
            <ac:spMk id="158" creationId="{F40321BE-F299-4D51-8B91-1E4B64172117}"/>
          </ac:spMkLst>
        </pc:spChg>
        <pc:spChg chg="mod">
          <ac:chgData name="Josh Reiss" userId="a90d6cd88c30b6c6" providerId="LiveId" clId="{25FB55F3-BE07-459B-B3ED-1C0ADFF0B566}" dt="2020-07-21T09:04:32.053" v="1558"/>
          <ac:spMkLst>
            <pc:docMk/>
            <pc:sldMk cId="2068615095" sldId="292"/>
            <ac:spMk id="159" creationId="{0E8BE124-41A0-4772-BEC5-BCA68D412FF1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1" creationId="{68F7D508-F253-452F-9FC3-E7FAE0A4304D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2" creationId="{61219F74-2D51-41B0-A895-BC0A6BC4FAF2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3" creationId="{9B1F43D1-FEA5-4D47-9095-E057C940FB2B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4" creationId="{6C5F22DD-695E-4397-9B90-285152A39287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5" creationId="{16503282-C2DB-4B77-B9CD-DFDE6EF198E8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6" creationId="{B40EF29E-33EB-46BB-8225-EE1608D19D55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7" creationId="{F4D17417-7160-4A39-84DE-5701FBCA69DF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8" creationId="{0F0B125B-B468-4BA6-9D94-FC0DAD82BB4A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69" creationId="{404C99CB-6E66-47B0-A4A1-BFA0CA467264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70" creationId="{D3326E32-B593-4905-B663-E6DC405911A6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71" creationId="{EC6046FF-4DFB-4FFD-9D7F-A16F226CF3CC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72" creationId="{4CAF64C3-161E-48A6-B671-4BBE2CD53FB4}"/>
          </ac:spMkLst>
        </pc:spChg>
        <pc:spChg chg="mod">
          <ac:chgData name="Josh Reiss" userId="a90d6cd88c30b6c6" providerId="LiveId" clId="{25FB55F3-BE07-459B-B3ED-1C0ADFF0B566}" dt="2020-07-21T09:04:49.804" v="1562" actId="20577"/>
          <ac:spMkLst>
            <pc:docMk/>
            <pc:sldMk cId="2068615095" sldId="292"/>
            <ac:spMk id="173" creationId="{23A94667-AF9D-4F65-AC94-7C1225936698}"/>
          </ac:spMkLst>
        </pc:spChg>
        <pc:spChg chg="mod">
          <ac:chgData name="Josh Reiss" userId="a90d6cd88c30b6c6" providerId="LiveId" clId="{25FB55F3-BE07-459B-B3ED-1C0ADFF0B566}" dt="2020-07-21T09:05:10.033" v="1565" actId="6549"/>
          <ac:spMkLst>
            <pc:docMk/>
            <pc:sldMk cId="2068615095" sldId="292"/>
            <ac:spMk id="174" creationId="{AC1A823D-54D7-45EB-88AE-BD69FB6CB779}"/>
          </ac:spMkLst>
        </pc:spChg>
        <pc:spChg chg="mod">
          <ac:chgData name="Josh Reiss" userId="a90d6cd88c30b6c6" providerId="LiveId" clId="{25FB55F3-BE07-459B-B3ED-1C0ADFF0B566}" dt="2020-07-21T09:05:15.250" v="1566" actId="20577"/>
          <ac:spMkLst>
            <pc:docMk/>
            <pc:sldMk cId="2068615095" sldId="292"/>
            <ac:spMk id="175" creationId="{99A3F8BC-F85B-474D-B7E2-8FC67245CBFF}"/>
          </ac:spMkLst>
        </pc:spChg>
        <pc:spChg chg="mod">
          <ac:chgData name="Josh Reiss" userId="a90d6cd88c30b6c6" providerId="LiveId" clId="{25FB55F3-BE07-459B-B3ED-1C0ADFF0B566}" dt="2020-07-21T09:05:18.761" v="1567" actId="20577"/>
          <ac:spMkLst>
            <pc:docMk/>
            <pc:sldMk cId="2068615095" sldId="292"/>
            <ac:spMk id="176" creationId="{115BC69A-72AD-4924-BF5C-65C3ACAF2D9A}"/>
          </ac:spMkLst>
        </pc:spChg>
        <pc:spChg chg="mod">
          <ac:chgData name="Josh Reiss" userId="a90d6cd88c30b6c6" providerId="LiveId" clId="{25FB55F3-BE07-459B-B3ED-1C0ADFF0B566}" dt="2020-07-21T09:05:27.320" v="1568" actId="20577"/>
          <ac:spMkLst>
            <pc:docMk/>
            <pc:sldMk cId="2068615095" sldId="292"/>
            <ac:spMk id="177" creationId="{C7C84822-617C-489A-AAD3-5717DA6803DE}"/>
          </ac:spMkLst>
        </pc:spChg>
        <pc:spChg chg="mod">
          <ac:chgData name="Josh Reiss" userId="a90d6cd88c30b6c6" providerId="LiveId" clId="{25FB55F3-BE07-459B-B3ED-1C0ADFF0B566}" dt="2020-07-21T09:05:31.131" v="1570" actId="20577"/>
          <ac:spMkLst>
            <pc:docMk/>
            <pc:sldMk cId="2068615095" sldId="292"/>
            <ac:spMk id="178" creationId="{68F5A751-5800-4185-A024-E75AD3EC6056}"/>
          </ac:spMkLst>
        </pc:spChg>
        <pc:spChg chg="mod">
          <ac:chgData name="Josh Reiss" userId="a90d6cd88c30b6c6" providerId="LiveId" clId="{25FB55F3-BE07-459B-B3ED-1C0ADFF0B566}" dt="2020-07-21T09:05:33.602" v="1572" actId="20577"/>
          <ac:spMkLst>
            <pc:docMk/>
            <pc:sldMk cId="2068615095" sldId="292"/>
            <ac:spMk id="179" creationId="{3F0AA5A4-5FA5-4EEE-BA3B-94603C7C5B84}"/>
          </ac:spMkLst>
        </pc:spChg>
        <pc:spChg chg="mod">
          <ac:chgData name="Josh Reiss" userId="a90d6cd88c30b6c6" providerId="LiveId" clId="{25FB55F3-BE07-459B-B3ED-1C0ADFF0B566}" dt="2020-07-21T09:05:36.362" v="1574" actId="20577"/>
          <ac:spMkLst>
            <pc:docMk/>
            <pc:sldMk cId="2068615095" sldId="292"/>
            <ac:spMk id="180" creationId="{E60484CA-6447-4931-A8E0-9A67C968B464}"/>
          </ac:spMkLst>
        </pc:spChg>
        <pc:spChg chg="mod">
          <ac:chgData name="Josh Reiss" userId="a90d6cd88c30b6c6" providerId="LiveId" clId="{25FB55F3-BE07-459B-B3ED-1C0ADFF0B566}" dt="2020-07-21T09:05:44.967" v="1580" actId="20577"/>
          <ac:spMkLst>
            <pc:docMk/>
            <pc:sldMk cId="2068615095" sldId="292"/>
            <ac:spMk id="181" creationId="{30A96F84-923E-4381-A78F-177EB52EE000}"/>
          </ac:spMkLst>
        </pc:spChg>
        <pc:spChg chg="mod">
          <ac:chgData name="Josh Reiss" userId="a90d6cd88c30b6c6" providerId="LiveId" clId="{25FB55F3-BE07-459B-B3ED-1C0ADFF0B566}" dt="2020-07-21T09:06:04.769" v="1581" actId="20577"/>
          <ac:spMkLst>
            <pc:docMk/>
            <pc:sldMk cId="2068615095" sldId="292"/>
            <ac:spMk id="182" creationId="{AC56EBA1-A5BB-4732-A833-DEE2E85E80F0}"/>
          </ac:spMkLst>
        </pc:spChg>
        <pc:spChg chg="mod">
          <ac:chgData name="Josh Reiss" userId="a90d6cd88c30b6c6" providerId="LiveId" clId="{25FB55F3-BE07-459B-B3ED-1C0ADFF0B566}" dt="2020-07-21T09:06:14.407" v="1582" actId="20577"/>
          <ac:spMkLst>
            <pc:docMk/>
            <pc:sldMk cId="2068615095" sldId="292"/>
            <ac:spMk id="183" creationId="{EB22C83F-AB44-4FCF-8D02-A2B9AF72E25B}"/>
          </ac:spMkLst>
        </pc:spChg>
        <pc:spChg chg="mod">
          <ac:chgData name="Josh Reiss" userId="a90d6cd88c30b6c6" providerId="LiveId" clId="{25FB55F3-BE07-459B-B3ED-1C0ADFF0B566}" dt="2020-07-21T09:06:18.089" v="1583" actId="20577"/>
          <ac:spMkLst>
            <pc:docMk/>
            <pc:sldMk cId="2068615095" sldId="292"/>
            <ac:spMk id="184" creationId="{E642ED37-23B9-4B70-AD0D-3C60A957E431}"/>
          </ac:spMkLst>
        </pc:spChg>
        <pc:spChg chg="mod">
          <ac:chgData name="Josh Reiss" userId="a90d6cd88c30b6c6" providerId="LiveId" clId="{25FB55F3-BE07-459B-B3ED-1C0ADFF0B566}" dt="2020-07-21T09:04:38.179" v="1560"/>
          <ac:spMkLst>
            <pc:docMk/>
            <pc:sldMk cId="2068615095" sldId="292"/>
            <ac:spMk id="185" creationId="{B2084976-E433-4182-ADD5-79898685C7B5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0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1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2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2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3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4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5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1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4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5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6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7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8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69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70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71" creationId="{00000000-0000-0000-0000-000000000000}"/>
          </ac:spMkLst>
        </pc:spChg>
        <pc:spChg chg="del">
          <ac:chgData name="Josh Reiss" userId="a90d6cd88c30b6c6" providerId="LiveId" clId="{25FB55F3-BE07-459B-B3ED-1C0ADFF0B566}" dt="2020-07-21T09:01:52.653" v="1449" actId="478"/>
          <ac:spMkLst>
            <pc:docMk/>
            <pc:sldMk cId="2068615095" sldId="292"/>
            <ac:spMk id="29772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4:29.455" v="1557" actId="164"/>
          <ac:spMkLst>
            <pc:docMk/>
            <pc:sldMk cId="2068615095" sldId="292"/>
            <ac:spMk id="29773" creationId="{00000000-0000-0000-0000-000000000000}"/>
          </ac:spMkLst>
        </pc:spChg>
        <pc:spChg chg="mod">
          <ac:chgData name="Josh Reiss" userId="a90d6cd88c30b6c6" providerId="LiveId" clId="{25FB55F3-BE07-459B-B3ED-1C0ADFF0B566}" dt="2020-07-21T09:07:54.599" v="1601" actId="164"/>
          <ac:spMkLst>
            <pc:docMk/>
            <pc:sldMk cId="2068615095" sldId="292"/>
            <ac:spMk id="29774" creationId="{00000000-0000-0000-0000-000000000000}"/>
          </ac:spMkLst>
        </pc:s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31" creationId="{3E703F4B-2ADD-450D-B0C9-0BE2D0ED626B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64" creationId="{1C22F25B-6658-433B-9831-ECF85086367F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65" creationId="{7046FD2E-3E08-449F-87C2-7196F653F616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134" creationId="{E841999C-6556-47E2-A929-E7B0B5DAA021}"/>
          </ac:grpSpMkLst>
        </pc:grpChg>
        <pc:grpChg chg="add mod">
          <ac:chgData name="Josh Reiss" userId="a90d6cd88c30b6c6" providerId="LiveId" clId="{25FB55F3-BE07-459B-B3ED-1C0ADFF0B566}" dt="2020-07-21T09:07:54.599" v="1601" actId="164"/>
          <ac:grpSpMkLst>
            <pc:docMk/>
            <pc:sldMk cId="2068615095" sldId="292"/>
            <ac:grpSpMk id="160" creationId="{A26AF6E7-7116-478D-95C8-901095DECF86}"/>
          </ac:grpSpMkLst>
        </pc:grpChg>
      </pc:sldChg>
    </pc:docChg>
  </pc:docChgLst>
  <pc:docChgLst>
    <pc:chgData name="Josh Reiss" userId="a90d6cd88c30b6c6" providerId="LiveId" clId="{0013321F-92F3-494A-B19F-839F3BD89956}"/>
    <pc:docChg chg="undo redo custSel addSld delSld modSld">
      <pc:chgData name="Josh Reiss" userId="a90d6cd88c30b6c6" providerId="LiveId" clId="{0013321F-92F3-494A-B19F-839F3BD89956}" dt="2021-02-24T12:55:32.758" v="1471" actId="729"/>
      <pc:docMkLst>
        <pc:docMk/>
      </pc:docMkLst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65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66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67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0" sldId="286"/>
        </pc:sldMkLst>
      </pc:sldChg>
      <pc:sldChg chg="modSp mod modShow">
        <pc:chgData name="Josh Reiss" userId="a90d6cd88c30b6c6" providerId="LiveId" clId="{0013321F-92F3-494A-B19F-839F3BD89956}" dt="2021-02-24T12:55:32.758" v="1471" actId="729"/>
        <pc:sldMkLst>
          <pc:docMk/>
          <pc:sldMk cId="2929836946" sldId="287"/>
        </pc:sldMkLst>
        <pc:spChg chg="mod">
          <ac:chgData name="Josh Reiss" userId="a90d6cd88c30b6c6" providerId="LiveId" clId="{0013321F-92F3-494A-B19F-839F3BD89956}" dt="2021-02-24T11:21:09.157" v="147" actId="948"/>
          <ac:spMkLst>
            <pc:docMk/>
            <pc:sldMk cId="2929836946" sldId="287"/>
            <ac:spMk id="28674" creationId="{00000000-0000-0000-0000-000000000000}"/>
          </ac:spMkLst>
        </pc:spChg>
      </pc:sldChg>
      <pc:sldChg chg="delSp modSp mod delAnim modNotesTx">
        <pc:chgData name="Josh Reiss" userId="a90d6cd88c30b6c6" providerId="LiveId" clId="{0013321F-92F3-494A-B19F-839F3BD89956}" dt="2021-02-24T11:31:13.846" v="584" actId="1076"/>
        <pc:sldMkLst>
          <pc:docMk/>
          <pc:sldMk cId="558452892" sldId="288"/>
        </pc:sldMkLst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" creationId="{30914E5E-CCC3-449C-A967-3D8F775020FC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3" creationId="{715BA243-CD44-4E4D-A7FD-4253BBC0EDF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4" creationId="{C834D527-FB75-491C-931F-429C8E3FA6BD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5" creationId="{F8D7588A-4036-4DF2-B70E-738A46C38A4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6" creationId="{C98BC7F4-53A2-42E6-BA1D-2A1A6E1F996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7" creationId="{1451AA5B-3BDF-4E22-A4E4-E470DAFE40C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8" creationId="{95E01B8B-EF95-46C2-862A-D624B1D616C3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9" creationId="{EE07E869-81B9-440A-9070-9286CCBB694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" creationId="{BB04AB1D-953D-48F2-B863-F3FBE7DB3E0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" creationId="{B3855309-3D72-43D2-9A49-64246ED85B91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2" creationId="{26CA953B-71DD-4596-A3C9-D75C28B1BD0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3" creationId="{87CC2257-336B-443E-99D6-5D1D4F5C2578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5" creationId="{ED991ED0-1733-494A-AB86-43335937E01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6" creationId="{0E61EADC-6F56-48BE-94F5-171146CB84F8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7" creationId="{484CF237-4B11-45C7-9DDB-22C5C5FBDED6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8" creationId="{6A41E20D-335C-4EF9-A5ED-6C4A347C5DD8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9" creationId="{97C4356F-92F4-4029-82F5-6320F0318AB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0" creationId="{E7BF82FB-25F3-4F9C-9F7E-DDB99F0BF9F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1" creationId="{1360542A-D075-43F8-9461-25E91AC6F89E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2" creationId="{CB74AC4B-EFD9-43C4-9844-82C641B824FF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3" creationId="{39FA7264-9D0A-400C-B21D-80935FA28E54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4" creationId="{5FB66CD7-5252-47A6-9EEA-F8FC25EE7EB4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5" creationId="{CB279C5F-9427-4686-AE05-910534821282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6" creationId="{D226363D-10BB-46E9-A6CA-A3ABF5A7618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7" creationId="{1145F48A-F095-49E1-B734-58ABAA49EC7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" creationId="{877271DF-ACDA-4A5B-A4E2-83418BC0BD53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31" creationId="{D146CC9A-B57F-4FA3-834D-5EF932EF78A5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2" creationId="{D1AE325B-527E-49F4-AB37-129D609AE1BB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3" creationId="{6305D698-3070-48E5-8AA7-50C68D493CD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4" creationId="{ED4ACBE3-DFC1-4796-BBDD-B5F906A78F4C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5" creationId="{870DF648-5051-4DA5-AF43-2035A2621C22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6" creationId="{00E39128-C871-4C64-93F0-1923A37E31C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7" creationId="{B0A4FA9F-9812-4FB8-82D2-A37B00AC359D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8" creationId="{B7BF21AF-0A51-4DD1-BFEA-E423B6B68C74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09" creationId="{8197C618-4A92-426C-9EFF-2C75368B494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0" creationId="{71279A23-F732-4F87-93D2-5A6E4C930587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1" creationId="{A8E0E61F-FAF4-425C-AE23-9FEC94372539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2" creationId="{FFDF36BA-0D1D-4EA8-BC39-06CA4407FCEA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113" creationId="{26B16A0A-44BC-4878-9371-8F571A850956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3611" creationId="{00000000-0000-0000-0000-000000000000}"/>
          </ac:spMkLst>
        </pc:spChg>
        <pc:spChg chg="mod">
          <ac:chgData name="Josh Reiss" userId="a90d6cd88c30b6c6" providerId="LiveId" clId="{0013321F-92F3-494A-B19F-839F3BD89956}" dt="2021-02-24T11:31:13.846" v="584" actId="1076"/>
          <ac:spMkLst>
            <pc:docMk/>
            <pc:sldMk cId="558452892" sldId="288"/>
            <ac:spMk id="28674" creationId="{00000000-0000-0000-0000-000000000000}"/>
          </ac:spMkLst>
        </pc:spChg>
        <pc:spChg chg="mod">
          <ac:chgData name="Josh Reiss" userId="a90d6cd88c30b6c6" providerId="LiveId" clId="{0013321F-92F3-494A-B19F-839F3BD89956}" dt="2021-02-24T11:22:27.660" v="210" actId="122"/>
          <ac:spMkLst>
            <pc:docMk/>
            <pc:sldMk cId="558452892" sldId="288"/>
            <ac:spMk id="28675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6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7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8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79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0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1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2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3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4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5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6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687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728" creationId="{00000000-0000-0000-0000-000000000000}"/>
          </ac:spMkLst>
        </pc:spChg>
        <pc:spChg chg="del">
          <ac:chgData name="Josh Reiss" userId="a90d6cd88c30b6c6" providerId="LiveId" clId="{0013321F-92F3-494A-B19F-839F3BD89956}" dt="2021-02-24T11:24:03.215" v="315" actId="478"/>
          <ac:spMkLst>
            <pc:docMk/>
            <pc:sldMk cId="558452892" sldId="288"/>
            <ac:spMk id="28730" creationId="{00000000-0000-0000-0000-000000000000}"/>
          </ac:spMkLst>
        </pc:spChg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2636855086" sldId="289"/>
        </pc:sldMkLst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3318239237" sldId="290"/>
        </pc:sldMkLst>
      </pc:sldChg>
      <pc:sldChg chg="addSp modSp mod">
        <pc:chgData name="Josh Reiss" userId="a90d6cd88c30b6c6" providerId="LiveId" clId="{0013321F-92F3-494A-B19F-839F3BD89956}" dt="2021-02-24T12:33:13.741" v="1470" actId="27636"/>
        <pc:sldMkLst>
          <pc:docMk/>
          <pc:sldMk cId="3751654287" sldId="291"/>
        </pc:sldMkLst>
        <pc:spChg chg="mod">
          <ac:chgData name="Josh Reiss" userId="a90d6cd88c30b6c6" providerId="LiveId" clId="{0013321F-92F3-494A-B19F-839F3BD89956}" dt="2021-02-24T12:33:13.741" v="1470" actId="27636"/>
          <ac:spMkLst>
            <pc:docMk/>
            <pc:sldMk cId="3751654287" sldId="291"/>
            <ac:spMk id="2" creationId="{86A12296-C406-4A58-A85A-73635BB62E67}"/>
          </ac:spMkLst>
        </pc:spChg>
        <pc:picChg chg="add mod">
          <ac:chgData name="Josh Reiss" userId="a90d6cd88c30b6c6" providerId="LiveId" clId="{0013321F-92F3-494A-B19F-839F3BD89956}" dt="2021-02-24T11:20:48.130" v="146" actId="1035"/>
          <ac:picMkLst>
            <pc:docMk/>
            <pc:sldMk cId="3751654287" sldId="291"/>
            <ac:picMk id="4" creationId="{D3C92702-D4CD-4380-85DF-DEAB52AC26A5}"/>
          </ac:picMkLst>
        </pc:picChg>
      </pc:sldChg>
      <pc:sldChg chg="del">
        <pc:chgData name="Josh Reiss" userId="a90d6cd88c30b6c6" providerId="LiveId" clId="{0013321F-92F3-494A-B19F-839F3BD89956}" dt="2021-02-24T12:30:31.877" v="1422" actId="47"/>
        <pc:sldMkLst>
          <pc:docMk/>
          <pc:sldMk cId="2068615095" sldId="292"/>
        </pc:sldMkLst>
      </pc:sldChg>
      <pc:sldChg chg="add">
        <pc:chgData name="Josh Reiss" userId="a90d6cd88c30b6c6" providerId="LiveId" clId="{0013321F-92F3-494A-B19F-839F3BD89956}" dt="2021-02-24T11:31:20.365" v="585"/>
        <pc:sldMkLst>
          <pc:docMk/>
          <pc:sldMk cId="3845995711" sldId="293"/>
        </pc:sldMkLst>
      </pc:sldChg>
      <pc:sldChg chg="addSp delSp modSp add mod">
        <pc:chgData name="Josh Reiss" userId="a90d6cd88c30b6c6" providerId="LiveId" clId="{0013321F-92F3-494A-B19F-839F3BD89956}" dt="2021-02-24T12:31:02.388" v="1446" actId="1035"/>
        <pc:sldMkLst>
          <pc:docMk/>
          <pc:sldMk cId="1451983224" sldId="294"/>
        </pc:sldMkLst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2" creationId="{322E2783-87D8-44A3-995A-4AC41E431101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3" creationId="{029B33B8-520D-4FE9-ADBF-227649A045B9}"/>
          </ac:spMkLst>
        </pc:spChg>
        <pc:spChg chg="add del mod">
          <ac:chgData name="Josh Reiss" userId="a90d6cd88c30b6c6" providerId="LiveId" clId="{0013321F-92F3-494A-B19F-839F3BD89956}" dt="2021-02-24T12:22:39.969" v="1230" actId="478"/>
          <ac:spMkLst>
            <pc:docMk/>
            <pc:sldMk cId="1451983224" sldId="294"/>
            <ac:spMk id="4" creationId="{DAA01680-6731-4532-BE4D-C3ACEDF98A08}"/>
          </ac:spMkLst>
        </pc:spChg>
        <pc:spChg chg="add del">
          <ac:chgData name="Josh Reiss" userId="a90d6cd88c30b6c6" providerId="LiveId" clId="{0013321F-92F3-494A-B19F-839F3BD89956}" dt="2021-02-24T12:01:44.493" v="969" actId="11529"/>
          <ac:spMkLst>
            <pc:docMk/>
            <pc:sldMk cId="1451983224" sldId="294"/>
            <ac:spMk id="5" creationId="{869E750D-4FC0-4ED4-A2A2-7CEF159AEDF3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6" creationId="{CC45CC3F-590E-4AA4-850A-60E9B9149B52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7" creationId="{00F984AB-998F-4A84-9CE5-E313B43DD967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8" creationId="{A70BE548-4A0A-4825-AF4E-FB163E3EAE06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9" creationId="{10E13D44-6E3F-45A7-B1D6-F5429551B2DC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0" creationId="{80800009-1B79-4361-A4D1-8D34AEF25031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2" creationId="{97BCF347-20AA-4EB3-AC03-596B6B9B20A0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3" creationId="{285507C7-B535-449D-A96D-DD0CAD866B7D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4" creationId="{D0D3784D-772C-4428-87DD-AFB8E98294A2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15" creationId="{CEF0B660-8A20-4CC0-953C-DE1607D584BA}"/>
          </ac:spMkLst>
        </pc:spChg>
        <pc:spChg chg="add mod">
          <ac:chgData name="Josh Reiss" userId="a90d6cd88c30b6c6" providerId="LiveId" clId="{0013321F-92F3-494A-B19F-839F3BD89956}" dt="2021-02-24T12:30:50.439" v="1443" actId="1037"/>
          <ac:spMkLst>
            <pc:docMk/>
            <pc:sldMk cId="1451983224" sldId="294"/>
            <ac:spMk id="57" creationId="{542DBFDD-8251-4655-A0FD-8A1748EA72DA}"/>
          </ac:spMkLst>
        </pc:spChg>
        <pc:spChg chg="add del">
          <ac:chgData name="Josh Reiss" userId="a90d6cd88c30b6c6" providerId="LiveId" clId="{0013321F-92F3-494A-B19F-839F3BD89956}" dt="2021-02-24T12:23:32.054" v="1241" actId="22"/>
          <ac:spMkLst>
            <pc:docMk/>
            <pc:sldMk cId="1451983224" sldId="294"/>
            <ac:spMk id="74" creationId="{CDA3B4B5-9A1D-44C3-A565-72880D41B73E}"/>
          </ac:spMkLst>
        </pc:spChg>
        <pc:spChg chg="add mod">
          <ac:chgData name="Josh Reiss" userId="a90d6cd88c30b6c6" providerId="LiveId" clId="{0013321F-92F3-494A-B19F-839F3BD89956}" dt="2021-02-24T12:30:55.645" v="1444" actId="1076"/>
          <ac:spMkLst>
            <pc:docMk/>
            <pc:sldMk cId="1451983224" sldId="294"/>
            <ac:spMk id="76" creationId="{68554B4A-58B9-46A8-B20F-79D87A4DB65C}"/>
          </ac:spMkLst>
        </pc:spChg>
        <pc:spChg chg="mod">
          <ac:chgData name="Josh Reiss" userId="a90d6cd88c30b6c6" providerId="LiveId" clId="{0013321F-92F3-494A-B19F-839F3BD89956}" dt="2021-02-24T12:31:02.388" v="1446" actId="1035"/>
          <ac:spMkLst>
            <pc:docMk/>
            <pc:sldMk cId="1451983224" sldId="294"/>
            <ac:spMk id="28674" creationId="{00000000-0000-0000-0000-000000000000}"/>
          </ac:spMkLst>
        </pc:sp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16" creationId="{510A9C09-4B62-43CB-9F75-DD4BDF532E04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19" creationId="{B81C17FA-C254-41F2-A382-F265C5A50784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22" creationId="{F32FFB8E-9935-4EC6-9D7E-8B96E323234D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24" creationId="{081E76B7-2ADA-4808-9473-BC2DE555320E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30" creationId="{CB18BFAB-7E3E-4B9D-93A6-20D4D92522CF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35" creationId="{2C39EB05-1DE0-4325-9F08-B044603CC28C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3" creationId="{C108C944-25D6-443B-A6F0-2706AB256873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4" creationId="{30405FDE-EB4E-433C-9DEC-77A6F93A9C76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5" creationId="{79D1EC84-5736-4016-A5D8-50F1DD91E1BD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46" creationId="{250236DE-CDA1-4E7E-B725-C053C1D946DA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58" creationId="{1CB0218C-7D39-4042-9358-EC6DFD6E0963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1" creationId="{9EA58996-88D6-4240-8443-0A5BC5E9DB49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2" creationId="{418057B8-DFC0-46D1-86AC-DEE21AD9FA25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3" creationId="{DA8D77CC-A6D1-459D-B040-C040B08FF297}"/>
          </ac:cxnSpMkLst>
        </pc:cxnChg>
        <pc:cxnChg chg="add mod">
          <ac:chgData name="Josh Reiss" userId="a90d6cd88c30b6c6" providerId="LiveId" clId="{0013321F-92F3-494A-B19F-839F3BD89956}" dt="2021-02-24T12:30:50.439" v="1443" actId="1037"/>
          <ac:cxnSpMkLst>
            <pc:docMk/>
            <pc:sldMk cId="1451983224" sldId="294"/>
            <ac:cxnSpMk id="64" creationId="{BC78D955-1C77-42B0-BAFF-FD7E3C289C15}"/>
          </ac:cxnSpMkLst>
        </pc:cxnChg>
      </pc:sldChg>
      <pc:sldChg chg="addSp modSp add del mod">
        <pc:chgData name="Josh Reiss" userId="a90d6cd88c30b6c6" providerId="LiveId" clId="{0013321F-92F3-494A-B19F-839F3BD89956}" dt="2021-02-24T12:30:31.877" v="1422" actId="47"/>
        <pc:sldMkLst>
          <pc:docMk/>
          <pc:sldMk cId="2538377782" sldId="295"/>
        </pc:sldMkLst>
        <pc:spChg chg="mod">
          <ac:chgData name="Josh Reiss" userId="a90d6cd88c30b6c6" providerId="LiveId" clId="{0013321F-92F3-494A-B19F-839F3BD89956}" dt="2021-02-24T12:30:20.217" v="1421" actId="1076"/>
          <ac:spMkLst>
            <pc:docMk/>
            <pc:sldMk cId="2538377782" sldId="295"/>
            <ac:spMk id="4" creationId="{DAA01680-6731-4532-BE4D-C3ACEDF98A08}"/>
          </ac:spMkLst>
        </pc:spChg>
        <pc:spChg chg="add mod">
          <ac:chgData name="Josh Reiss" userId="a90d6cd88c30b6c6" providerId="LiveId" clId="{0013321F-92F3-494A-B19F-839F3BD89956}" dt="2021-02-24T12:29:31.714" v="1420" actId="14100"/>
          <ac:spMkLst>
            <pc:docMk/>
            <pc:sldMk cId="2538377782" sldId="295"/>
            <ac:spMk id="32" creationId="{010BE326-4486-4751-99FD-74A19CC2F4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ABB2F-7E4F-40E7-BCBC-01DAEE54CC21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5222F-E46D-48DC-BDFF-5C707FC502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2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represents an audio source whose output is a constant value. It is useful as a constant source in general, and can be used as if it were a constructible 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AudioParam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by automating its 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offset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or connecting another node to it.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audioScheduledSourceNode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meaning that its start() method must be called in order for it to output nonzero values.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single output of this node consists of one channel (mono).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single a-rate parameter, offset, with default value of 1. It specifies the constant value of the source.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simple node is actually one with a lot of uses. By having it as one of two or more inputs to a gain node, it acts like an adder, adding the offset to the input. By having it as input to the gain parameter of a gain node, it acts like a multiplier, multiplying the input by the offset. And as we shall see, it can be used to set parameter values for many nodes with one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748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represents an audio source whose output is a constant value. It is useful as a constant source in general, and can be used as if it were a constructible 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AudioParam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by automating its 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offset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or connecting another node to it.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audioScheduledSourceNode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meaning that its start() method must be called in order for it to output nonzero values.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single output of this node consists of one channel (mono).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single a-rate parameter, offset, with default value of 1. It specifies the constant value of the source.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simple node is actually one with a lot of uses. By having it as one of two or more inputs to a gain node, it acts like an adder, adding the offset to the input. By having it as input to the gain parameter of a gain node, it acts like a multiplier, multiplying the input by the offset. And as we shall see, it can be used to set parameter values for many nodes with one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210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represents an audio source whose output is a constant value. It is useful as a constant source in general, and can be used as if it were a constructible 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AudioParam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by automating its 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offset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or connecting another node to it.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audioScheduledSourceNode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meaning that its start() method must be called in order for it to output nonzero values.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single output of this node consists of one channel (mono).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ConstantSourceNode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has a single a-rate parameter, offset, with default value of 1. It specifies the constant value of the source.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simple node is actually one with a lot of uses. By having it as one of two or more inputs to a gain node, it acts like an adder, adding the offset to the input. By having it as input to the gain parameter of a gain node, it acts like a multiplier, multiplying the input by the offset. And as we shall see, it can be used to set parameter values for many nodes with one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ConstantSource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5222F-E46D-48DC-BDFF-5C707FC502F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23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5996-EDD0-49CF-8DDC-7D746015A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EA312-B86F-40BA-BCCF-5B14B03A7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9BD2-2FC6-4A04-8966-8785B850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2CF81-B889-4D62-A0B8-9258F2A4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C2E6B-F509-4B1B-8049-288D4842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53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A9E7-7150-4F9B-87E7-2B9F7259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CD0DD-0F59-49B5-8458-ED5AE330C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4CC12-FE8E-40C6-8BBB-B006964F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FC200-DBB1-4ECF-8B46-D55752F4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D22BC-C658-4297-B560-F2476509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7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4183-8B00-463E-8EEE-6614DB08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9BD5A-E691-40EF-AE23-6E801F0FE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86F11-FFA7-47F3-B3FA-3C51B69B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A6BC7-8072-48C9-9796-30E91790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3281-C49C-4EF7-B22F-8D85031B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69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20A3-1959-4E06-A82C-51D4F6A9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AD51B-35B1-4EDB-ABA8-054941A4E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D9504-04DB-4ADF-81C3-A72951190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D0E61-9C7B-4B8B-B6E3-2CE1BC504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747B7-99A5-46BE-B6BE-1846C404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3DAD0-A03B-47B7-AAF0-DB558F06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36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4B5E-7CFB-46F6-86E6-74C5108C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F44A3-721F-451E-9C10-591346C00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115AC-0E4B-4E2C-A2CC-542E62BB4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6CA1F-5B4F-47B4-B0D5-B536B050F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0D9DD-FE10-46CA-B7BA-065E4E4D3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A97A6-F88A-4C14-9AC4-47855A76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82676-F3DE-45E3-AB16-9A45ADA1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C64A0-B31B-4C51-ADC3-B498C952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1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04D5-D5F5-479E-96B3-9881D45A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6CD7E-7D05-4260-9B67-CBCC63AA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4BE30-BFCE-4956-A020-64083B79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7D497-01E9-4ADD-B910-23512E0B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38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57A10-4FEC-42A7-99E7-616B56ED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3B919-A0ED-4928-8CAF-5979AFBD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80B9-29E6-46BB-9EE4-7E88E7D2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49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A94F-B75B-4B5D-ACF8-1101D4DA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1847-1C6C-43FD-8CC5-56303EDE7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741C8-C988-4DAE-BC74-D10ECE7D4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9FFE2-6A9D-46C7-8B6E-E14056AF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36696-D780-4FF8-9AA3-9AC8E8AB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083DF-9C4D-4D13-8318-A2DA388A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9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9486-E16D-45B3-9674-F25BBAB9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2B2D9-D63B-406D-BDCA-C0A2E65AC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8C51F-0EAE-46FE-A3CF-C78F74BE4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5A6FD-5C9E-4E39-99A4-4B1F8A41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85E38-E722-4022-AEF8-3C5B3DFC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CB662-E2D0-4BED-8DE2-22B7125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69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D42C-55B9-4110-A9B6-CF85EFDA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ADE88-B7FE-41FD-8766-73AE00E92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529AE-29BB-401A-992E-600090C8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935E9-CE1B-404B-B28F-337A7230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BA0E5-672A-47B5-A314-BC3BB30C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69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C6C09-1847-4BC1-A7C0-20673456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77CC6-E7D1-4E1C-9446-B905F13AC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AC096-C034-437F-A740-4BE4624C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9C04-D8C6-429B-B168-AAC3E109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FA781-7A43-4CEF-AB38-413323B6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31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805" y="2130848"/>
            <a:ext cx="10364391" cy="14700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098" y="3886647"/>
            <a:ext cx="8533805" cy="1752451"/>
          </a:xfrm>
        </p:spPr>
        <p:txBody>
          <a:bodyPr/>
          <a:lstStyle>
            <a:lvl1pPr marL="0" indent="0" algn="ctr">
              <a:buNone/>
              <a:defRPr/>
            </a:lvl1pPr>
            <a:lvl2pPr marL="321457" indent="0" algn="ctr">
              <a:buNone/>
              <a:defRPr/>
            </a:lvl2pPr>
            <a:lvl3pPr marL="642915" indent="0" algn="ctr">
              <a:buNone/>
              <a:defRPr/>
            </a:lvl3pPr>
            <a:lvl4pPr marL="964372" indent="0" algn="ctr">
              <a:buNone/>
              <a:defRPr/>
            </a:lvl4pPr>
            <a:lvl5pPr marL="1285829" indent="0" algn="ctr">
              <a:buNone/>
              <a:defRPr/>
            </a:lvl5pPr>
            <a:lvl6pPr marL="1607287" indent="0" algn="ctr">
              <a:buNone/>
              <a:defRPr/>
            </a:lvl6pPr>
            <a:lvl7pPr marL="1928744" indent="0" algn="ctr">
              <a:buNone/>
              <a:defRPr/>
            </a:lvl7pPr>
            <a:lvl8pPr marL="2250201" indent="0" algn="ctr">
              <a:buNone/>
              <a:defRPr/>
            </a:lvl8pPr>
            <a:lvl9pPr marL="257165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82633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12274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18" y="4406801"/>
            <a:ext cx="10362902" cy="1361777"/>
          </a:xfrm>
        </p:spPr>
        <p:txBody>
          <a:bodyPr anchor="t"/>
          <a:lstStyle>
            <a:lvl1pPr algn="l">
              <a:defRPr sz="281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18" y="2906613"/>
            <a:ext cx="10362902" cy="1500188"/>
          </a:xfrm>
        </p:spPr>
        <p:txBody>
          <a:bodyPr anchor="b"/>
          <a:lstStyle>
            <a:lvl1pPr marL="0" indent="0">
              <a:buNone/>
              <a:defRPr sz="1406"/>
            </a:lvl1pPr>
            <a:lvl2pPr marL="321457" indent="0">
              <a:buNone/>
              <a:defRPr sz="1266"/>
            </a:lvl2pPr>
            <a:lvl3pPr marL="642915" indent="0">
              <a:buNone/>
              <a:defRPr sz="1125"/>
            </a:lvl3pPr>
            <a:lvl4pPr marL="964372" indent="0">
              <a:buNone/>
              <a:defRPr sz="984"/>
            </a:lvl4pPr>
            <a:lvl5pPr marL="1285829" indent="0">
              <a:buNone/>
              <a:defRPr sz="984"/>
            </a:lvl5pPr>
            <a:lvl6pPr marL="1607287" indent="0">
              <a:buNone/>
              <a:defRPr sz="984"/>
            </a:lvl6pPr>
            <a:lvl7pPr marL="1928744" indent="0">
              <a:buNone/>
              <a:defRPr sz="984"/>
            </a:lvl7pPr>
            <a:lvl8pPr marL="2250201" indent="0">
              <a:buNone/>
              <a:defRPr sz="984"/>
            </a:lvl8pPr>
            <a:lvl9pPr marL="2571659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04395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156" y="794742"/>
            <a:ext cx="5935266" cy="6009680"/>
          </a:xfrm>
        </p:spPr>
        <p:txBody>
          <a:bodyPr/>
          <a:lstStyle>
            <a:lvl1pPr>
              <a:defRPr sz="1969"/>
            </a:lvl1pPr>
            <a:lvl2pPr>
              <a:defRPr sz="1687"/>
            </a:lvl2pPr>
            <a:lvl3pPr>
              <a:defRPr sz="1406"/>
            </a:lvl3pPr>
            <a:lvl4pPr>
              <a:defRPr sz="1266"/>
            </a:lvl4pPr>
            <a:lvl5pPr>
              <a:defRPr sz="1266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5297" y="794742"/>
            <a:ext cx="5935266" cy="6009680"/>
          </a:xfrm>
        </p:spPr>
        <p:txBody>
          <a:bodyPr/>
          <a:lstStyle>
            <a:lvl1pPr>
              <a:defRPr sz="1969"/>
            </a:lvl1pPr>
            <a:lvl2pPr>
              <a:defRPr sz="1687"/>
            </a:lvl2pPr>
            <a:lvl3pPr>
              <a:defRPr sz="1406"/>
            </a:lvl3pPr>
            <a:lvl4pPr>
              <a:defRPr sz="1266"/>
            </a:lvl4pPr>
            <a:lvl5pPr>
              <a:defRPr sz="1266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609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96" y="274588"/>
            <a:ext cx="1097160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0196" y="1534791"/>
            <a:ext cx="5386090" cy="639589"/>
          </a:xfrm>
        </p:spPr>
        <p:txBody>
          <a:bodyPr anchor="b"/>
          <a:lstStyle>
            <a:lvl1pPr marL="0" indent="0">
              <a:buNone/>
              <a:defRPr sz="1687" b="1"/>
            </a:lvl1pPr>
            <a:lvl2pPr marL="321457" indent="0">
              <a:buNone/>
              <a:defRPr sz="1406" b="1"/>
            </a:lvl2pPr>
            <a:lvl3pPr marL="642915" indent="0">
              <a:buNone/>
              <a:defRPr sz="1266" b="1"/>
            </a:lvl3pPr>
            <a:lvl4pPr marL="964372" indent="0">
              <a:buNone/>
              <a:defRPr sz="1125" b="1"/>
            </a:lvl4pPr>
            <a:lvl5pPr marL="1285829" indent="0">
              <a:buNone/>
              <a:defRPr sz="1125" b="1"/>
            </a:lvl5pPr>
            <a:lvl6pPr marL="1607287" indent="0">
              <a:buNone/>
              <a:defRPr sz="1125" b="1"/>
            </a:lvl6pPr>
            <a:lvl7pPr marL="1928744" indent="0">
              <a:buNone/>
              <a:defRPr sz="1125" b="1"/>
            </a:lvl7pPr>
            <a:lvl8pPr marL="2250201" indent="0">
              <a:buNone/>
              <a:defRPr sz="1125" b="1"/>
            </a:lvl8pPr>
            <a:lvl9pPr marL="2571659" indent="0">
              <a:buNone/>
              <a:defRPr sz="11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196" y="2174379"/>
            <a:ext cx="5386090" cy="3951387"/>
          </a:xfrm>
        </p:spPr>
        <p:txBody>
          <a:bodyPr/>
          <a:lstStyle>
            <a:lvl1pPr>
              <a:defRPr sz="1687"/>
            </a:lvl1pPr>
            <a:lvl2pPr>
              <a:defRPr sz="1406"/>
            </a:lvl2pPr>
            <a:lvl3pPr>
              <a:defRPr sz="1266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739" y="1534791"/>
            <a:ext cx="5389066" cy="639589"/>
          </a:xfrm>
        </p:spPr>
        <p:txBody>
          <a:bodyPr anchor="b"/>
          <a:lstStyle>
            <a:lvl1pPr marL="0" indent="0">
              <a:buNone/>
              <a:defRPr sz="1687" b="1"/>
            </a:lvl1pPr>
            <a:lvl2pPr marL="321457" indent="0">
              <a:buNone/>
              <a:defRPr sz="1406" b="1"/>
            </a:lvl2pPr>
            <a:lvl3pPr marL="642915" indent="0">
              <a:buNone/>
              <a:defRPr sz="1266" b="1"/>
            </a:lvl3pPr>
            <a:lvl4pPr marL="964372" indent="0">
              <a:buNone/>
              <a:defRPr sz="1125" b="1"/>
            </a:lvl4pPr>
            <a:lvl5pPr marL="1285829" indent="0">
              <a:buNone/>
              <a:defRPr sz="1125" b="1"/>
            </a:lvl5pPr>
            <a:lvl6pPr marL="1607287" indent="0">
              <a:buNone/>
              <a:defRPr sz="1125" b="1"/>
            </a:lvl6pPr>
            <a:lvl7pPr marL="1928744" indent="0">
              <a:buNone/>
              <a:defRPr sz="1125" b="1"/>
            </a:lvl7pPr>
            <a:lvl8pPr marL="2250201" indent="0">
              <a:buNone/>
              <a:defRPr sz="1125" b="1"/>
            </a:lvl8pPr>
            <a:lvl9pPr marL="2571659" indent="0">
              <a:buNone/>
              <a:defRPr sz="112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739" y="2174379"/>
            <a:ext cx="5389066" cy="3951387"/>
          </a:xfrm>
        </p:spPr>
        <p:txBody>
          <a:bodyPr/>
          <a:lstStyle>
            <a:lvl1pPr>
              <a:defRPr sz="1687"/>
            </a:lvl1pPr>
            <a:lvl2pPr>
              <a:defRPr sz="1406"/>
            </a:lvl2pPr>
            <a:lvl3pPr>
              <a:defRPr sz="1266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52867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040320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68325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96" y="273473"/>
            <a:ext cx="4010918" cy="1161975"/>
          </a:xfrm>
        </p:spPr>
        <p:txBody>
          <a:bodyPr anchor="b"/>
          <a:lstStyle>
            <a:lvl1pPr algn="l">
              <a:defRPr sz="140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965" y="273472"/>
            <a:ext cx="6814839" cy="5852294"/>
          </a:xfrm>
        </p:spPr>
        <p:txBody>
          <a:bodyPr/>
          <a:lstStyle>
            <a:lvl1pPr>
              <a:defRPr sz="2250"/>
            </a:lvl1pPr>
            <a:lvl2pPr>
              <a:defRPr sz="1969"/>
            </a:lvl2pPr>
            <a:lvl3pPr>
              <a:defRPr sz="1687"/>
            </a:lvl3pPr>
            <a:lvl4pPr>
              <a:defRPr sz="1406"/>
            </a:lvl4pPr>
            <a:lvl5pPr>
              <a:defRPr sz="1406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196" y="1435448"/>
            <a:ext cx="4010918" cy="4690318"/>
          </a:xfrm>
        </p:spPr>
        <p:txBody>
          <a:bodyPr/>
          <a:lstStyle>
            <a:lvl1pPr marL="0" indent="0">
              <a:buNone/>
              <a:defRPr sz="984"/>
            </a:lvl1pPr>
            <a:lvl2pPr marL="321457" indent="0">
              <a:buNone/>
              <a:defRPr sz="844"/>
            </a:lvl2pPr>
            <a:lvl3pPr marL="642915" indent="0">
              <a:buNone/>
              <a:defRPr sz="703"/>
            </a:lvl3pPr>
            <a:lvl4pPr marL="964372" indent="0">
              <a:buNone/>
              <a:defRPr sz="633"/>
            </a:lvl4pPr>
            <a:lvl5pPr marL="1285829" indent="0">
              <a:buNone/>
              <a:defRPr sz="633"/>
            </a:lvl5pPr>
            <a:lvl6pPr marL="1607287" indent="0">
              <a:buNone/>
              <a:defRPr sz="633"/>
            </a:lvl6pPr>
            <a:lvl7pPr marL="1928744" indent="0">
              <a:buNone/>
              <a:defRPr sz="633"/>
            </a:lvl7pPr>
            <a:lvl8pPr marL="2250201" indent="0">
              <a:buNone/>
              <a:defRPr sz="633"/>
            </a:lvl8pPr>
            <a:lvl9pPr marL="2571659" indent="0">
              <a:buNone/>
              <a:defRPr sz="6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154068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180" y="4800824"/>
            <a:ext cx="7314903" cy="567035"/>
          </a:xfrm>
        </p:spPr>
        <p:txBody>
          <a:bodyPr anchor="b"/>
          <a:lstStyle>
            <a:lvl1pPr algn="l">
              <a:defRPr sz="140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180" y="612800"/>
            <a:ext cx="7314903" cy="4114354"/>
          </a:xfrm>
        </p:spPr>
        <p:txBody>
          <a:bodyPr/>
          <a:lstStyle>
            <a:lvl1pPr marL="0" indent="0">
              <a:buNone/>
              <a:defRPr sz="2250"/>
            </a:lvl1pPr>
            <a:lvl2pPr marL="321457" indent="0">
              <a:buNone/>
              <a:defRPr sz="1969"/>
            </a:lvl2pPr>
            <a:lvl3pPr marL="642915" indent="0">
              <a:buNone/>
              <a:defRPr sz="1687"/>
            </a:lvl3pPr>
            <a:lvl4pPr marL="964372" indent="0">
              <a:buNone/>
              <a:defRPr sz="1406"/>
            </a:lvl4pPr>
            <a:lvl5pPr marL="1285829" indent="0">
              <a:buNone/>
              <a:defRPr sz="1406"/>
            </a:lvl5pPr>
            <a:lvl6pPr marL="1607287" indent="0">
              <a:buNone/>
              <a:defRPr sz="1406"/>
            </a:lvl6pPr>
            <a:lvl7pPr marL="1928744" indent="0">
              <a:buNone/>
              <a:defRPr sz="1406"/>
            </a:lvl7pPr>
            <a:lvl8pPr marL="2250201" indent="0">
              <a:buNone/>
              <a:defRPr sz="1406"/>
            </a:lvl8pPr>
            <a:lvl9pPr marL="2571659" indent="0">
              <a:buNone/>
              <a:defRPr sz="1406"/>
            </a:lvl9pPr>
          </a:lstStyle>
          <a:p>
            <a:pPr lvl="0"/>
            <a:endParaRPr lang="en-US" noProof="0">
              <a:sym typeface="Arial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180" y="5367859"/>
            <a:ext cx="7314903" cy="804788"/>
          </a:xfrm>
        </p:spPr>
        <p:txBody>
          <a:bodyPr/>
          <a:lstStyle>
            <a:lvl1pPr marL="0" indent="0">
              <a:buNone/>
              <a:defRPr sz="984"/>
            </a:lvl1pPr>
            <a:lvl2pPr marL="321457" indent="0">
              <a:buNone/>
              <a:defRPr sz="844"/>
            </a:lvl2pPr>
            <a:lvl3pPr marL="642915" indent="0">
              <a:buNone/>
              <a:defRPr sz="703"/>
            </a:lvl3pPr>
            <a:lvl4pPr marL="964372" indent="0">
              <a:buNone/>
              <a:defRPr sz="633"/>
            </a:lvl4pPr>
            <a:lvl5pPr marL="1285829" indent="0">
              <a:buNone/>
              <a:defRPr sz="633"/>
            </a:lvl5pPr>
            <a:lvl6pPr marL="1607287" indent="0">
              <a:buNone/>
              <a:defRPr sz="633"/>
            </a:lvl6pPr>
            <a:lvl7pPr marL="1928744" indent="0">
              <a:buNone/>
              <a:defRPr sz="633"/>
            </a:lvl7pPr>
            <a:lvl8pPr marL="2250201" indent="0">
              <a:buNone/>
              <a:defRPr sz="633"/>
            </a:lvl8pPr>
            <a:lvl9pPr marL="2571659" indent="0">
              <a:buNone/>
              <a:defRPr sz="6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6495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078752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1258" y="35719"/>
            <a:ext cx="3009305" cy="67687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44" y="35719"/>
            <a:ext cx="8885039" cy="67687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4631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FFF58-87D5-4A47-8835-83BEBA3F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5C263-647C-49FA-9574-E87941E2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B177-E929-450F-9637-F57AA0E7E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5F14E-9A28-4A53-AEC4-F6EF4F9FA648}" type="datetimeFigureOut">
              <a:rPr lang="en-GB" smtClean="0"/>
              <a:t>24/02/2021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4807E-C6A9-49FA-9FED-B68D067DA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A0E1-504B-498D-A30E-B4F53B688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2B019-DD82-468C-915A-4164528A74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78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344" y="35719"/>
            <a:ext cx="12013406" cy="6518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charset="0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156" y="794742"/>
            <a:ext cx="12013406" cy="60096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Arial" charset="0"/>
              </a:rPr>
              <a:t>Second level</a:t>
            </a:r>
          </a:p>
          <a:p>
            <a:pPr lvl="2"/>
            <a:r>
              <a:rPr lang="en-US" altLang="en-US">
                <a:sym typeface="Arial" charset="0"/>
              </a:rPr>
              <a:t>Third level</a:t>
            </a:r>
          </a:p>
          <a:p>
            <a:pPr lvl="3"/>
            <a:r>
              <a:rPr lang="en-US" altLang="en-US">
                <a:sym typeface="Arial" charset="0"/>
              </a:rPr>
              <a:t>Fourth level</a:t>
            </a:r>
          </a:p>
          <a:p>
            <a:pPr lvl="4"/>
            <a:r>
              <a:rPr lang="en-US" altLang="en-US">
                <a:sym typeface="Arial" charset="0"/>
              </a:rPr>
              <a:t>Fifth level</a:t>
            </a:r>
          </a:p>
        </p:txBody>
      </p:sp>
      <p:sp>
        <p:nvSpPr>
          <p:cNvPr id="2052" name="Line 3"/>
          <p:cNvSpPr>
            <a:spLocks noChangeShapeType="1"/>
          </p:cNvSpPr>
          <p:nvPr/>
        </p:nvSpPr>
        <p:spPr bwMode="auto">
          <a:xfrm rot="10800000" flipH="1">
            <a:off x="1" y="740048"/>
            <a:ext cx="12189023" cy="1116"/>
          </a:xfrm>
          <a:prstGeom prst="line">
            <a:avLst/>
          </a:prstGeom>
          <a:noFill/>
          <a:ln w="38100">
            <a:solidFill>
              <a:srgbClr val="254789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324117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+mj-lt"/>
          <a:ea typeface="+mj-ea"/>
          <a:cs typeface="+mj-cs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5pPr>
      <a:lvl6pPr marL="321457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6pPr>
      <a:lvl7pPr marL="642915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7pPr>
      <a:lvl8pPr marL="964372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8pPr>
      <a:lvl9pPr marL="1285829" algn="l" rtl="0" fontAlgn="base">
        <a:spcBef>
          <a:spcPct val="0"/>
        </a:spcBef>
        <a:spcAft>
          <a:spcPct val="0"/>
        </a:spcAft>
        <a:defRPr sz="4219">
          <a:solidFill>
            <a:schemeClr val="tx1"/>
          </a:solidFill>
          <a:latin typeface="Arial" charset="0"/>
          <a:ea typeface="ヒラギノ角ゴ ProN W3" charset="0"/>
          <a:cs typeface="ヒラギノ角ゴ ProN W3" charset="0"/>
          <a:sym typeface="Arial" charset="0"/>
        </a:defRPr>
      </a:lvl9pPr>
    </p:titleStyle>
    <p:bodyStyle>
      <a:lvl1pPr marL="410751" indent="-267881" algn="l" rtl="0" eaLnBrk="0" fontAlgn="base" hangingPunct="0">
        <a:spcBef>
          <a:spcPts val="422"/>
        </a:spcBef>
        <a:spcAft>
          <a:spcPct val="0"/>
        </a:spcAft>
        <a:buSzPct val="150000"/>
        <a:buFont typeface="Arial" charset="0"/>
        <a:buChar char="•"/>
        <a:defRPr sz="2953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767926" indent="-267881" algn="l" rtl="0" eaLnBrk="0" fontAlgn="base" hangingPunct="0">
        <a:spcBef>
          <a:spcPts val="422"/>
        </a:spcBef>
        <a:spcAft>
          <a:spcPct val="0"/>
        </a:spcAft>
        <a:buSzPct val="100000"/>
        <a:buFont typeface="Lucida Grande" charset="0"/>
        <a:buChar char="‣"/>
        <a:defRPr sz="253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2pPr>
      <a:lvl3pPr marL="1035807" indent="-223234" algn="l" rtl="0" eaLnBrk="0" fontAlgn="base" hangingPunct="0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3pPr>
      <a:lvl4pPr marL="1348335" indent="-223234" algn="l" rtl="0" eaLnBrk="0" fontAlgn="base" hangingPunct="0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4pPr>
      <a:lvl5pPr marL="1660863" indent="-223234" algn="l" rtl="0" eaLnBrk="0" fontAlgn="base" hangingPunct="0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5pPr>
      <a:lvl6pPr marL="1982320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303777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2625235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2946692" indent="-223234" algn="l" rtl="0" fontAlgn="base">
        <a:spcBef>
          <a:spcPts val="422"/>
        </a:spcBef>
        <a:spcAft>
          <a:spcPct val="0"/>
        </a:spcAft>
        <a:buClr>
          <a:srgbClr val="000000"/>
        </a:buClr>
        <a:buSzPct val="100000"/>
        <a:buFont typeface="Arial" charset="0"/>
        <a:buChar char="-"/>
        <a:defRPr sz="2109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n-US"/>
      </a:defPPr>
      <a:lvl1pPr marL="0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1pPr>
      <a:lvl2pPr marL="321457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2pPr>
      <a:lvl3pPr marL="642915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3pPr>
      <a:lvl4pPr marL="964372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4pPr>
      <a:lvl5pPr marL="1285829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5pPr>
      <a:lvl6pPr marL="1607287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6pPr>
      <a:lvl7pPr marL="1928744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7pPr>
      <a:lvl8pPr marL="2250201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8pPr>
      <a:lvl9pPr marL="2571659" algn="l" defTabSz="642915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2296-C406-4A58-A85A-73635BB62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58492"/>
          </a:xfrm>
        </p:spPr>
        <p:txBody>
          <a:bodyPr>
            <a:normAutofit/>
          </a:bodyPr>
          <a:lstStyle/>
          <a:p>
            <a:r>
              <a:rPr lang="en-GB" dirty="0"/>
              <a:t>Constant Source Node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9BBA4-F8E2-4DB4-880C-719298E24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92702-D4CD-4380-85DF-DEAB52AC2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347" y="2867892"/>
            <a:ext cx="8305305" cy="387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5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77847" y="1425974"/>
            <a:ext cx="11025894" cy="5110511"/>
          </a:xfrm>
        </p:spPr>
        <p:txBody>
          <a:bodyPr anchor="t"/>
          <a:lstStyle/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3200" dirty="0" err="1">
                <a:solidFill>
                  <a:srgbClr val="0000FF"/>
                </a:solidFill>
              </a:rPr>
              <a:t>constantSourceNode</a:t>
            </a:r>
            <a:r>
              <a:rPr lang="en-US" altLang="en-US" sz="3200" dirty="0"/>
              <a:t> is the simplest audio node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generates single channel with constant output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One parameter, </a:t>
            </a:r>
            <a:r>
              <a:rPr lang="en-US" altLang="en-US" sz="2800" dirty="0">
                <a:solidFill>
                  <a:srgbClr val="0000FF"/>
                </a:solidFill>
              </a:rPr>
              <a:t>offset</a:t>
            </a:r>
            <a:r>
              <a:rPr lang="en-US" altLang="en-US" sz="2800" dirty="0"/>
              <a:t>, with default value 1</a:t>
            </a:r>
          </a:p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3222" dirty="0"/>
              <a:t>What is it good for?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Connect constant source and another node to a gain node </a:t>
            </a:r>
            <a:r>
              <a:rPr lang="en-US" altLang="en-US" sz="2800" dirty="0">
                <a:sym typeface="Wingdings" panose="05000000000000000000" pitchFamily="2" charset="2"/>
              </a:rPr>
              <a:t> </a:t>
            </a:r>
            <a:r>
              <a:rPr lang="en-US" altLang="en-US" sz="2800" dirty="0"/>
              <a:t>acts like an adder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800" dirty="0"/>
              <a:t>Set parameter values for many nodes with one </a:t>
            </a:r>
            <a:r>
              <a:rPr lang="en-GB" altLang="en-US" sz="2800" dirty="0" err="1"/>
              <a:t>ConstantSource</a:t>
            </a:r>
            <a:endParaRPr lang="en-GB" altLang="en-US" sz="2800" dirty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Controlling multiple parameters with </a:t>
            </a:r>
            <a:r>
              <a:rPr lang="en-US" altLang="en-US" sz="3600" dirty="0" err="1"/>
              <a:t>constantSourceNode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584528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77847" y="1425974"/>
            <a:ext cx="11025894" cy="5110511"/>
          </a:xfrm>
        </p:spPr>
        <p:txBody>
          <a:bodyPr anchor="t"/>
          <a:lstStyle/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3200" dirty="0" err="1">
                <a:solidFill>
                  <a:srgbClr val="0000FF"/>
                </a:solidFill>
              </a:rPr>
              <a:t>constantSourceNode</a:t>
            </a:r>
            <a:r>
              <a:rPr lang="en-US" altLang="en-US" sz="3200" dirty="0"/>
              <a:t> is the simplest audio node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generates single channel with constant output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One parameter, </a:t>
            </a:r>
            <a:r>
              <a:rPr lang="en-US" altLang="en-US" sz="2800" dirty="0">
                <a:solidFill>
                  <a:srgbClr val="0000FF"/>
                </a:solidFill>
              </a:rPr>
              <a:t>offset</a:t>
            </a:r>
            <a:r>
              <a:rPr lang="en-US" altLang="en-US" sz="2800" dirty="0"/>
              <a:t>, with default value 1</a:t>
            </a:r>
          </a:p>
          <a:p>
            <a:pPr marL="446469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3222" dirty="0"/>
              <a:t>What is it good for?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Connect constant source and another node to a gain node </a:t>
            </a:r>
            <a:r>
              <a:rPr lang="en-US" altLang="en-US" sz="2800" dirty="0">
                <a:sym typeface="Wingdings" panose="05000000000000000000" pitchFamily="2" charset="2"/>
              </a:rPr>
              <a:t> </a:t>
            </a:r>
            <a:r>
              <a:rPr lang="en-US" altLang="en-US" sz="2800" dirty="0"/>
              <a:t>acts like an adder</a:t>
            </a:r>
          </a:p>
          <a:p>
            <a:pPr marL="803644"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800" dirty="0"/>
              <a:t>Set parameter values for many nodes with one </a:t>
            </a:r>
            <a:r>
              <a:rPr lang="en-GB" altLang="en-US" sz="2800" dirty="0" err="1"/>
              <a:t>ConstantSource</a:t>
            </a:r>
            <a:endParaRPr lang="en-GB" altLang="en-US" sz="2800" dirty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Controlling multiple parameters with </a:t>
            </a:r>
            <a:r>
              <a:rPr lang="en-US" altLang="en-US" sz="3600" dirty="0" err="1"/>
              <a:t>constantSourceNode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459957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477847" y="858817"/>
            <a:ext cx="11283518" cy="1477309"/>
          </a:xfrm>
        </p:spPr>
        <p:txBody>
          <a:bodyPr anchor="t"/>
          <a:lstStyle/>
          <a:p>
            <a:pPr marL="178588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22" dirty="0"/>
              <a:t>Load multitrack music and use the constant source node to control the level of several tracks simultaneously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719"/>
            <a:ext cx="12192000" cy="68519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Controlling multiple parameters with </a:t>
            </a:r>
            <a:r>
              <a:rPr lang="en-US" altLang="en-US" sz="3600" dirty="0" err="1"/>
              <a:t>constantSourceNode</a:t>
            </a:r>
            <a:endParaRPr lang="en-US" altLang="en-US" sz="3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2E2783-87D8-44A3-995A-4AC41E431101}"/>
              </a:ext>
            </a:extLst>
          </p:cNvPr>
          <p:cNvSpPr/>
          <p:nvPr/>
        </p:nvSpPr>
        <p:spPr bwMode="auto">
          <a:xfrm>
            <a:off x="5796358" y="2104733"/>
            <a:ext cx="1872000" cy="396000"/>
          </a:xfrm>
          <a:prstGeom prst="roundRect">
            <a:avLst/>
          </a:prstGeom>
          <a:solidFill>
            <a:srgbClr val="00B0F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Congas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45CC3F-590E-4AA4-850A-60E9B9149B52}"/>
              </a:ext>
            </a:extLst>
          </p:cNvPr>
          <p:cNvSpPr/>
          <p:nvPr/>
        </p:nvSpPr>
        <p:spPr bwMode="auto">
          <a:xfrm>
            <a:off x="5796358" y="2930811"/>
            <a:ext cx="1872000" cy="396000"/>
          </a:xfrm>
          <a:prstGeom prst="roundRect">
            <a:avLst/>
          </a:prstGeom>
          <a:solidFill>
            <a:srgbClr val="00B0F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Bass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F984AB-998F-4A84-9CE5-E313B43DD967}"/>
              </a:ext>
            </a:extLst>
          </p:cNvPr>
          <p:cNvSpPr/>
          <p:nvPr/>
        </p:nvSpPr>
        <p:spPr bwMode="auto">
          <a:xfrm>
            <a:off x="5796358" y="3756889"/>
            <a:ext cx="1872000" cy="396000"/>
          </a:xfrm>
          <a:prstGeom prst="roundRect">
            <a:avLst/>
          </a:prstGeom>
          <a:solidFill>
            <a:srgbClr val="00B0F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Ukelele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 DI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0BE548-4A0A-4825-AF4E-FB163E3EAE06}"/>
              </a:ext>
            </a:extLst>
          </p:cNvPr>
          <p:cNvSpPr/>
          <p:nvPr/>
        </p:nvSpPr>
        <p:spPr bwMode="auto">
          <a:xfrm>
            <a:off x="5796358" y="4582967"/>
            <a:ext cx="1872000" cy="396000"/>
          </a:xfrm>
          <a:prstGeom prst="roundRect">
            <a:avLst/>
          </a:prstGeom>
          <a:solidFill>
            <a:srgbClr val="00B0F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Ukelele</a:t>
            </a: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 mic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E13D44-6E3F-45A7-B1D6-F5429551B2DC}"/>
              </a:ext>
            </a:extLst>
          </p:cNvPr>
          <p:cNvSpPr/>
          <p:nvPr/>
        </p:nvSpPr>
        <p:spPr bwMode="auto">
          <a:xfrm>
            <a:off x="5796358" y="5409047"/>
            <a:ext cx="1872000" cy="396000"/>
          </a:xfrm>
          <a:prstGeom prst="roundRect">
            <a:avLst/>
          </a:prstGeom>
          <a:solidFill>
            <a:srgbClr val="00B0F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Viola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800009-1B79-4361-A4D1-8D34AEF25031}"/>
              </a:ext>
            </a:extLst>
          </p:cNvPr>
          <p:cNvSpPr/>
          <p:nvPr/>
        </p:nvSpPr>
        <p:spPr bwMode="auto">
          <a:xfrm>
            <a:off x="7202595" y="6037127"/>
            <a:ext cx="1584000" cy="7200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Constant Source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29B33B8-520D-4FE9-ADBF-227649A045B9}"/>
              </a:ext>
            </a:extLst>
          </p:cNvPr>
          <p:cNvSpPr/>
          <p:nvPr/>
        </p:nvSpPr>
        <p:spPr bwMode="auto">
          <a:xfrm rot="5400000">
            <a:off x="9051319" y="2050733"/>
            <a:ext cx="648000" cy="504000"/>
          </a:xfrm>
          <a:prstGeom prst="triangl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7BCF347-20AA-4EB3-AC03-596B6B9B20A0}"/>
              </a:ext>
            </a:extLst>
          </p:cNvPr>
          <p:cNvSpPr/>
          <p:nvPr/>
        </p:nvSpPr>
        <p:spPr bwMode="auto">
          <a:xfrm rot="5400000">
            <a:off x="9051319" y="2876812"/>
            <a:ext cx="648000" cy="504000"/>
          </a:xfrm>
          <a:prstGeom prst="triangl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85507C7-B535-449D-A96D-DD0CAD866B7D}"/>
              </a:ext>
            </a:extLst>
          </p:cNvPr>
          <p:cNvSpPr/>
          <p:nvPr/>
        </p:nvSpPr>
        <p:spPr bwMode="auto">
          <a:xfrm rot="5400000">
            <a:off x="9051319" y="3702891"/>
            <a:ext cx="648000" cy="504000"/>
          </a:xfrm>
          <a:prstGeom prst="triangl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0D3784D-772C-4428-87DD-AFB8E98294A2}"/>
              </a:ext>
            </a:extLst>
          </p:cNvPr>
          <p:cNvSpPr/>
          <p:nvPr/>
        </p:nvSpPr>
        <p:spPr bwMode="auto">
          <a:xfrm rot="5400000">
            <a:off x="9051319" y="4528970"/>
            <a:ext cx="648000" cy="504000"/>
          </a:xfrm>
          <a:prstGeom prst="triangl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EF0B660-8A20-4CC0-953C-DE1607D584BA}"/>
              </a:ext>
            </a:extLst>
          </p:cNvPr>
          <p:cNvSpPr/>
          <p:nvPr/>
        </p:nvSpPr>
        <p:spPr bwMode="auto">
          <a:xfrm rot="5400000">
            <a:off x="9051319" y="5355047"/>
            <a:ext cx="648000" cy="504000"/>
          </a:xfrm>
          <a:prstGeom prst="triangl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0A9C09-4B62-43CB-9F75-DD4BDF532E04}"/>
              </a:ext>
            </a:extLst>
          </p:cNvPr>
          <p:cNvCxnSpPr>
            <a:cxnSpLocks/>
            <a:stCxn id="9" idx="3"/>
            <a:endCxn id="15" idx="3"/>
          </p:cNvCxnSpPr>
          <p:nvPr/>
        </p:nvCxnSpPr>
        <p:spPr bwMode="auto">
          <a:xfrm>
            <a:off x="7668358" y="5607047"/>
            <a:ext cx="1454961" cy="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1C17FA-C254-41F2-A382-F265C5A50784}"/>
              </a:ext>
            </a:extLst>
          </p:cNvPr>
          <p:cNvCxnSpPr>
            <a:cxnSpLocks/>
            <a:stCxn id="8" idx="3"/>
            <a:endCxn id="14" idx="3"/>
          </p:cNvCxnSpPr>
          <p:nvPr/>
        </p:nvCxnSpPr>
        <p:spPr bwMode="auto">
          <a:xfrm>
            <a:off x="7668358" y="4780967"/>
            <a:ext cx="1454961" cy="3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2FFB8E-9935-4EC6-9D7E-8B96E323234D}"/>
              </a:ext>
            </a:extLst>
          </p:cNvPr>
          <p:cNvCxnSpPr>
            <a:cxnSpLocks/>
            <a:stCxn id="7" idx="3"/>
            <a:endCxn id="13" idx="3"/>
          </p:cNvCxnSpPr>
          <p:nvPr/>
        </p:nvCxnSpPr>
        <p:spPr bwMode="auto">
          <a:xfrm>
            <a:off x="7668358" y="3954889"/>
            <a:ext cx="1454961" cy="2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1E76B7-2ADA-4808-9473-BC2DE555320E}"/>
              </a:ext>
            </a:extLst>
          </p:cNvPr>
          <p:cNvCxnSpPr>
            <a:cxnSpLocks/>
            <a:stCxn id="6" idx="3"/>
            <a:endCxn id="12" idx="3"/>
          </p:cNvCxnSpPr>
          <p:nvPr/>
        </p:nvCxnSpPr>
        <p:spPr bwMode="auto">
          <a:xfrm>
            <a:off x="7668358" y="3128811"/>
            <a:ext cx="1454961" cy="1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18BFAB-7E3E-4B9D-93A6-20D4D92522CF}"/>
              </a:ext>
            </a:extLst>
          </p:cNvPr>
          <p:cNvCxnSpPr>
            <a:cxnSpLocks/>
            <a:stCxn id="2" idx="3"/>
            <a:endCxn id="3" idx="3"/>
          </p:cNvCxnSpPr>
          <p:nvPr/>
        </p:nvCxnSpPr>
        <p:spPr bwMode="auto">
          <a:xfrm>
            <a:off x="7668358" y="2302733"/>
            <a:ext cx="1454961" cy="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39EB05-1DE0-4325-9F08-B044603CC28C}"/>
              </a:ext>
            </a:extLst>
          </p:cNvPr>
          <p:cNvCxnSpPr>
            <a:cxnSpLocks/>
            <a:stCxn id="10" idx="0"/>
            <a:endCxn id="15" idx="3"/>
          </p:cNvCxnSpPr>
          <p:nvPr/>
        </p:nvCxnSpPr>
        <p:spPr bwMode="auto">
          <a:xfrm flipV="1">
            <a:off x="7994595" y="5607047"/>
            <a:ext cx="1128724" cy="43008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108C944-25D6-443B-A6F0-2706AB256873}"/>
              </a:ext>
            </a:extLst>
          </p:cNvPr>
          <p:cNvCxnSpPr>
            <a:cxnSpLocks/>
            <a:stCxn id="10" idx="0"/>
            <a:endCxn id="13" idx="3"/>
          </p:cNvCxnSpPr>
          <p:nvPr/>
        </p:nvCxnSpPr>
        <p:spPr bwMode="auto">
          <a:xfrm flipV="1">
            <a:off x="7994595" y="3954891"/>
            <a:ext cx="1128724" cy="2082236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0405FDE-EB4E-433C-9DEC-77A6F93A9C76}"/>
              </a:ext>
            </a:extLst>
          </p:cNvPr>
          <p:cNvCxnSpPr>
            <a:cxnSpLocks/>
            <a:stCxn id="10" idx="0"/>
            <a:endCxn id="12" idx="3"/>
          </p:cNvCxnSpPr>
          <p:nvPr/>
        </p:nvCxnSpPr>
        <p:spPr bwMode="auto">
          <a:xfrm flipV="1">
            <a:off x="7994595" y="3128812"/>
            <a:ext cx="1128724" cy="2908315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9D1EC84-5736-4016-A5D8-50F1DD91E1BD}"/>
              </a:ext>
            </a:extLst>
          </p:cNvPr>
          <p:cNvCxnSpPr>
            <a:cxnSpLocks/>
            <a:stCxn id="10" idx="0"/>
            <a:endCxn id="3" idx="3"/>
          </p:cNvCxnSpPr>
          <p:nvPr/>
        </p:nvCxnSpPr>
        <p:spPr bwMode="auto">
          <a:xfrm flipV="1">
            <a:off x="7994595" y="2302733"/>
            <a:ext cx="1128724" cy="3734394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50236DE-CDA1-4E7E-B725-C053C1D946DA}"/>
              </a:ext>
            </a:extLst>
          </p:cNvPr>
          <p:cNvCxnSpPr>
            <a:cxnSpLocks/>
            <a:stCxn id="10" idx="0"/>
            <a:endCxn id="14" idx="3"/>
          </p:cNvCxnSpPr>
          <p:nvPr/>
        </p:nvCxnSpPr>
        <p:spPr bwMode="auto">
          <a:xfrm flipV="1">
            <a:off x="7994595" y="4780970"/>
            <a:ext cx="1128724" cy="1256157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42DBFDD-8251-4655-A0FD-8A1748EA72DA}"/>
              </a:ext>
            </a:extLst>
          </p:cNvPr>
          <p:cNvSpPr/>
          <p:nvPr/>
        </p:nvSpPr>
        <p:spPr bwMode="auto">
          <a:xfrm>
            <a:off x="10158794" y="3594889"/>
            <a:ext cx="1996853" cy="720000"/>
          </a:xfrm>
          <a:prstGeom prst="roundRect">
            <a:avLst/>
          </a:prstGeom>
          <a:solidFill>
            <a:srgbClr val="FF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Destination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CB0218C-7D39-4042-9358-EC6DFD6E0963}"/>
              </a:ext>
            </a:extLst>
          </p:cNvPr>
          <p:cNvCxnSpPr>
            <a:cxnSpLocks/>
            <a:stCxn id="3" idx="0"/>
            <a:endCxn id="57" idx="1"/>
          </p:cNvCxnSpPr>
          <p:nvPr/>
        </p:nvCxnSpPr>
        <p:spPr bwMode="auto">
          <a:xfrm>
            <a:off x="9627319" y="2302733"/>
            <a:ext cx="531475" cy="1652156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A58996-88D6-4240-8443-0A5BC5E9DB49}"/>
              </a:ext>
            </a:extLst>
          </p:cNvPr>
          <p:cNvCxnSpPr>
            <a:cxnSpLocks/>
            <a:stCxn id="14" idx="0"/>
            <a:endCxn id="57" idx="1"/>
          </p:cNvCxnSpPr>
          <p:nvPr/>
        </p:nvCxnSpPr>
        <p:spPr bwMode="auto">
          <a:xfrm flipV="1">
            <a:off x="9627319" y="3954889"/>
            <a:ext cx="531475" cy="826081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18057B8-DFC0-46D1-86AC-DEE21AD9FA25}"/>
              </a:ext>
            </a:extLst>
          </p:cNvPr>
          <p:cNvCxnSpPr>
            <a:cxnSpLocks/>
            <a:stCxn id="13" idx="0"/>
            <a:endCxn id="57" idx="1"/>
          </p:cNvCxnSpPr>
          <p:nvPr/>
        </p:nvCxnSpPr>
        <p:spPr bwMode="auto">
          <a:xfrm flipV="1">
            <a:off x="9627319" y="3954889"/>
            <a:ext cx="531475" cy="2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A8D77CC-A6D1-459D-B040-C040B08FF297}"/>
              </a:ext>
            </a:extLst>
          </p:cNvPr>
          <p:cNvCxnSpPr>
            <a:cxnSpLocks/>
            <a:stCxn id="12" idx="0"/>
            <a:endCxn id="57" idx="1"/>
          </p:cNvCxnSpPr>
          <p:nvPr/>
        </p:nvCxnSpPr>
        <p:spPr bwMode="auto">
          <a:xfrm>
            <a:off x="9627319" y="3128812"/>
            <a:ext cx="531475" cy="826077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C78D955-1C77-42B0-BAFF-FD7E3C289C15}"/>
              </a:ext>
            </a:extLst>
          </p:cNvPr>
          <p:cNvCxnSpPr>
            <a:cxnSpLocks/>
            <a:stCxn id="57" idx="1"/>
            <a:endCxn id="15" idx="0"/>
          </p:cNvCxnSpPr>
          <p:nvPr/>
        </p:nvCxnSpPr>
        <p:spPr bwMode="auto">
          <a:xfrm flipH="1">
            <a:off x="9627319" y="3954889"/>
            <a:ext cx="531475" cy="1652158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8554B4A-58B9-46A8-B20F-79D87A4DB65C}"/>
              </a:ext>
            </a:extLst>
          </p:cNvPr>
          <p:cNvSpPr txBox="1"/>
          <p:nvPr/>
        </p:nvSpPr>
        <p:spPr>
          <a:xfrm>
            <a:off x="190069" y="2375400"/>
            <a:ext cx="537958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6469" marR="0" lvl="0" indent="-267881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50000"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sym typeface="Arial" charset="0"/>
              </a:rPr>
              <a:t>Here, could just connect/disconnect sources 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sym typeface="Arial" charset="0"/>
              </a:rPr>
              <a:t>to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sym typeface="Arial" charset="0"/>
              </a:rPr>
              <a:t>single gain node</a:t>
            </a:r>
          </a:p>
          <a:p>
            <a:pPr marL="903669" lvl="1" indent="-267881" fontAlgn="base">
              <a:spcBef>
                <a:spcPts val="600"/>
              </a:spcBef>
              <a:spcAft>
                <a:spcPts val="600"/>
              </a:spcAft>
              <a:buSzPct val="150000"/>
              <a:buFont typeface="Arial" charset="0"/>
              <a:buChar char="•"/>
              <a:defRPr/>
            </a:pPr>
            <a:r>
              <a:rPr lang="en-US" altLang="en-US" sz="2400" kern="0" dirty="0">
                <a:solidFill>
                  <a:srgbClr val="000000"/>
                </a:solidFill>
                <a:latin typeface="Arial"/>
                <a:sym typeface="Arial" charset="0"/>
              </a:rPr>
              <a:t>But constant source could control other parameters on other nodes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sym typeface="Arial" charset="0"/>
            </a:endParaRPr>
          </a:p>
          <a:p>
            <a:pPr marL="446469" marR="0" lvl="0" indent="-267881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150000"/>
              <a:buFont typeface="Arial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sym typeface="Arial" charset="0"/>
              </a:rPr>
              <a:t>Can use it for grouping as a mixing task</a:t>
            </a:r>
            <a:endParaRPr kumimoji="0" lang="en-GB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83224"/>
      </p:ext>
    </p:extLst>
  </p:cSld>
  <p:clrMapOvr>
    <a:masterClrMapping/>
  </p:clrMapOvr>
  <p:transition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Arial"/>
        <a:ea typeface="ヒラギノ角ゴ ProN W3"/>
        <a:cs typeface="ヒラギノ角ゴ ProN W3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760</Words>
  <Application>Microsoft Office PowerPoint</Application>
  <PresentationFormat>Widescreen</PresentationFormat>
  <Paragraphs>45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Gill Sans</vt:lpstr>
      <vt:lpstr>Lucida Grande</vt:lpstr>
      <vt:lpstr>Times New Roman</vt:lpstr>
      <vt:lpstr>Office Theme</vt:lpstr>
      <vt:lpstr>Title &amp; Bullets</vt:lpstr>
      <vt:lpstr>Constant Source Node</vt:lpstr>
      <vt:lpstr>Controlling multiple parameters with constantSourceNode</vt:lpstr>
      <vt:lpstr>Controlling multiple parameters with constantSourceNode</vt:lpstr>
      <vt:lpstr>Controlling multiple parameters with constantSourceNode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Buffering</dc:title>
  <dc:creator>Josh Reiss</dc:creator>
  <cp:lastModifiedBy>Joshua Reiss</cp:lastModifiedBy>
  <cp:revision>2</cp:revision>
  <dcterms:created xsi:type="dcterms:W3CDTF">2020-07-13T15:13:31Z</dcterms:created>
  <dcterms:modified xsi:type="dcterms:W3CDTF">2021-02-24T13:15:11Z</dcterms:modified>
</cp:coreProperties>
</file>