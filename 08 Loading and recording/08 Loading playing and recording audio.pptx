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  <p:sldMasterId id="2147483660" r:id="rId2"/>
  </p:sldMasterIdLst>
  <p:notesMasterIdLst>
    <p:notesMasterId r:id="rId12"/>
  </p:notesMasterIdLst>
  <p:handoutMasterIdLst>
    <p:handoutMasterId r:id="rId13"/>
  </p:handoutMasterIdLst>
  <p:sldIdLst>
    <p:sldId id="328" r:id="rId3"/>
    <p:sldId id="331" r:id="rId4"/>
    <p:sldId id="332" r:id="rId5"/>
    <p:sldId id="333" r:id="rId6"/>
    <p:sldId id="349" r:id="rId7"/>
    <p:sldId id="350" r:id="rId8"/>
    <p:sldId id="352" r:id="rId9"/>
    <p:sldId id="256" r:id="rId10"/>
    <p:sldId id="353" r:id="rId11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F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F0DECF-4F5B-481C-9B95-5496AC32922A}" v="1" dt="2021-10-11T07:21:32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5" autoAdjust="0"/>
    <p:restoredTop sz="96433" autoAdjust="0"/>
  </p:normalViewPr>
  <p:slideViewPr>
    <p:cSldViewPr>
      <p:cViewPr varScale="1">
        <p:scale>
          <a:sx n="69" d="100"/>
          <a:sy n="69" d="100"/>
        </p:scale>
        <p:origin x="69" y="24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a90d6cd88c30b6c6" providerId="LiveId" clId="{A57B3675-DE79-416C-824D-09478B4345DD}"/>
    <pc:docChg chg="undo redo custSel modSld modMainMaster">
      <pc:chgData name="Josh Reiss" userId="a90d6cd88c30b6c6" providerId="LiveId" clId="{A57B3675-DE79-416C-824D-09478B4345DD}" dt="2019-08-21T08:43:14.216" v="67" actId="14100"/>
      <pc:docMkLst>
        <pc:docMk/>
      </pc:docMkLst>
      <pc:sldChg chg="modSp">
        <pc:chgData name="Josh Reiss" userId="a90d6cd88c30b6c6" providerId="LiveId" clId="{A57B3675-DE79-416C-824D-09478B4345DD}" dt="2019-08-21T08:43:14.216" v="67" actId="14100"/>
        <pc:sldMkLst>
          <pc:docMk/>
          <pc:sldMk cId="0" sldId="258"/>
        </pc:sldMkLst>
        <pc:spChg chg="mod">
          <ac:chgData name="Josh Reiss" userId="a90d6cd88c30b6c6" providerId="LiveId" clId="{A57B3675-DE79-416C-824D-09478B4345DD}" dt="2019-08-21T08:43:14.216" v="67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Josh Reiss" userId="a90d6cd88c30b6c6" providerId="LiveId" clId="{A57B3675-DE79-416C-824D-09478B4345DD}" dt="2019-08-21T08:43:02.949" v="65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Josh Reiss" userId="a90d6cd88c30b6c6" providerId="LiveId" clId="{A57B3675-DE79-416C-824D-09478B4345DD}" dt="2019-08-21T08:42:32.611" v="59" actId="948"/>
          <ac:spMkLst>
            <pc:docMk/>
            <pc:sldMk cId="0" sldId="258"/>
            <ac:spMk id="6" creationId="{00000000-0000-0000-0000-000000000000}"/>
          </ac:spMkLst>
        </pc:spChg>
      </pc:sldChg>
      <pc:sldChg chg="modSp">
        <pc:chgData name="Josh Reiss" userId="a90d6cd88c30b6c6" providerId="LiveId" clId="{A57B3675-DE79-416C-824D-09478B4345DD}" dt="2019-08-21T08:39:45.282" v="10" actId="14100"/>
        <pc:sldMkLst>
          <pc:docMk/>
          <pc:sldMk cId="0" sldId="265"/>
        </pc:sldMkLst>
        <pc:spChg chg="mod">
          <ac:chgData name="Josh Reiss" userId="a90d6cd88c30b6c6" providerId="LiveId" clId="{A57B3675-DE79-416C-824D-09478B4345DD}" dt="2019-08-21T08:39:45.282" v="10" actId="14100"/>
          <ac:spMkLst>
            <pc:docMk/>
            <pc:sldMk cId="0" sldId="265"/>
            <ac:spMk id="3" creationId="{00000000-0000-0000-0000-000000000000}"/>
          </ac:spMkLst>
        </pc:spChg>
        <pc:spChg chg="mod">
          <ac:chgData name="Josh Reiss" userId="a90d6cd88c30b6c6" providerId="LiveId" clId="{A57B3675-DE79-416C-824D-09478B4345DD}" dt="2019-08-21T08:39:37.449" v="9" actId="14100"/>
          <ac:spMkLst>
            <pc:docMk/>
            <pc:sldMk cId="0" sldId="265"/>
            <ac:spMk id="7" creationId="{00000000-0000-0000-0000-000000000000}"/>
          </ac:spMkLst>
        </pc:spChg>
        <pc:picChg chg="mod">
          <ac:chgData name="Josh Reiss" userId="a90d6cd88c30b6c6" providerId="LiveId" clId="{A57B3675-DE79-416C-824D-09478B4345DD}" dt="2019-08-21T08:39:29.687" v="8" actId="1076"/>
          <ac:picMkLst>
            <pc:docMk/>
            <pc:sldMk cId="0" sldId="265"/>
            <ac:picMk id="5" creationId="{00000000-0000-0000-0000-000000000000}"/>
          </ac:picMkLst>
        </pc:picChg>
      </pc:sldChg>
      <pc:sldChg chg="modSp">
        <pc:chgData name="Josh Reiss" userId="a90d6cd88c30b6c6" providerId="LiveId" clId="{A57B3675-DE79-416C-824D-09478B4345DD}" dt="2019-08-21T08:39:01.453" v="6" actId="27636"/>
        <pc:sldMkLst>
          <pc:docMk/>
          <pc:sldMk cId="0" sldId="285"/>
        </pc:sldMkLst>
        <pc:spChg chg="mod">
          <ac:chgData name="Josh Reiss" userId="a90d6cd88c30b6c6" providerId="LiveId" clId="{A57B3675-DE79-416C-824D-09478B4345DD}" dt="2019-08-21T08:39:01.453" v="6" actId="27636"/>
          <ac:spMkLst>
            <pc:docMk/>
            <pc:sldMk cId="0" sldId="285"/>
            <ac:spMk id="3" creationId="{00000000-0000-0000-0000-000000000000}"/>
          </ac:spMkLst>
        </pc:spChg>
        <pc:spChg chg="mod">
          <ac:chgData name="Josh Reiss" userId="a90d6cd88c30b6c6" providerId="LiveId" clId="{A57B3675-DE79-416C-824D-09478B4345DD}" dt="2019-08-21T08:38:34.381" v="0"/>
          <ac:spMkLst>
            <pc:docMk/>
            <pc:sldMk cId="0" sldId="285"/>
            <ac:spMk id="5" creationId="{00000000-0000-0000-0000-000000000000}"/>
          </ac:spMkLst>
        </pc:spChg>
        <pc:picChg chg="mod">
          <ac:chgData name="Josh Reiss" userId="a90d6cd88c30b6c6" providerId="LiveId" clId="{A57B3675-DE79-416C-824D-09478B4345DD}" dt="2019-08-21T08:38:34.381" v="0"/>
          <ac:picMkLst>
            <pc:docMk/>
            <pc:sldMk cId="0" sldId="285"/>
            <ac:picMk id="6" creationId="{00000000-0000-0000-0000-000000000000}"/>
          </ac:picMkLst>
        </pc:picChg>
      </pc:sldChg>
      <pc:sldChg chg="modSp">
        <pc:chgData name="Josh Reiss" userId="a90d6cd88c30b6c6" providerId="LiveId" clId="{A57B3675-DE79-416C-824D-09478B4345DD}" dt="2019-08-21T08:39:09.183" v="7" actId="1076"/>
        <pc:sldMkLst>
          <pc:docMk/>
          <pc:sldMk cId="0" sldId="328"/>
        </pc:sldMkLst>
        <pc:spChg chg="mod">
          <ac:chgData name="Josh Reiss" userId="a90d6cd88c30b6c6" providerId="LiveId" clId="{A57B3675-DE79-416C-824D-09478B4345DD}" dt="2019-08-21T08:39:01.413" v="5" actId="14100"/>
          <ac:spMkLst>
            <pc:docMk/>
            <pc:sldMk cId="0" sldId="328"/>
            <ac:spMk id="2" creationId="{00000000-0000-0000-0000-000000000000}"/>
          </ac:spMkLst>
        </pc:spChg>
        <pc:spChg chg="mod">
          <ac:chgData name="Josh Reiss" userId="a90d6cd88c30b6c6" providerId="LiveId" clId="{A57B3675-DE79-416C-824D-09478B4345DD}" dt="2019-08-21T08:38:34.381" v="0"/>
          <ac:spMkLst>
            <pc:docMk/>
            <pc:sldMk cId="0" sldId="328"/>
            <ac:spMk id="3" creationId="{00000000-0000-0000-0000-000000000000}"/>
          </ac:spMkLst>
        </pc:spChg>
        <pc:spChg chg="mod">
          <ac:chgData name="Josh Reiss" userId="a90d6cd88c30b6c6" providerId="LiveId" clId="{A57B3675-DE79-416C-824D-09478B4345DD}" dt="2019-08-21T08:39:09.183" v="7" actId="1076"/>
          <ac:spMkLst>
            <pc:docMk/>
            <pc:sldMk cId="0" sldId="328"/>
            <ac:spMk id="5" creationId="{00000000-0000-0000-0000-000000000000}"/>
          </ac:spMkLst>
        </pc:spChg>
      </pc:sldChg>
      <pc:sldMasterChg chg="modSp modSldLayout">
        <pc:chgData name="Josh Reiss" userId="a90d6cd88c30b6c6" providerId="LiveId" clId="{A57B3675-DE79-416C-824D-09478B4345DD}" dt="2019-08-21T08:38:34.381" v="0"/>
        <pc:sldMasterMkLst>
          <pc:docMk/>
          <pc:sldMasterMk cId="0" sldId="2147483648"/>
        </pc:sldMasterMkLst>
        <pc:spChg chg="mod">
          <ac:chgData name="Josh Reiss" userId="a90d6cd88c30b6c6" providerId="LiveId" clId="{A57B3675-DE79-416C-824D-09478B4345DD}" dt="2019-08-21T08:38:34.381" v="0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Josh Reiss" userId="a90d6cd88c30b6c6" providerId="LiveId" clId="{A57B3675-DE79-416C-824D-09478B4345DD}" dt="2019-08-21T08:38:34.381" v="0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Josh Reiss" userId="a90d6cd88c30b6c6" providerId="LiveId" clId="{A57B3675-DE79-416C-824D-09478B4345DD}" dt="2019-08-21T08:38:34.381" v="0"/>
          <ac:spMkLst>
            <pc:docMk/>
            <pc:sldMasterMk cId="0" sldId="2147483648"/>
            <ac:spMk id="8" creationId="{00000000-0000-0000-0000-000000000000}"/>
          </ac:spMkLst>
        </pc:sp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49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0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1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1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1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2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2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2"/>
              <ac:spMk id="7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3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7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3"/>
              <ac:spMk id="9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4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5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5"/>
              <ac:spMk id="2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5"/>
              <ac:spMk id="4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6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6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6"/>
              <ac:spMk id="7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7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7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7"/>
              <ac:spMk id="7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8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8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8"/>
              <ac:spMk id="6" creationId="{00000000-0000-0000-0000-000000000000}"/>
            </ac:spMkLst>
          </pc:spChg>
        </pc:sldLayoutChg>
        <pc:sldLayoutChg chg="modSp">
          <pc:chgData name="Josh Reiss" userId="a90d6cd88c30b6c6" providerId="LiveId" clId="{A57B3675-DE79-416C-824D-09478B4345DD}" dt="2019-08-21T08:38:34.381" v="0"/>
          <pc:sldLayoutMkLst>
            <pc:docMk/>
            <pc:sldMasterMk cId="0" sldId="2147483648"/>
            <pc:sldLayoutMk cId="0" sldId="2147483659"/>
          </pc:sldLayoutMkLst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9"/>
              <ac:spMk id="4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  <pc:spChg chg="mod">
            <ac:chgData name="Josh Reiss" userId="a90d6cd88c30b6c6" providerId="LiveId" clId="{A57B3675-DE79-416C-824D-09478B4345DD}" dt="2019-08-21T08:38:34.381" v="0"/>
            <ac:spMkLst>
              <pc:docMk/>
              <pc:sldMasterMk cId="0" sldId="2147483648"/>
              <pc:sldLayoutMk cId="0" sldId="2147483659"/>
              <ac:spMk id="6" creationId="{00000000-0000-0000-0000-000000000000}"/>
            </ac:spMkLst>
          </pc:spChg>
        </pc:sldLayoutChg>
      </pc:sldMasterChg>
    </pc:docChg>
  </pc:docChgLst>
  <pc:docChgLst>
    <pc:chgData name="Josh Reiss" userId="a90d6cd88c30b6c6" providerId="LiveId" clId="{2B6E0094-06A1-4295-87CB-33ADD34AD6C7}"/>
    <pc:docChg chg="undo redo custSel addSld modSld">
      <pc:chgData name="Josh Reiss" userId="a90d6cd88c30b6c6" providerId="LiveId" clId="{2B6E0094-06A1-4295-87CB-33ADD34AD6C7}" dt="2021-01-30T08:03:31.035" v="1098"/>
      <pc:docMkLst>
        <pc:docMk/>
      </pc:docMkLst>
      <pc:sldChg chg="addSp delSp modSp mod">
        <pc:chgData name="Josh Reiss" userId="a90d6cd88c30b6c6" providerId="LiveId" clId="{2B6E0094-06A1-4295-87CB-33ADD34AD6C7}" dt="2021-01-29T23:07:16.198" v="81" actId="14100"/>
        <pc:sldMkLst>
          <pc:docMk/>
          <pc:sldMk cId="0" sldId="328"/>
        </pc:sldMkLst>
        <pc:spChg chg="mod">
          <ac:chgData name="Josh Reiss" userId="a90d6cd88c30b6c6" providerId="LiveId" clId="{2B6E0094-06A1-4295-87CB-33ADD34AD6C7}" dt="2021-01-29T23:01:51.658" v="49" actId="14100"/>
          <ac:spMkLst>
            <pc:docMk/>
            <pc:sldMk cId="0" sldId="328"/>
            <ac:spMk id="2" creationId="{00000000-0000-0000-0000-000000000000}"/>
          </ac:spMkLst>
        </pc:spChg>
        <pc:spChg chg="mod">
          <ac:chgData name="Josh Reiss" userId="a90d6cd88c30b6c6" providerId="LiveId" clId="{2B6E0094-06A1-4295-87CB-33ADD34AD6C7}" dt="2021-01-29T23:02:45.030" v="61" actId="1076"/>
          <ac:spMkLst>
            <pc:docMk/>
            <pc:sldMk cId="0" sldId="328"/>
            <ac:spMk id="3" creationId="{00000000-0000-0000-0000-000000000000}"/>
          </ac:spMkLst>
        </pc:spChg>
        <pc:graphicFrameChg chg="add del mod">
          <ac:chgData name="Josh Reiss" userId="a90d6cd88c30b6c6" providerId="LiveId" clId="{2B6E0094-06A1-4295-87CB-33ADD34AD6C7}" dt="2021-01-29T22:58:32.665" v="3"/>
          <ac:graphicFrameMkLst>
            <pc:docMk/>
            <pc:sldMk cId="0" sldId="328"/>
            <ac:graphicFrameMk id="6" creationId="{52836E7B-AF59-478E-9A5C-11EEC11A801F}"/>
          </ac:graphicFrameMkLst>
        </pc:graphicFrameChg>
        <pc:graphicFrameChg chg="add del mod">
          <ac:chgData name="Josh Reiss" userId="a90d6cd88c30b6c6" providerId="LiveId" clId="{2B6E0094-06A1-4295-87CB-33ADD34AD6C7}" dt="2021-01-29T22:58:30.918" v="2"/>
          <ac:graphicFrameMkLst>
            <pc:docMk/>
            <pc:sldMk cId="0" sldId="328"/>
            <ac:graphicFrameMk id="7" creationId="{D150D17B-513F-4E04-A21D-D3A903207AA6}"/>
          </ac:graphicFrameMkLst>
        </pc:graphicFrameChg>
        <pc:graphicFrameChg chg="add del mod">
          <ac:chgData name="Josh Reiss" userId="a90d6cd88c30b6c6" providerId="LiveId" clId="{2B6E0094-06A1-4295-87CB-33ADD34AD6C7}" dt="2021-01-29T22:58:48.512" v="5"/>
          <ac:graphicFrameMkLst>
            <pc:docMk/>
            <pc:sldMk cId="0" sldId="328"/>
            <ac:graphicFrameMk id="8" creationId="{52E7AF12-E419-4050-8EC8-D50F6581CD96}"/>
          </ac:graphicFrameMkLst>
        </pc:graphicFrameChg>
        <pc:picChg chg="del">
          <ac:chgData name="Josh Reiss" userId="a90d6cd88c30b6c6" providerId="LiveId" clId="{2B6E0094-06A1-4295-87CB-33ADD34AD6C7}" dt="2021-01-29T23:00:47.752" v="44" actId="478"/>
          <ac:picMkLst>
            <pc:docMk/>
            <pc:sldMk cId="0" sldId="328"/>
            <ac:picMk id="4" creationId="{1623726B-44E8-4010-8BDA-328A561382B4}"/>
          </ac:picMkLst>
        </pc:picChg>
        <pc:picChg chg="add mod">
          <ac:chgData name="Josh Reiss" userId="a90d6cd88c30b6c6" providerId="LiveId" clId="{2B6E0094-06A1-4295-87CB-33ADD34AD6C7}" dt="2021-01-29T23:06:31.340" v="73" actId="1076"/>
          <ac:picMkLst>
            <pc:docMk/>
            <pc:sldMk cId="0" sldId="328"/>
            <ac:picMk id="1026" creationId="{8CC5F32B-143B-4D66-B938-4C368297B0B3}"/>
          </ac:picMkLst>
        </pc:picChg>
        <pc:picChg chg="add mod">
          <ac:chgData name="Josh Reiss" userId="a90d6cd88c30b6c6" providerId="LiveId" clId="{2B6E0094-06A1-4295-87CB-33ADD34AD6C7}" dt="2021-01-29T23:06:27.787" v="72" actId="1076"/>
          <ac:picMkLst>
            <pc:docMk/>
            <pc:sldMk cId="0" sldId="328"/>
            <ac:picMk id="1028" creationId="{AAA75616-B978-4208-9C96-041B2C67E201}"/>
          </ac:picMkLst>
        </pc:picChg>
        <pc:picChg chg="add mod">
          <ac:chgData name="Josh Reiss" userId="a90d6cd88c30b6c6" providerId="LiveId" clId="{2B6E0094-06A1-4295-87CB-33ADD34AD6C7}" dt="2021-01-29T23:07:16.198" v="81" actId="14100"/>
          <ac:picMkLst>
            <pc:docMk/>
            <pc:sldMk cId="0" sldId="328"/>
            <ac:picMk id="1030" creationId="{5E6BB7D1-5E44-4936-A59B-1FBEFCC4B615}"/>
          </ac:picMkLst>
        </pc:picChg>
      </pc:sldChg>
      <pc:sldChg chg="addSp delSp modSp mod">
        <pc:chgData name="Josh Reiss" userId="a90d6cd88c30b6c6" providerId="LiveId" clId="{2B6E0094-06A1-4295-87CB-33ADD34AD6C7}" dt="2021-01-30T07:20:08.104" v="265" actId="14100"/>
        <pc:sldMkLst>
          <pc:docMk/>
          <pc:sldMk cId="825086682" sldId="331"/>
        </pc:sldMkLst>
        <pc:spChg chg="mod">
          <ac:chgData name="Josh Reiss" userId="a90d6cd88c30b6c6" providerId="LiveId" clId="{2B6E0094-06A1-4295-87CB-33ADD34AD6C7}" dt="2021-01-29T23:09:24.569" v="112"/>
          <ac:spMkLst>
            <pc:docMk/>
            <pc:sldMk cId="825086682" sldId="331"/>
            <ac:spMk id="2" creationId="{804CC300-B1E9-4920-B7F0-11E4C44C33D6}"/>
          </ac:spMkLst>
        </pc:spChg>
        <pc:spChg chg="mod">
          <ac:chgData name="Josh Reiss" userId="a90d6cd88c30b6c6" providerId="LiveId" clId="{2B6E0094-06A1-4295-87CB-33ADD34AD6C7}" dt="2021-01-30T07:15:51.935" v="246" actId="207"/>
          <ac:spMkLst>
            <pc:docMk/>
            <pc:sldMk cId="825086682" sldId="331"/>
            <ac:spMk id="3" creationId="{D2D4A7F2-234A-4292-84D2-445D75836997}"/>
          </ac:spMkLst>
        </pc:spChg>
        <pc:picChg chg="add del mod modCrop">
          <ac:chgData name="Josh Reiss" userId="a90d6cd88c30b6c6" providerId="LiveId" clId="{2B6E0094-06A1-4295-87CB-33ADD34AD6C7}" dt="2021-01-30T07:18:54.119" v="261" actId="478"/>
          <ac:picMkLst>
            <pc:docMk/>
            <pc:sldMk cId="825086682" sldId="331"/>
            <ac:picMk id="4" creationId="{9F7A1770-0726-4ED2-A0E2-5CD25F36C476}"/>
          </ac:picMkLst>
        </pc:picChg>
        <pc:picChg chg="add mod">
          <ac:chgData name="Josh Reiss" userId="a90d6cd88c30b6c6" providerId="LiveId" clId="{2B6E0094-06A1-4295-87CB-33ADD34AD6C7}" dt="2021-01-30T07:18:57.931" v="262" actId="1076"/>
          <ac:picMkLst>
            <pc:docMk/>
            <pc:sldMk cId="825086682" sldId="331"/>
            <ac:picMk id="5" creationId="{3A0A4595-BA66-41F4-B2E6-73072001ECA0}"/>
          </ac:picMkLst>
        </pc:picChg>
        <pc:picChg chg="add mod">
          <ac:chgData name="Josh Reiss" userId="a90d6cd88c30b6c6" providerId="LiveId" clId="{2B6E0094-06A1-4295-87CB-33ADD34AD6C7}" dt="2021-01-30T07:20:08.104" v="265" actId="14100"/>
          <ac:picMkLst>
            <pc:docMk/>
            <pc:sldMk cId="825086682" sldId="331"/>
            <ac:picMk id="6" creationId="{C7F06B06-0A51-4430-8076-35A80E3331F2}"/>
          </ac:picMkLst>
        </pc:picChg>
      </pc:sldChg>
      <pc:sldChg chg="delSp modSp mod">
        <pc:chgData name="Josh Reiss" userId="a90d6cd88c30b6c6" providerId="LiveId" clId="{2B6E0094-06A1-4295-87CB-33ADD34AD6C7}" dt="2021-01-30T07:33:20.181" v="462" actId="20577"/>
        <pc:sldMkLst>
          <pc:docMk/>
          <pc:sldMk cId="264300350" sldId="332"/>
        </pc:sldMkLst>
        <pc:spChg chg="mod">
          <ac:chgData name="Josh Reiss" userId="a90d6cd88c30b6c6" providerId="LiveId" clId="{2B6E0094-06A1-4295-87CB-33ADD34AD6C7}" dt="2021-01-30T07:21:50.111" v="268"/>
          <ac:spMkLst>
            <pc:docMk/>
            <pc:sldMk cId="264300350" sldId="332"/>
            <ac:spMk id="2" creationId="{F8E8092E-7040-4C52-90CD-6F321E78E6FD}"/>
          </ac:spMkLst>
        </pc:spChg>
        <pc:spChg chg="mod">
          <ac:chgData name="Josh Reiss" userId="a90d6cd88c30b6c6" providerId="LiveId" clId="{2B6E0094-06A1-4295-87CB-33ADD34AD6C7}" dt="2021-01-30T07:33:20.181" v="462" actId="20577"/>
          <ac:spMkLst>
            <pc:docMk/>
            <pc:sldMk cId="264300350" sldId="332"/>
            <ac:spMk id="3" creationId="{4C2C8911-94C0-40C6-9509-C499A7F9A56B}"/>
          </ac:spMkLst>
        </pc:spChg>
        <pc:spChg chg="del">
          <ac:chgData name="Josh Reiss" userId="a90d6cd88c30b6c6" providerId="LiveId" clId="{2B6E0094-06A1-4295-87CB-33ADD34AD6C7}" dt="2021-01-30T07:25:41.397" v="279" actId="478"/>
          <ac:spMkLst>
            <pc:docMk/>
            <pc:sldMk cId="264300350" sldId="332"/>
            <ac:spMk id="10" creationId="{78091791-0604-4D9E-9ADD-FC09B77F520B}"/>
          </ac:spMkLst>
        </pc:spChg>
        <pc:graphicFrameChg chg="del">
          <ac:chgData name="Josh Reiss" userId="a90d6cd88c30b6c6" providerId="LiveId" clId="{2B6E0094-06A1-4295-87CB-33ADD34AD6C7}" dt="2021-01-30T07:25:34.887" v="278" actId="478"/>
          <ac:graphicFrameMkLst>
            <pc:docMk/>
            <pc:sldMk cId="264300350" sldId="332"/>
            <ac:graphicFrameMk id="4" creationId="{E2522E1F-CC6C-4BB9-8DDC-7D5D460D17EF}"/>
          </ac:graphicFrameMkLst>
        </pc:graphicFrameChg>
      </pc:sldChg>
      <pc:sldChg chg="addSp delSp modSp mod">
        <pc:chgData name="Josh Reiss" userId="a90d6cd88c30b6c6" providerId="LiveId" clId="{2B6E0094-06A1-4295-87CB-33ADD34AD6C7}" dt="2021-01-30T07:44:52.299" v="817" actId="20577"/>
        <pc:sldMkLst>
          <pc:docMk/>
          <pc:sldMk cId="3938940341" sldId="333"/>
        </pc:sldMkLst>
        <pc:spChg chg="mod">
          <ac:chgData name="Josh Reiss" userId="a90d6cd88c30b6c6" providerId="LiveId" clId="{2B6E0094-06A1-4295-87CB-33ADD34AD6C7}" dt="2021-01-30T07:33:51.571" v="469" actId="20577"/>
          <ac:spMkLst>
            <pc:docMk/>
            <pc:sldMk cId="3938940341" sldId="333"/>
            <ac:spMk id="2" creationId="{F8E8092E-7040-4C52-90CD-6F321E78E6FD}"/>
          </ac:spMkLst>
        </pc:spChg>
        <pc:spChg chg="mod">
          <ac:chgData name="Josh Reiss" userId="a90d6cd88c30b6c6" providerId="LiveId" clId="{2B6E0094-06A1-4295-87CB-33ADD34AD6C7}" dt="2021-01-30T07:44:52.299" v="817" actId="20577"/>
          <ac:spMkLst>
            <pc:docMk/>
            <pc:sldMk cId="3938940341" sldId="333"/>
            <ac:spMk id="3" creationId="{4C2C8911-94C0-40C6-9509-C499A7F9A56B}"/>
          </ac:spMkLst>
        </pc:spChg>
        <pc:spChg chg="add mod">
          <ac:chgData name="Josh Reiss" userId="a90d6cd88c30b6c6" providerId="LiveId" clId="{2B6E0094-06A1-4295-87CB-33ADD34AD6C7}" dt="2021-01-30T07:34:15.985" v="475" actId="14100"/>
          <ac:spMkLst>
            <pc:docMk/>
            <pc:sldMk cId="3938940341" sldId="333"/>
            <ac:spMk id="5" creationId="{96971648-539F-4C4F-B64F-03BA0B2E5FCA}"/>
          </ac:spMkLst>
        </pc:spChg>
        <pc:spChg chg="del">
          <ac:chgData name="Josh Reiss" userId="a90d6cd88c30b6c6" providerId="LiveId" clId="{2B6E0094-06A1-4295-87CB-33ADD34AD6C7}" dt="2021-01-30T07:33:58.440" v="471" actId="478"/>
          <ac:spMkLst>
            <pc:docMk/>
            <pc:sldMk cId="3938940341" sldId="333"/>
            <ac:spMk id="6" creationId="{7906E792-B6F2-4BCE-B00F-33993C20B2AA}"/>
          </ac:spMkLst>
        </pc:spChg>
        <pc:spChg chg="add del">
          <ac:chgData name="Josh Reiss" userId="a90d6cd88c30b6c6" providerId="LiveId" clId="{2B6E0094-06A1-4295-87CB-33ADD34AD6C7}" dt="2021-01-30T07:34:02.177" v="473" actId="22"/>
          <ac:spMkLst>
            <pc:docMk/>
            <pc:sldMk cId="3938940341" sldId="333"/>
            <ac:spMk id="8" creationId="{73D70928-A884-4584-9EFA-09C94C303E40}"/>
          </ac:spMkLst>
        </pc:spChg>
        <pc:spChg chg="add mod">
          <ac:chgData name="Josh Reiss" userId="a90d6cd88c30b6c6" providerId="LiveId" clId="{2B6E0094-06A1-4295-87CB-33ADD34AD6C7}" dt="2021-01-30T07:35:49.011" v="492" actId="20577"/>
          <ac:spMkLst>
            <pc:docMk/>
            <pc:sldMk cId="3938940341" sldId="333"/>
            <ac:spMk id="9" creationId="{56A6A5FB-F094-4704-A6A1-D74565C9337D}"/>
          </ac:spMkLst>
        </pc:spChg>
        <pc:spChg chg="add del">
          <ac:chgData name="Josh Reiss" userId="a90d6cd88c30b6c6" providerId="LiveId" clId="{2B6E0094-06A1-4295-87CB-33ADD34AD6C7}" dt="2021-01-30T07:39:55.126" v="727" actId="22"/>
          <ac:spMkLst>
            <pc:docMk/>
            <pc:sldMk cId="3938940341" sldId="333"/>
            <ac:spMk id="11" creationId="{B5ADEBDC-2FEF-497F-A793-A4786DAA82CF}"/>
          </ac:spMkLst>
        </pc:spChg>
        <pc:spChg chg="add mod">
          <ac:chgData name="Josh Reiss" userId="a90d6cd88c30b6c6" providerId="LiveId" clId="{2B6E0094-06A1-4295-87CB-33ADD34AD6C7}" dt="2021-01-30T07:40:29.467" v="730" actId="552"/>
          <ac:spMkLst>
            <pc:docMk/>
            <pc:sldMk cId="3938940341" sldId="333"/>
            <ac:spMk id="13" creationId="{12FAB470-BCE1-4028-A4A9-7B99EAFDBC33}"/>
          </ac:spMkLst>
        </pc:spChg>
        <pc:picChg chg="del">
          <ac:chgData name="Josh Reiss" userId="a90d6cd88c30b6c6" providerId="LiveId" clId="{2B6E0094-06A1-4295-87CB-33ADD34AD6C7}" dt="2021-01-30T07:33:55.216" v="470" actId="478"/>
          <ac:picMkLst>
            <pc:docMk/>
            <pc:sldMk cId="3938940341" sldId="333"/>
            <ac:picMk id="7" creationId="{E679AA18-5D78-41D4-88E2-7296A130C9F5}"/>
          </ac:picMkLst>
        </pc:picChg>
      </pc:sldChg>
      <pc:sldChg chg="addSp modSp add mod">
        <pc:chgData name="Josh Reiss" userId="a90d6cd88c30b6c6" providerId="LiveId" clId="{2B6E0094-06A1-4295-87CB-33ADD34AD6C7}" dt="2021-01-30T08:03:21.628" v="1097" actId="6549"/>
        <pc:sldMkLst>
          <pc:docMk/>
          <pc:sldMk cId="2629814209" sldId="349"/>
        </pc:sldMkLst>
        <pc:spChg chg="mod">
          <ac:chgData name="Josh Reiss" userId="a90d6cd88c30b6c6" providerId="LiveId" clId="{2B6E0094-06A1-4295-87CB-33ADD34AD6C7}" dt="2021-01-30T07:53:44.242" v="890" actId="20577"/>
          <ac:spMkLst>
            <pc:docMk/>
            <pc:sldMk cId="2629814209" sldId="349"/>
            <ac:spMk id="2" creationId="{F8E8092E-7040-4C52-90CD-6F321E78E6FD}"/>
          </ac:spMkLst>
        </pc:spChg>
        <pc:spChg chg="mod">
          <ac:chgData name="Josh Reiss" userId="a90d6cd88c30b6c6" providerId="LiveId" clId="{2B6E0094-06A1-4295-87CB-33ADD34AD6C7}" dt="2021-01-30T07:59:04.401" v="1021" actId="20577"/>
          <ac:spMkLst>
            <pc:docMk/>
            <pc:sldMk cId="2629814209" sldId="349"/>
            <ac:spMk id="3" creationId="{4C2C8911-94C0-40C6-9509-C499A7F9A56B}"/>
          </ac:spMkLst>
        </pc:spChg>
        <pc:spChg chg="add">
          <ac:chgData name="Josh Reiss" userId="a90d6cd88c30b6c6" providerId="LiveId" clId="{2B6E0094-06A1-4295-87CB-33ADD34AD6C7}" dt="2021-01-30T07:59:31.597" v="1022"/>
          <ac:spMkLst>
            <pc:docMk/>
            <pc:sldMk cId="2629814209" sldId="349"/>
            <ac:spMk id="4" creationId="{1D436FA2-F0DE-43C0-BC7F-911C265580BD}"/>
          </ac:spMkLst>
        </pc:spChg>
        <pc:spChg chg="add mod">
          <ac:chgData name="Josh Reiss" userId="a90d6cd88c30b6c6" providerId="LiveId" clId="{2B6E0094-06A1-4295-87CB-33ADD34AD6C7}" dt="2021-01-30T08:03:21.628" v="1097" actId="6549"/>
          <ac:spMkLst>
            <pc:docMk/>
            <pc:sldMk cId="2629814209" sldId="349"/>
            <ac:spMk id="5" creationId="{53777243-FBFA-4A4D-A72A-BBB8648013A3}"/>
          </ac:spMkLst>
        </pc:spChg>
      </pc:sldChg>
      <pc:sldChg chg="add">
        <pc:chgData name="Josh Reiss" userId="a90d6cd88c30b6c6" providerId="LiveId" clId="{2B6E0094-06A1-4295-87CB-33ADD34AD6C7}" dt="2021-01-30T08:03:31.035" v="1098"/>
        <pc:sldMkLst>
          <pc:docMk/>
          <pc:sldMk cId="2159620985" sldId="350"/>
        </pc:sldMkLst>
      </pc:sldChg>
    </pc:docChg>
  </pc:docChgLst>
  <pc:docChgLst>
    <pc:chgData name="Josh Reiss" userId="a90d6cd88c30b6c6" providerId="LiveId" clId="{E931739A-21FE-47EC-B993-828329D68FB3}"/>
    <pc:docChg chg="undo redo custSel addSld delSld modSld sldOrd modMainMaster">
      <pc:chgData name="Josh Reiss" userId="a90d6cd88c30b6c6" providerId="LiveId" clId="{E931739A-21FE-47EC-B993-828329D68FB3}" dt="2021-01-29T15:35:03.491" v="3408" actId="14100"/>
      <pc:docMkLst>
        <pc:docMk/>
      </pc:docMkLst>
      <pc:sldChg chg="del">
        <pc:chgData name="Josh Reiss" userId="a90d6cd88c30b6c6" providerId="LiveId" clId="{E931739A-21FE-47EC-B993-828329D68FB3}" dt="2021-01-26T08:57:22.929" v="383" actId="47"/>
        <pc:sldMkLst>
          <pc:docMk/>
          <pc:sldMk cId="3930257889" sldId="257"/>
        </pc:sldMkLst>
      </pc:sldChg>
      <pc:sldChg chg="del">
        <pc:chgData name="Josh Reiss" userId="a90d6cd88c30b6c6" providerId="LiveId" clId="{E931739A-21FE-47EC-B993-828329D68FB3}" dt="2021-01-26T08:57:25.082" v="386" actId="47"/>
        <pc:sldMkLst>
          <pc:docMk/>
          <pc:sldMk cId="0" sldId="258"/>
        </pc:sldMkLst>
      </pc:sldChg>
      <pc:sldChg chg="del">
        <pc:chgData name="Josh Reiss" userId="a90d6cd88c30b6c6" providerId="LiveId" clId="{E931739A-21FE-47EC-B993-828329D68FB3}" dt="2021-01-26T08:57:22.442" v="382" actId="47"/>
        <pc:sldMkLst>
          <pc:docMk/>
          <pc:sldMk cId="2682239145" sldId="259"/>
        </pc:sldMkLst>
      </pc:sldChg>
      <pc:sldChg chg="del">
        <pc:chgData name="Josh Reiss" userId="a90d6cd88c30b6c6" providerId="LiveId" clId="{E931739A-21FE-47EC-B993-828329D68FB3}" dt="2021-01-26T08:57:24.195" v="385" actId="47"/>
        <pc:sldMkLst>
          <pc:docMk/>
          <pc:sldMk cId="0" sldId="265"/>
        </pc:sldMkLst>
      </pc:sldChg>
      <pc:sldChg chg="del">
        <pc:chgData name="Josh Reiss" userId="a90d6cd88c30b6c6" providerId="LiveId" clId="{E931739A-21FE-47EC-B993-828329D68FB3}" dt="2021-01-26T08:57:25.971" v="387" actId="47"/>
        <pc:sldMkLst>
          <pc:docMk/>
          <pc:sldMk cId="0" sldId="268"/>
        </pc:sldMkLst>
      </pc:sldChg>
      <pc:sldChg chg="del">
        <pc:chgData name="Josh Reiss" userId="a90d6cd88c30b6c6" providerId="LiveId" clId="{E931739A-21FE-47EC-B993-828329D68FB3}" dt="2021-01-27T09:11:45.712" v="759" actId="47"/>
        <pc:sldMkLst>
          <pc:docMk/>
          <pc:sldMk cId="0" sldId="271"/>
        </pc:sldMkLst>
      </pc:sldChg>
      <pc:sldChg chg="del">
        <pc:chgData name="Josh Reiss" userId="a90d6cd88c30b6c6" providerId="LiveId" clId="{E931739A-21FE-47EC-B993-828329D68FB3}" dt="2021-01-26T08:57:23.562" v="384" actId="47"/>
        <pc:sldMkLst>
          <pc:docMk/>
          <pc:sldMk cId="0" sldId="285"/>
        </pc:sldMkLst>
      </pc:sldChg>
      <pc:sldChg chg="addSp modSp mod">
        <pc:chgData name="Josh Reiss" userId="a90d6cd88c30b6c6" providerId="LiveId" clId="{E931739A-21FE-47EC-B993-828329D68FB3}" dt="2021-01-26T08:50:01.816" v="39" actId="1076"/>
        <pc:sldMkLst>
          <pc:docMk/>
          <pc:sldMk cId="0" sldId="328"/>
        </pc:sldMkLst>
        <pc:spChg chg="mod">
          <ac:chgData name="Josh Reiss" userId="a90d6cd88c30b6c6" providerId="LiveId" clId="{E931739A-21FE-47EC-B993-828329D68FB3}" dt="2021-01-26T08:50:01.816" v="39" actId="1076"/>
          <ac:spMkLst>
            <pc:docMk/>
            <pc:sldMk cId="0" sldId="328"/>
            <ac:spMk id="2" creationId="{00000000-0000-0000-0000-000000000000}"/>
          </ac:spMkLst>
        </pc:spChg>
        <pc:spChg chg="mod">
          <ac:chgData name="Josh Reiss" userId="a90d6cd88c30b6c6" providerId="LiveId" clId="{E931739A-21FE-47EC-B993-828329D68FB3}" dt="2021-01-26T08:49:22.474" v="33" actId="1076"/>
          <ac:spMkLst>
            <pc:docMk/>
            <pc:sldMk cId="0" sldId="328"/>
            <ac:spMk id="3" creationId="{00000000-0000-0000-0000-000000000000}"/>
          </ac:spMkLst>
        </pc:spChg>
        <pc:spChg chg="mod">
          <ac:chgData name="Josh Reiss" userId="a90d6cd88c30b6c6" providerId="LiveId" clId="{E931739A-21FE-47EC-B993-828329D68FB3}" dt="2021-01-26T08:49:30.827" v="34" actId="1076"/>
          <ac:spMkLst>
            <pc:docMk/>
            <pc:sldMk cId="0" sldId="328"/>
            <ac:spMk id="5" creationId="{00000000-0000-0000-0000-000000000000}"/>
          </ac:spMkLst>
        </pc:spChg>
        <pc:picChg chg="add mod ord">
          <ac:chgData name="Josh Reiss" userId="a90d6cd88c30b6c6" providerId="LiveId" clId="{E931739A-21FE-47EC-B993-828329D68FB3}" dt="2021-01-26T08:49:55.417" v="38" actId="1076"/>
          <ac:picMkLst>
            <pc:docMk/>
            <pc:sldMk cId="0" sldId="328"/>
            <ac:picMk id="4" creationId="{1623726B-44E8-4010-8BDA-328A561382B4}"/>
          </ac:picMkLst>
        </pc:picChg>
      </pc:sldChg>
      <pc:sldChg chg="del">
        <pc:chgData name="Josh Reiss" userId="a90d6cd88c30b6c6" providerId="LiveId" clId="{E931739A-21FE-47EC-B993-828329D68FB3}" dt="2021-01-26T08:57:20.987" v="381" actId="47"/>
        <pc:sldMkLst>
          <pc:docMk/>
          <pc:sldMk cId="986948253" sldId="329"/>
        </pc:sldMkLst>
      </pc:sldChg>
      <pc:sldChg chg="delSp modSp del mod">
        <pc:chgData name="Josh Reiss" userId="a90d6cd88c30b6c6" providerId="LiveId" clId="{E931739A-21FE-47EC-B993-828329D68FB3}" dt="2021-01-27T15:01:04.782" v="1328" actId="47"/>
        <pc:sldMkLst>
          <pc:docMk/>
          <pc:sldMk cId="3561293367" sldId="330"/>
        </pc:sldMkLst>
        <pc:spChg chg="mod">
          <ac:chgData name="Josh Reiss" userId="a90d6cd88c30b6c6" providerId="LiveId" clId="{E931739A-21FE-47EC-B993-828329D68FB3}" dt="2021-01-26T08:50:23.759" v="50" actId="20577"/>
          <ac:spMkLst>
            <pc:docMk/>
            <pc:sldMk cId="3561293367" sldId="330"/>
            <ac:spMk id="2" creationId="{7B5D5D3E-1FF8-4BED-B4B7-2120A8C91A28}"/>
          </ac:spMkLst>
        </pc:spChg>
        <pc:spChg chg="del">
          <ac:chgData name="Josh Reiss" userId="a90d6cd88c30b6c6" providerId="LiveId" clId="{E931739A-21FE-47EC-B993-828329D68FB3}" dt="2021-01-26T08:52:32.554" v="58" actId="478"/>
          <ac:spMkLst>
            <pc:docMk/>
            <pc:sldMk cId="3561293367" sldId="330"/>
            <ac:spMk id="4" creationId="{2DD079A0-C75E-4BE1-9D2E-36D6326151E2}"/>
          </ac:spMkLst>
        </pc:spChg>
        <pc:picChg chg="del">
          <ac:chgData name="Josh Reiss" userId="a90d6cd88c30b6c6" providerId="LiveId" clId="{E931739A-21FE-47EC-B993-828329D68FB3}" dt="2021-01-26T08:50:32.764" v="51" actId="478"/>
          <ac:picMkLst>
            <pc:docMk/>
            <pc:sldMk cId="3561293367" sldId="330"/>
            <ac:picMk id="5" creationId="{348685AD-5B44-4B28-8908-87E7F86B408D}"/>
          </ac:picMkLst>
        </pc:picChg>
        <pc:picChg chg="del">
          <ac:chgData name="Josh Reiss" userId="a90d6cd88c30b6c6" providerId="LiveId" clId="{E931739A-21FE-47EC-B993-828329D68FB3}" dt="2021-01-26T08:50:32.764" v="51" actId="478"/>
          <ac:picMkLst>
            <pc:docMk/>
            <pc:sldMk cId="3561293367" sldId="330"/>
            <ac:picMk id="6" creationId="{44573732-8D35-4866-B7E6-0E472D2BA953}"/>
          </ac:picMkLst>
        </pc:picChg>
        <pc:picChg chg="del">
          <ac:chgData name="Josh Reiss" userId="a90d6cd88c30b6c6" providerId="LiveId" clId="{E931739A-21FE-47EC-B993-828329D68FB3}" dt="2021-01-26T08:50:32.764" v="51" actId="478"/>
          <ac:picMkLst>
            <pc:docMk/>
            <pc:sldMk cId="3561293367" sldId="330"/>
            <ac:picMk id="1026" creationId="{50B95A25-7C21-4D0A-AEEF-ABA2755F2753}"/>
          </ac:picMkLst>
        </pc:picChg>
        <pc:picChg chg="del">
          <ac:chgData name="Josh Reiss" userId="a90d6cd88c30b6c6" providerId="LiveId" clId="{E931739A-21FE-47EC-B993-828329D68FB3}" dt="2021-01-26T08:50:32.764" v="51" actId="478"/>
          <ac:picMkLst>
            <pc:docMk/>
            <pc:sldMk cId="3561293367" sldId="330"/>
            <ac:picMk id="1028" creationId="{1385F942-F7BA-4B89-8D62-923285E12B0E}"/>
          </ac:picMkLst>
        </pc:picChg>
        <pc:picChg chg="del">
          <ac:chgData name="Josh Reiss" userId="a90d6cd88c30b6c6" providerId="LiveId" clId="{E931739A-21FE-47EC-B993-828329D68FB3}" dt="2021-01-26T08:50:32.764" v="51" actId="478"/>
          <ac:picMkLst>
            <pc:docMk/>
            <pc:sldMk cId="3561293367" sldId="330"/>
            <ac:picMk id="1030" creationId="{C8194F37-696A-48FB-83D6-BB3B21BF0350}"/>
          </ac:picMkLst>
        </pc:picChg>
      </pc:sldChg>
      <pc:sldChg chg="modSp new mod">
        <pc:chgData name="Josh Reiss" userId="a90d6cd88c30b6c6" providerId="LiveId" clId="{E931739A-21FE-47EC-B993-828329D68FB3}" dt="2021-01-27T15:03:01.011" v="1439" actId="207"/>
        <pc:sldMkLst>
          <pc:docMk/>
          <pc:sldMk cId="825086682" sldId="331"/>
        </pc:sldMkLst>
        <pc:spChg chg="mod">
          <ac:chgData name="Josh Reiss" userId="a90d6cd88c30b6c6" providerId="LiveId" clId="{E931739A-21FE-47EC-B993-828329D68FB3}" dt="2021-01-26T08:53:06.470" v="70" actId="20577"/>
          <ac:spMkLst>
            <pc:docMk/>
            <pc:sldMk cId="825086682" sldId="331"/>
            <ac:spMk id="2" creationId="{804CC300-B1E9-4920-B7F0-11E4C44C33D6}"/>
          </ac:spMkLst>
        </pc:spChg>
        <pc:spChg chg="mod">
          <ac:chgData name="Josh Reiss" userId="a90d6cd88c30b6c6" providerId="LiveId" clId="{E931739A-21FE-47EC-B993-828329D68FB3}" dt="2021-01-27T15:03:01.011" v="1439" actId="207"/>
          <ac:spMkLst>
            <pc:docMk/>
            <pc:sldMk cId="825086682" sldId="331"/>
            <ac:spMk id="3" creationId="{D2D4A7F2-234A-4292-84D2-445D75836997}"/>
          </ac:spMkLst>
        </pc:spChg>
      </pc:sldChg>
      <pc:sldChg chg="addSp delSp modSp new mod">
        <pc:chgData name="Josh Reiss" userId="a90d6cd88c30b6c6" providerId="LiveId" clId="{E931739A-21FE-47EC-B993-828329D68FB3}" dt="2021-01-27T08:48:26.575" v="486" actId="1076"/>
        <pc:sldMkLst>
          <pc:docMk/>
          <pc:sldMk cId="264300350" sldId="332"/>
        </pc:sldMkLst>
        <pc:spChg chg="mod">
          <ac:chgData name="Josh Reiss" userId="a90d6cd88c30b6c6" providerId="LiveId" clId="{E931739A-21FE-47EC-B993-828329D68FB3}" dt="2021-01-26T08:54:53.233" v="310" actId="20577"/>
          <ac:spMkLst>
            <pc:docMk/>
            <pc:sldMk cId="264300350" sldId="332"/>
            <ac:spMk id="2" creationId="{F8E8092E-7040-4C52-90CD-6F321E78E6FD}"/>
          </ac:spMkLst>
        </pc:spChg>
        <pc:spChg chg="mod">
          <ac:chgData name="Josh Reiss" userId="a90d6cd88c30b6c6" providerId="LiveId" clId="{E931739A-21FE-47EC-B993-828329D68FB3}" dt="2021-01-26T08:56:17.497" v="346" actId="20577"/>
          <ac:spMkLst>
            <pc:docMk/>
            <pc:sldMk cId="264300350" sldId="332"/>
            <ac:spMk id="3" creationId="{4C2C8911-94C0-40C6-9509-C499A7F9A56B}"/>
          </ac:spMkLst>
        </pc:spChg>
        <pc:spChg chg="add del">
          <ac:chgData name="Josh Reiss" userId="a90d6cd88c30b6c6" providerId="LiveId" clId="{E931739A-21FE-47EC-B993-828329D68FB3}" dt="2021-01-26T08:58:39.272" v="389" actId="22"/>
          <ac:spMkLst>
            <pc:docMk/>
            <pc:sldMk cId="264300350" sldId="332"/>
            <ac:spMk id="6" creationId="{81378345-67ED-466C-A890-B695EF8EF979}"/>
          </ac:spMkLst>
        </pc:spChg>
        <pc:spChg chg="add del">
          <ac:chgData name="Josh Reiss" userId="a90d6cd88c30b6c6" providerId="LiveId" clId="{E931739A-21FE-47EC-B993-828329D68FB3}" dt="2021-01-26T08:58:45.634" v="391" actId="22"/>
          <ac:spMkLst>
            <pc:docMk/>
            <pc:sldMk cId="264300350" sldId="332"/>
            <ac:spMk id="8" creationId="{3FB2AF4E-AED8-4444-B185-57D6DBF58127}"/>
          </ac:spMkLst>
        </pc:spChg>
        <pc:spChg chg="add mod">
          <ac:chgData name="Josh Reiss" userId="a90d6cd88c30b6c6" providerId="LiveId" clId="{E931739A-21FE-47EC-B993-828329D68FB3}" dt="2021-01-27T08:48:26.575" v="486" actId="1076"/>
          <ac:spMkLst>
            <pc:docMk/>
            <pc:sldMk cId="264300350" sldId="332"/>
            <ac:spMk id="10" creationId="{78091791-0604-4D9E-9ADD-FC09B77F520B}"/>
          </ac:spMkLst>
        </pc:spChg>
        <pc:graphicFrameChg chg="add mod">
          <ac:chgData name="Josh Reiss" userId="a90d6cd88c30b6c6" providerId="LiveId" clId="{E931739A-21FE-47EC-B993-828329D68FB3}" dt="2021-01-27T08:48:20.987" v="485" actId="14100"/>
          <ac:graphicFrameMkLst>
            <pc:docMk/>
            <pc:sldMk cId="264300350" sldId="332"/>
            <ac:graphicFrameMk id="4" creationId="{E2522E1F-CC6C-4BB9-8DDC-7D5D460D17EF}"/>
          </ac:graphicFrameMkLst>
        </pc:graphicFrameChg>
      </pc:sldChg>
      <pc:sldChg chg="addSp delSp modSp add mod">
        <pc:chgData name="Josh Reiss" userId="a90d6cd88c30b6c6" providerId="LiveId" clId="{E931739A-21FE-47EC-B993-828329D68FB3}" dt="2021-01-27T08:45:29.256" v="447" actId="1076"/>
        <pc:sldMkLst>
          <pc:docMk/>
          <pc:sldMk cId="3938940341" sldId="333"/>
        </pc:sldMkLst>
        <pc:spChg chg="mod">
          <ac:chgData name="Josh Reiss" userId="a90d6cd88c30b6c6" providerId="LiveId" clId="{E931739A-21FE-47EC-B993-828329D68FB3}" dt="2021-01-26T08:56:44.240" v="362" actId="27636"/>
          <ac:spMkLst>
            <pc:docMk/>
            <pc:sldMk cId="3938940341" sldId="333"/>
            <ac:spMk id="2" creationId="{F8E8092E-7040-4C52-90CD-6F321E78E6FD}"/>
          </ac:spMkLst>
        </pc:spChg>
        <pc:spChg chg="add mod">
          <ac:chgData name="Josh Reiss" userId="a90d6cd88c30b6c6" providerId="LiveId" clId="{E931739A-21FE-47EC-B993-828329D68FB3}" dt="2021-01-27T08:45:29.256" v="447" actId="1076"/>
          <ac:spMkLst>
            <pc:docMk/>
            <pc:sldMk cId="3938940341" sldId="333"/>
            <ac:spMk id="6" creationId="{7906E792-B6F2-4BCE-B00F-33993C20B2AA}"/>
          </ac:spMkLst>
        </pc:spChg>
        <pc:graphicFrameChg chg="del mod">
          <ac:chgData name="Josh Reiss" userId="a90d6cd88c30b6c6" providerId="LiveId" clId="{E931739A-21FE-47EC-B993-828329D68FB3}" dt="2021-01-26T08:59:49.760" v="401" actId="478"/>
          <ac:graphicFrameMkLst>
            <pc:docMk/>
            <pc:sldMk cId="3938940341" sldId="333"/>
            <ac:graphicFrameMk id="4" creationId="{E2522E1F-CC6C-4BB9-8DDC-7D5D460D17EF}"/>
          </ac:graphicFrameMkLst>
        </pc:graphicFrameChg>
        <pc:picChg chg="add mod">
          <ac:chgData name="Josh Reiss" userId="a90d6cd88c30b6c6" providerId="LiveId" clId="{E931739A-21FE-47EC-B993-828329D68FB3}" dt="2021-01-27T08:45:07.315" v="441" actId="14100"/>
          <ac:picMkLst>
            <pc:docMk/>
            <pc:sldMk cId="3938940341" sldId="333"/>
            <ac:picMk id="7" creationId="{E679AA18-5D78-41D4-88E2-7296A130C9F5}"/>
          </ac:picMkLst>
        </pc:picChg>
      </pc:sldChg>
      <pc:sldChg chg="addSp delSp modSp add mod">
        <pc:chgData name="Josh Reiss" userId="a90d6cd88c30b6c6" providerId="LiveId" clId="{E931739A-21FE-47EC-B993-828329D68FB3}" dt="2021-01-27T08:46:24.263" v="468" actId="1076"/>
        <pc:sldMkLst>
          <pc:docMk/>
          <pc:sldMk cId="1411299602" sldId="334"/>
        </pc:sldMkLst>
        <pc:spChg chg="mod">
          <ac:chgData name="Josh Reiss" userId="a90d6cd88c30b6c6" providerId="LiveId" clId="{E931739A-21FE-47EC-B993-828329D68FB3}" dt="2021-01-26T08:57:05.488" v="380" actId="20577"/>
          <ac:spMkLst>
            <pc:docMk/>
            <pc:sldMk cId="1411299602" sldId="334"/>
            <ac:spMk id="2" creationId="{F8E8092E-7040-4C52-90CD-6F321E78E6FD}"/>
          </ac:spMkLst>
        </pc:spChg>
        <pc:spChg chg="add mod">
          <ac:chgData name="Josh Reiss" userId="a90d6cd88c30b6c6" providerId="LiveId" clId="{E931739A-21FE-47EC-B993-828329D68FB3}" dt="2021-01-27T08:45:44.170" v="453" actId="1076"/>
          <ac:spMkLst>
            <pc:docMk/>
            <pc:sldMk cId="1411299602" sldId="334"/>
            <ac:spMk id="7" creationId="{2AC8F012-97F3-48B9-ADFC-CC01D441ADBF}"/>
          </ac:spMkLst>
        </pc:spChg>
        <pc:graphicFrameChg chg="del">
          <ac:chgData name="Josh Reiss" userId="a90d6cd88c30b6c6" providerId="LiveId" clId="{E931739A-21FE-47EC-B993-828329D68FB3}" dt="2021-01-26T09:00:19.224" v="403" actId="478"/>
          <ac:graphicFrameMkLst>
            <pc:docMk/>
            <pc:sldMk cId="1411299602" sldId="334"/>
            <ac:graphicFrameMk id="4" creationId="{E2522E1F-CC6C-4BB9-8DDC-7D5D460D17EF}"/>
          </ac:graphicFrameMkLst>
        </pc:graphicFrameChg>
        <pc:picChg chg="add mod">
          <ac:chgData name="Josh Reiss" userId="a90d6cd88c30b6c6" providerId="LiveId" clId="{E931739A-21FE-47EC-B993-828329D68FB3}" dt="2021-01-27T08:46:24.263" v="468" actId="1076"/>
          <ac:picMkLst>
            <pc:docMk/>
            <pc:sldMk cId="1411299602" sldId="334"/>
            <ac:picMk id="5" creationId="{8E7FA94E-D094-42A1-B536-35C3E5301A8E}"/>
          </ac:picMkLst>
        </pc:picChg>
      </pc:sldChg>
      <pc:sldChg chg="addSp delSp modSp add mod">
        <pc:chgData name="Josh Reiss" userId="a90d6cd88c30b6c6" providerId="LiveId" clId="{E931739A-21FE-47EC-B993-828329D68FB3}" dt="2021-01-27T08:47:18.749" v="474" actId="1076"/>
        <pc:sldMkLst>
          <pc:docMk/>
          <pc:sldMk cId="528979424" sldId="335"/>
        </pc:sldMkLst>
        <pc:spChg chg="mod">
          <ac:chgData name="Josh Reiss" userId="a90d6cd88c30b6c6" providerId="LiveId" clId="{E931739A-21FE-47EC-B993-828329D68FB3}" dt="2021-01-26T08:56:58.483" v="372" actId="20577"/>
          <ac:spMkLst>
            <pc:docMk/>
            <pc:sldMk cId="528979424" sldId="335"/>
            <ac:spMk id="2" creationId="{F8E8092E-7040-4C52-90CD-6F321E78E6FD}"/>
          </ac:spMkLst>
        </pc:spChg>
        <pc:spChg chg="add mod">
          <ac:chgData name="Josh Reiss" userId="a90d6cd88c30b6c6" providerId="LiveId" clId="{E931739A-21FE-47EC-B993-828329D68FB3}" dt="2021-01-27T08:47:07.487" v="471" actId="1076"/>
          <ac:spMkLst>
            <pc:docMk/>
            <pc:sldMk cId="528979424" sldId="335"/>
            <ac:spMk id="7" creationId="{1DD43CAB-B61B-4591-A960-56FD7EBA2C53}"/>
          </ac:spMkLst>
        </pc:spChg>
        <pc:graphicFrameChg chg="del">
          <ac:chgData name="Josh Reiss" userId="a90d6cd88c30b6c6" providerId="LiveId" clId="{E931739A-21FE-47EC-B993-828329D68FB3}" dt="2021-01-26T09:00:47.139" v="407" actId="478"/>
          <ac:graphicFrameMkLst>
            <pc:docMk/>
            <pc:sldMk cId="528979424" sldId="335"/>
            <ac:graphicFrameMk id="4" creationId="{E2522E1F-CC6C-4BB9-8DDC-7D5D460D17EF}"/>
          </ac:graphicFrameMkLst>
        </pc:graphicFrameChg>
        <pc:picChg chg="add mod">
          <ac:chgData name="Josh Reiss" userId="a90d6cd88c30b6c6" providerId="LiveId" clId="{E931739A-21FE-47EC-B993-828329D68FB3}" dt="2021-01-27T08:47:18.749" v="474" actId="1076"/>
          <ac:picMkLst>
            <pc:docMk/>
            <pc:sldMk cId="528979424" sldId="335"/>
            <ac:picMk id="5" creationId="{6CA05E91-401A-49D2-B11E-7A593204AAD8}"/>
          </ac:picMkLst>
        </pc:picChg>
      </pc:sldChg>
      <pc:sldChg chg="addSp delSp modSp new mod">
        <pc:chgData name="Josh Reiss" userId="a90d6cd88c30b6c6" providerId="LiveId" clId="{E931739A-21FE-47EC-B993-828329D68FB3}" dt="2021-01-29T12:02:16.509" v="2758" actId="20577"/>
        <pc:sldMkLst>
          <pc:docMk/>
          <pc:sldMk cId="2498936484" sldId="336"/>
        </pc:sldMkLst>
        <pc:spChg chg="mod">
          <ac:chgData name="Josh Reiss" userId="a90d6cd88c30b6c6" providerId="LiveId" clId="{E931739A-21FE-47EC-B993-828329D68FB3}" dt="2021-01-27T08:49:36.067" v="506" actId="20577"/>
          <ac:spMkLst>
            <pc:docMk/>
            <pc:sldMk cId="2498936484" sldId="336"/>
            <ac:spMk id="2" creationId="{18B9196C-03E8-4F5A-A259-A9ED055D7ECA}"/>
          </ac:spMkLst>
        </pc:spChg>
        <pc:spChg chg="mod">
          <ac:chgData name="Josh Reiss" userId="a90d6cd88c30b6c6" providerId="LiveId" clId="{E931739A-21FE-47EC-B993-828329D68FB3}" dt="2021-01-29T12:02:16.509" v="2758" actId="20577"/>
          <ac:spMkLst>
            <pc:docMk/>
            <pc:sldMk cId="2498936484" sldId="336"/>
            <ac:spMk id="3" creationId="{60278A85-2829-4A13-8B18-9A3033F07F2B}"/>
          </ac:spMkLst>
        </pc:spChg>
        <pc:spChg chg="add">
          <ac:chgData name="Josh Reiss" userId="a90d6cd88c30b6c6" providerId="LiveId" clId="{E931739A-21FE-47EC-B993-828329D68FB3}" dt="2021-01-27T08:57:53.109" v="582"/>
          <ac:spMkLst>
            <pc:docMk/>
            <pc:sldMk cId="2498936484" sldId="336"/>
            <ac:spMk id="4" creationId="{D093400A-C23C-4DBA-8CDC-9D933BEE6B65}"/>
          </ac:spMkLst>
        </pc:spChg>
        <pc:spChg chg="add del mod">
          <ac:chgData name="Josh Reiss" userId="a90d6cd88c30b6c6" providerId="LiveId" clId="{E931739A-21FE-47EC-B993-828329D68FB3}" dt="2021-01-27T09:10:38.580" v="704" actId="478"/>
          <ac:spMkLst>
            <pc:docMk/>
            <pc:sldMk cId="2498936484" sldId="336"/>
            <ac:spMk id="5" creationId="{199565A7-AFA5-40D2-8052-B1B88A3C2D12}"/>
          </ac:spMkLst>
        </pc:spChg>
        <pc:spChg chg="add del mod">
          <ac:chgData name="Josh Reiss" userId="a90d6cd88c30b6c6" providerId="LiveId" clId="{E931739A-21FE-47EC-B993-828329D68FB3}" dt="2021-01-27T09:10:32.672" v="703" actId="478"/>
          <ac:spMkLst>
            <pc:docMk/>
            <pc:sldMk cId="2498936484" sldId="336"/>
            <ac:spMk id="6" creationId="{C92B169A-D4EB-44B9-8AF0-6AA8EEA80574}"/>
          </ac:spMkLst>
        </pc:spChg>
        <pc:spChg chg="add del mod">
          <ac:chgData name="Josh Reiss" userId="a90d6cd88c30b6c6" providerId="LiveId" clId="{E931739A-21FE-47EC-B993-828329D68FB3}" dt="2021-01-27T08:59:18.428" v="592"/>
          <ac:spMkLst>
            <pc:docMk/>
            <pc:sldMk cId="2498936484" sldId="336"/>
            <ac:spMk id="7" creationId="{A5F64CA5-9741-4032-BE22-9F4843162D11}"/>
          </ac:spMkLst>
        </pc:spChg>
        <pc:spChg chg="add mod">
          <ac:chgData name="Josh Reiss" userId="a90d6cd88c30b6c6" providerId="LiveId" clId="{E931739A-21FE-47EC-B993-828329D68FB3}" dt="2021-01-27T09:10:45.941" v="706" actId="1035"/>
          <ac:spMkLst>
            <pc:docMk/>
            <pc:sldMk cId="2498936484" sldId="336"/>
            <ac:spMk id="8" creationId="{3AB73EEE-ACA2-4FB1-8E8B-948AA1D39560}"/>
          </ac:spMkLst>
        </pc:spChg>
        <pc:spChg chg="add mod">
          <ac:chgData name="Josh Reiss" userId="a90d6cd88c30b6c6" providerId="LiveId" clId="{E931739A-21FE-47EC-B993-828329D68FB3}" dt="2021-01-27T09:10:45.941" v="706" actId="1035"/>
          <ac:spMkLst>
            <pc:docMk/>
            <pc:sldMk cId="2498936484" sldId="336"/>
            <ac:spMk id="9" creationId="{76443ADB-11B2-487C-983A-C834E46BC137}"/>
          </ac:spMkLst>
        </pc:spChg>
      </pc:sldChg>
      <pc:sldChg chg="addSp delSp modSp new mod modClrScheme chgLayout">
        <pc:chgData name="Josh Reiss" userId="a90d6cd88c30b6c6" providerId="LiveId" clId="{E931739A-21FE-47EC-B993-828329D68FB3}" dt="2021-01-27T09:11:40.169" v="758" actId="20577"/>
        <pc:sldMkLst>
          <pc:docMk/>
          <pc:sldMk cId="2012708393" sldId="337"/>
        </pc:sldMkLst>
        <pc:spChg chg="del mod ord">
          <ac:chgData name="Josh Reiss" userId="a90d6cd88c30b6c6" providerId="LiveId" clId="{E931739A-21FE-47EC-B993-828329D68FB3}" dt="2021-01-27T09:11:16.043" v="708" actId="700"/>
          <ac:spMkLst>
            <pc:docMk/>
            <pc:sldMk cId="2012708393" sldId="337"/>
            <ac:spMk id="2" creationId="{1935D75F-F3E9-4EAA-B3C7-77FD9F5479AC}"/>
          </ac:spMkLst>
        </pc:spChg>
        <pc:spChg chg="del mod ord">
          <ac:chgData name="Josh Reiss" userId="a90d6cd88c30b6c6" providerId="LiveId" clId="{E931739A-21FE-47EC-B993-828329D68FB3}" dt="2021-01-27T09:11:16.043" v="708" actId="700"/>
          <ac:spMkLst>
            <pc:docMk/>
            <pc:sldMk cId="2012708393" sldId="337"/>
            <ac:spMk id="3" creationId="{291830CC-2330-4F32-B55F-BF1728B882DC}"/>
          </ac:spMkLst>
        </pc:spChg>
        <pc:spChg chg="add mod ord">
          <ac:chgData name="Josh Reiss" userId="a90d6cd88c30b6c6" providerId="LiveId" clId="{E931739A-21FE-47EC-B993-828329D68FB3}" dt="2021-01-27T09:11:40.169" v="758" actId="20577"/>
          <ac:spMkLst>
            <pc:docMk/>
            <pc:sldMk cId="2012708393" sldId="337"/>
            <ac:spMk id="4" creationId="{316A45D5-5D90-4497-8CF1-7EA9EE9051D2}"/>
          </ac:spMkLst>
        </pc:spChg>
        <pc:spChg chg="add mod ord">
          <ac:chgData name="Josh Reiss" userId="a90d6cd88c30b6c6" providerId="LiveId" clId="{E931739A-21FE-47EC-B993-828329D68FB3}" dt="2021-01-27T09:11:16.043" v="708" actId="700"/>
          <ac:spMkLst>
            <pc:docMk/>
            <pc:sldMk cId="2012708393" sldId="337"/>
            <ac:spMk id="5" creationId="{2BD51943-96C4-44FE-AC28-5487930685D4}"/>
          </ac:spMkLst>
        </pc:spChg>
      </pc:sldChg>
      <pc:sldChg chg="modSp new mod">
        <pc:chgData name="Josh Reiss" userId="a90d6cd88c30b6c6" providerId="LiveId" clId="{E931739A-21FE-47EC-B993-828329D68FB3}" dt="2021-01-27T14:27:23.511" v="1104" actId="6549"/>
        <pc:sldMkLst>
          <pc:docMk/>
          <pc:sldMk cId="1325987111" sldId="338"/>
        </pc:sldMkLst>
        <pc:spChg chg="mod">
          <ac:chgData name="Josh Reiss" userId="a90d6cd88c30b6c6" providerId="LiveId" clId="{E931739A-21FE-47EC-B993-828329D68FB3}" dt="2021-01-27T13:56:20.175" v="774" actId="20577"/>
          <ac:spMkLst>
            <pc:docMk/>
            <pc:sldMk cId="1325987111" sldId="338"/>
            <ac:spMk id="2" creationId="{19ED3862-AE74-406C-AC49-812D0707F9D2}"/>
          </ac:spMkLst>
        </pc:spChg>
        <pc:spChg chg="mod">
          <ac:chgData name="Josh Reiss" userId="a90d6cd88c30b6c6" providerId="LiveId" clId="{E931739A-21FE-47EC-B993-828329D68FB3}" dt="2021-01-27T14:27:23.511" v="1104" actId="6549"/>
          <ac:spMkLst>
            <pc:docMk/>
            <pc:sldMk cId="1325987111" sldId="338"/>
            <ac:spMk id="3" creationId="{34A1EFCB-F3FA-4AC7-B815-D795BABFDC88}"/>
          </ac:spMkLst>
        </pc:spChg>
      </pc:sldChg>
      <pc:sldChg chg="addSp delSp modSp add mod">
        <pc:chgData name="Josh Reiss" userId="a90d6cd88c30b6c6" providerId="LiveId" clId="{E931739A-21FE-47EC-B993-828329D68FB3}" dt="2021-01-29T11:48:03.216" v="2653" actId="1076"/>
        <pc:sldMkLst>
          <pc:docMk/>
          <pc:sldMk cId="1572775880" sldId="339"/>
        </pc:sldMkLst>
        <pc:spChg chg="mod">
          <ac:chgData name="Josh Reiss" userId="a90d6cd88c30b6c6" providerId="LiveId" clId="{E931739A-21FE-47EC-B993-828329D68FB3}" dt="2021-01-27T14:58:20.909" v="1293" actId="20577"/>
          <ac:spMkLst>
            <pc:docMk/>
            <pc:sldMk cId="1572775880" sldId="339"/>
            <ac:spMk id="2" creationId="{19ED3862-AE74-406C-AC49-812D0707F9D2}"/>
          </ac:spMkLst>
        </pc:spChg>
        <pc:spChg chg="mod">
          <ac:chgData name="Josh Reiss" userId="a90d6cd88c30b6c6" providerId="LiveId" clId="{E931739A-21FE-47EC-B993-828329D68FB3}" dt="2021-01-27T14:57:48.450" v="1280" actId="20577"/>
          <ac:spMkLst>
            <pc:docMk/>
            <pc:sldMk cId="1572775880" sldId="339"/>
            <ac:spMk id="3" creationId="{34A1EFCB-F3FA-4AC7-B815-D795BABFDC88}"/>
          </ac:spMkLst>
        </pc:spChg>
        <pc:spChg chg="add mod">
          <ac:chgData name="Josh Reiss" userId="a90d6cd88c30b6c6" providerId="LiveId" clId="{E931739A-21FE-47EC-B993-828329D68FB3}" dt="2021-01-27T14:22:23.066" v="1080" actId="1076"/>
          <ac:spMkLst>
            <pc:docMk/>
            <pc:sldMk cId="1572775880" sldId="339"/>
            <ac:spMk id="5" creationId="{6F15C813-D70F-48A2-BB1C-25768137A14B}"/>
          </ac:spMkLst>
        </pc:spChg>
        <pc:spChg chg="add del mod">
          <ac:chgData name="Josh Reiss" userId="a90d6cd88c30b6c6" providerId="LiveId" clId="{E931739A-21FE-47EC-B993-828329D68FB3}" dt="2021-01-27T14:56:06.776" v="1174" actId="478"/>
          <ac:spMkLst>
            <pc:docMk/>
            <pc:sldMk cId="1572775880" sldId="339"/>
            <ac:spMk id="7" creationId="{520BAAA2-F609-4283-9AA4-11944B5CEBEE}"/>
          </ac:spMkLst>
        </pc:spChg>
        <pc:spChg chg="add mod">
          <ac:chgData name="Josh Reiss" userId="a90d6cd88c30b6c6" providerId="LiveId" clId="{E931739A-21FE-47EC-B993-828329D68FB3}" dt="2021-01-27T14:57:09.322" v="1277" actId="1038"/>
          <ac:spMkLst>
            <pc:docMk/>
            <pc:sldMk cId="1572775880" sldId="339"/>
            <ac:spMk id="11" creationId="{DD8A9E11-78C8-4F65-B07B-19FB89D31957}"/>
          </ac:spMkLst>
        </pc:spChg>
        <pc:graphicFrameChg chg="add del mod">
          <ac:chgData name="Josh Reiss" userId="a90d6cd88c30b6c6" providerId="LiveId" clId="{E931739A-21FE-47EC-B993-828329D68FB3}" dt="2021-01-27T14:55:45.010" v="1170" actId="478"/>
          <ac:graphicFrameMkLst>
            <pc:docMk/>
            <pc:sldMk cId="1572775880" sldId="339"/>
            <ac:graphicFrameMk id="6" creationId="{B5009FC7-AC23-4F66-8C87-8B988DBE19EF}"/>
          </ac:graphicFrameMkLst>
        </pc:graphicFrameChg>
        <pc:graphicFrameChg chg="add mod">
          <ac:chgData name="Josh Reiss" userId="a90d6cd88c30b6c6" providerId="LiveId" clId="{E931739A-21FE-47EC-B993-828329D68FB3}" dt="2021-01-29T11:48:03.216" v="2653" actId="1076"/>
          <ac:graphicFrameMkLst>
            <pc:docMk/>
            <pc:sldMk cId="1572775880" sldId="339"/>
            <ac:graphicFrameMk id="8" creationId="{C24DE14C-B426-44CF-BE0C-D1B2D5137CBD}"/>
          </ac:graphicFrameMkLst>
        </pc:graphicFrameChg>
        <pc:picChg chg="add mod">
          <ac:chgData name="Josh Reiss" userId="a90d6cd88c30b6c6" providerId="LiveId" clId="{E931739A-21FE-47EC-B993-828329D68FB3}" dt="2021-01-29T11:47:46.053" v="2649" actId="14100"/>
          <ac:picMkLst>
            <pc:docMk/>
            <pc:sldMk cId="1572775880" sldId="339"/>
            <ac:picMk id="9" creationId="{F2382708-71B8-46D8-AF6A-1EF298DD64DB}"/>
          </ac:picMkLst>
        </pc:picChg>
      </pc:sldChg>
      <pc:sldChg chg="modSp add mod ord">
        <pc:chgData name="Josh Reiss" userId="a90d6cd88c30b6c6" providerId="LiveId" clId="{E931739A-21FE-47EC-B993-828329D68FB3}" dt="2021-01-27T14:58:27.345" v="1301" actId="20577"/>
        <pc:sldMkLst>
          <pc:docMk/>
          <pc:sldMk cId="3813782894" sldId="340"/>
        </pc:sldMkLst>
        <pc:spChg chg="mod">
          <ac:chgData name="Josh Reiss" userId="a90d6cd88c30b6c6" providerId="LiveId" clId="{E931739A-21FE-47EC-B993-828329D68FB3}" dt="2021-01-27T14:58:27.345" v="1301" actId="20577"/>
          <ac:spMkLst>
            <pc:docMk/>
            <pc:sldMk cId="3813782894" sldId="340"/>
            <ac:spMk id="2" creationId="{19ED3862-AE74-406C-AC49-812D0707F9D2}"/>
          </ac:spMkLst>
        </pc:spChg>
      </pc:sldChg>
      <pc:sldChg chg="addSp delSp modSp add mod">
        <pc:chgData name="Josh Reiss" userId="a90d6cd88c30b6c6" providerId="LiveId" clId="{E931739A-21FE-47EC-B993-828329D68FB3}" dt="2021-01-29T11:49:42.534" v="2678" actId="1076"/>
        <pc:sldMkLst>
          <pc:docMk/>
          <pc:sldMk cId="385536561" sldId="341"/>
        </pc:sldMkLst>
        <pc:spChg chg="mod">
          <ac:chgData name="Josh Reiss" userId="a90d6cd88c30b6c6" providerId="LiveId" clId="{E931739A-21FE-47EC-B993-828329D68FB3}" dt="2021-01-27T14:59:23.769" v="1310" actId="20577"/>
          <ac:spMkLst>
            <pc:docMk/>
            <pc:sldMk cId="385536561" sldId="341"/>
            <ac:spMk id="2" creationId="{19ED3862-AE74-406C-AC49-812D0707F9D2}"/>
          </ac:spMkLst>
        </pc:spChg>
        <pc:spChg chg="mod">
          <ac:chgData name="Josh Reiss" userId="a90d6cd88c30b6c6" providerId="LiveId" clId="{E931739A-21FE-47EC-B993-828329D68FB3}" dt="2021-01-27T15:00:30.058" v="1318" actId="20577"/>
          <ac:spMkLst>
            <pc:docMk/>
            <pc:sldMk cId="385536561" sldId="341"/>
            <ac:spMk id="3" creationId="{34A1EFCB-F3FA-4AC7-B815-D795BABFDC88}"/>
          </ac:spMkLst>
        </pc:spChg>
        <pc:graphicFrameChg chg="del">
          <ac:chgData name="Josh Reiss" userId="a90d6cd88c30b6c6" providerId="LiveId" clId="{E931739A-21FE-47EC-B993-828329D68FB3}" dt="2021-01-27T15:00:03.731" v="1314" actId="478"/>
          <ac:graphicFrameMkLst>
            <pc:docMk/>
            <pc:sldMk cId="385536561" sldId="341"/>
            <ac:graphicFrameMk id="8" creationId="{C24DE14C-B426-44CF-BE0C-D1B2D5137CBD}"/>
          </ac:graphicFrameMkLst>
        </pc:graphicFrameChg>
        <pc:graphicFrameChg chg="add mod">
          <ac:chgData name="Josh Reiss" userId="a90d6cd88c30b6c6" providerId="LiveId" clId="{E931739A-21FE-47EC-B993-828329D68FB3}" dt="2021-01-29T11:49:42.534" v="2678" actId="1076"/>
          <ac:graphicFrameMkLst>
            <pc:docMk/>
            <pc:sldMk cId="385536561" sldId="341"/>
            <ac:graphicFrameMk id="12" creationId="{D4BFDF36-8F81-4F91-B1FE-48A18019980E}"/>
          </ac:graphicFrameMkLst>
        </pc:graphicFrameChg>
        <pc:picChg chg="del">
          <ac:chgData name="Josh Reiss" userId="a90d6cd88c30b6c6" providerId="LiveId" clId="{E931739A-21FE-47EC-B993-828329D68FB3}" dt="2021-01-27T14:59:36.727" v="1311" actId="478"/>
          <ac:picMkLst>
            <pc:docMk/>
            <pc:sldMk cId="385536561" sldId="341"/>
            <ac:picMk id="9" creationId="{F2382708-71B8-46D8-AF6A-1EF298DD64DB}"/>
          </ac:picMkLst>
        </pc:picChg>
        <pc:picChg chg="add mod">
          <ac:chgData name="Josh Reiss" userId="a90d6cd88c30b6c6" providerId="LiveId" clId="{E931739A-21FE-47EC-B993-828329D68FB3}" dt="2021-01-29T11:48:27.848" v="2654" actId="14100"/>
          <ac:picMkLst>
            <pc:docMk/>
            <pc:sldMk cId="385536561" sldId="341"/>
            <ac:picMk id="10" creationId="{5BFDDC74-5928-40D5-B385-A329545DE256}"/>
          </ac:picMkLst>
        </pc:picChg>
      </pc:sldChg>
      <pc:sldChg chg="addSp delSp modSp add mod">
        <pc:chgData name="Josh Reiss" userId="a90d6cd88c30b6c6" providerId="LiveId" clId="{E931739A-21FE-47EC-B993-828329D68FB3}" dt="2021-01-29T11:50:38.613" v="2696" actId="167"/>
        <pc:sldMkLst>
          <pc:docMk/>
          <pc:sldMk cId="2379946445" sldId="342"/>
        </pc:sldMkLst>
        <pc:spChg chg="mod">
          <ac:chgData name="Josh Reiss" userId="a90d6cd88c30b6c6" providerId="LiveId" clId="{E931739A-21FE-47EC-B993-828329D68FB3}" dt="2021-01-27T15:00:50.458" v="1327" actId="20577"/>
          <ac:spMkLst>
            <pc:docMk/>
            <pc:sldMk cId="2379946445" sldId="342"/>
            <ac:spMk id="2" creationId="{19ED3862-AE74-406C-AC49-812D0707F9D2}"/>
          </ac:spMkLst>
        </pc:spChg>
        <pc:spChg chg="mod">
          <ac:chgData name="Josh Reiss" userId="a90d6cd88c30b6c6" providerId="LiveId" clId="{E931739A-21FE-47EC-B993-828329D68FB3}" dt="2021-01-27T15:03:40.308" v="1441" actId="20577"/>
          <ac:spMkLst>
            <pc:docMk/>
            <pc:sldMk cId="2379946445" sldId="342"/>
            <ac:spMk id="3" creationId="{34A1EFCB-F3FA-4AC7-B815-D795BABFDC88}"/>
          </ac:spMkLst>
        </pc:spChg>
        <pc:graphicFrameChg chg="add mod ord">
          <ac:chgData name="Josh Reiss" userId="a90d6cd88c30b6c6" providerId="LiveId" clId="{E931739A-21FE-47EC-B993-828329D68FB3}" dt="2021-01-29T11:50:38.613" v="2696" actId="167"/>
          <ac:graphicFrameMkLst>
            <pc:docMk/>
            <pc:sldMk cId="2379946445" sldId="342"/>
            <ac:graphicFrameMk id="9" creationId="{CECD9175-4BAC-4609-8075-6D5541403D95}"/>
          </ac:graphicFrameMkLst>
        </pc:graphicFrameChg>
        <pc:graphicFrameChg chg="del">
          <ac:chgData name="Josh Reiss" userId="a90d6cd88c30b6c6" providerId="LiveId" clId="{E931739A-21FE-47EC-B993-828329D68FB3}" dt="2021-01-27T15:04:17.334" v="1445" actId="478"/>
          <ac:graphicFrameMkLst>
            <pc:docMk/>
            <pc:sldMk cId="2379946445" sldId="342"/>
            <ac:graphicFrameMk id="12" creationId="{D4BFDF36-8F81-4F91-B1FE-48A18019980E}"/>
          </ac:graphicFrameMkLst>
        </pc:graphicFrameChg>
        <pc:picChg chg="add mod">
          <ac:chgData name="Josh Reiss" userId="a90d6cd88c30b6c6" providerId="LiveId" clId="{E931739A-21FE-47EC-B993-828329D68FB3}" dt="2021-01-29T11:50:31.560" v="2695" actId="1036"/>
          <ac:picMkLst>
            <pc:docMk/>
            <pc:sldMk cId="2379946445" sldId="342"/>
            <ac:picMk id="8" creationId="{9E88CD18-3340-48FE-8719-36AE8D9199AC}"/>
          </ac:picMkLst>
        </pc:picChg>
        <pc:picChg chg="del">
          <ac:chgData name="Josh Reiss" userId="a90d6cd88c30b6c6" providerId="LiveId" clId="{E931739A-21FE-47EC-B993-828329D68FB3}" dt="2021-01-27T15:03:58.206" v="1443" actId="478"/>
          <ac:picMkLst>
            <pc:docMk/>
            <pc:sldMk cId="2379946445" sldId="342"/>
            <ac:picMk id="10" creationId="{5BFDDC74-5928-40D5-B385-A329545DE256}"/>
          </ac:picMkLst>
        </pc:picChg>
      </pc:sldChg>
      <pc:sldChg chg="addSp delSp modSp new mod ord">
        <pc:chgData name="Josh Reiss" userId="a90d6cd88c30b6c6" providerId="LiveId" clId="{E931739A-21FE-47EC-B993-828329D68FB3}" dt="2021-01-27T15:25:44.163" v="2059" actId="207"/>
        <pc:sldMkLst>
          <pc:docMk/>
          <pc:sldMk cId="1311582383" sldId="343"/>
        </pc:sldMkLst>
        <pc:spChg chg="mod">
          <ac:chgData name="Josh Reiss" userId="a90d6cd88c30b6c6" providerId="LiveId" clId="{E931739A-21FE-47EC-B993-828329D68FB3}" dt="2021-01-27T15:09:21.350" v="1505" actId="20577"/>
          <ac:spMkLst>
            <pc:docMk/>
            <pc:sldMk cId="1311582383" sldId="343"/>
            <ac:spMk id="2" creationId="{C259984E-D629-4610-BFF7-928559C9918F}"/>
          </ac:spMkLst>
        </pc:spChg>
        <pc:spChg chg="mod">
          <ac:chgData name="Josh Reiss" userId="a90d6cd88c30b6c6" providerId="LiveId" clId="{E931739A-21FE-47EC-B993-828329D68FB3}" dt="2021-01-27T15:21:43.595" v="1945" actId="14100"/>
          <ac:spMkLst>
            <pc:docMk/>
            <pc:sldMk cId="1311582383" sldId="343"/>
            <ac:spMk id="3" creationId="{5A840D7B-E0BE-4CA1-A0E5-5FA067E5C146}"/>
          </ac:spMkLst>
        </pc:spChg>
        <pc:spChg chg="add del">
          <ac:chgData name="Josh Reiss" userId="a90d6cd88c30b6c6" providerId="LiveId" clId="{E931739A-21FE-47EC-B993-828329D68FB3}" dt="2021-01-27T15:18:22.173" v="1794" actId="22"/>
          <ac:spMkLst>
            <pc:docMk/>
            <pc:sldMk cId="1311582383" sldId="343"/>
            <ac:spMk id="6" creationId="{D1EDAA01-6D57-43F3-A263-BFA533AE98B2}"/>
          </ac:spMkLst>
        </pc:spChg>
        <pc:spChg chg="add mod">
          <ac:chgData name="Josh Reiss" userId="a90d6cd88c30b6c6" providerId="LiveId" clId="{E931739A-21FE-47EC-B993-828329D68FB3}" dt="2021-01-27T15:25:44.163" v="2059" actId="207"/>
          <ac:spMkLst>
            <pc:docMk/>
            <pc:sldMk cId="1311582383" sldId="343"/>
            <ac:spMk id="8" creationId="{38076993-90C1-4BE2-95D5-C4956D0E80D7}"/>
          </ac:spMkLst>
        </pc:spChg>
        <pc:spChg chg="add del">
          <ac:chgData name="Josh Reiss" userId="a90d6cd88c30b6c6" providerId="LiveId" clId="{E931739A-21FE-47EC-B993-828329D68FB3}" dt="2021-01-27T15:18:57.656" v="1811" actId="22"/>
          <ac:spMkLst>
            <pc:docMk/>
            <pc:sldMk cId="1311582383" sldId="343"/>
            <ac:spMk id="10" creationId="{40F24270-1765-4449-9032-57F2BF1FAB82}"/>
          </ac:spMkLst>
        </pc:spChg>
        <pc:spChg chg="add del mod">
          <ac:chgData name="Josh Reiss" userId="a90d6cd88c30b6c6" providerId="LiveId" clId="{E931739A-21FE-47EC-B993-828329D68FB3}" dt="2021-01-27T15:24:12.198" v="1986"/>
          <ac:spMkLst>
            <pc:docMk/>
            <pc:sldMk cId="1311582383" sldId="343"/>
            <ac:spMk id="12" creationId="{AAEADAE3-6815-4199-9503-76D11701F5E4}"/>
          </ac:spMkLst>
        </pc:spChg>
        <pc:graphicFrameChg chg="add mod">
          <ac:chgData name="Josh Reiss" userId="a90d6cd88c30b6c6" providerId="LiveId" clId="{E931739A-21FE-47EC-B993-828329D68FB3}" dt="2021-01-27T15:21:25.397" v="1941" actId="1076"/>
          <ac:graphicFrameMkLst>
            <pc:docMk/>
            <pc:sldMk cId="1311582383" sldId="343"/>
            <ac:graphicFrameMk id="4" creationId="{2AC1CBA3-A40D-4988-91CF-21C4F81BB950}"/>
          </ac:graphicFrameMkLst>
        </pc:graphicFrameChg>
      </pc:sldChg>
      <pc:sldChg chg="modSp add mod">
        <pc:chgData name="Josh Reiss" userId="a90d6cd88c30b6c6" providerId="LiveId" clId="{E931739A-21FE-47EC-B993-828329D68FB3}" dt="2021-01-27T15:08:44.931" v="1495" actId="1076"/>
        <pc:sldMkLst>
          <pc:docMk/>
          <pc:sldMk cId="3021280111" sldId="344"/>
        </pc:sldMkLst>
        <pc:spChg chg="mod">
          <ac:chgData name="Josh Reiss" userId="a90d6cd88c30b6c6" providerId="LiveId" clId="{E931739A-21FE-47EC-B993-828329D68FB3}" dt="2021-01-27T15:08:44.931" v="1495" actId="1076"/>
          <ac:spMkLst>
            <pc:docMk/>
            <pc:sldMk cId="3021280111" sldId="344"/>
            <ac:spMk id="4" creationId="{316A45D5-5D90-4497-8CF1-7EA9EE9051D2}"/>
          </ac:spMkLst>
        </pc:spChg>
      </pc:sldChg>
      <pc:sldChg chg="modSp new mod">
        <pc:chgData name="Josh Reiss" userId="a90d6cd88c30b6c6" providerId="LiveId" clId="{E931739A-21FE-47EC-B993-828329D68FB3}" dt="2021-01-27T15:44:12.676" v="2300" actId="14100"/>
        <pc:sldMkLst>
          <pc:docMk/>
          <pc:sldMk cId="3672279525" sldId="345"/>
        </pc:sldMkLst>
        <pc:spChg chg="mod">
          <ac:chgData name="Josh Reiss" userId="a90d6cd88c30b6c6" providerId="LiveId" clId="{E931739A-21FE-47EC-B993-828329D68FB3}" dt="2021-01-27T15:19:44.956" v="1816"/>
          <ac:spMkLst>
            <pc:docMk/>
            <pc:sldMk cId="3672279525" sldId="345"/>
            <ac:spMk id="2" creationId="{E5A6588C-B949-4FB2-80FE-DADC45B84D4F}"/>
          </ac:spMkLst>
        </pc:spChg>
        <pc:spChg chg="mod">
          <ac:chgData name="Josh Reiss" userId="a90d6cd88c30b6c6" providerId="LiveId" clId="{E931739A-21FE-47EC-B993-828329D68FB3}" dt="2021-01-27T15:44:12.676" v="2300" actId="14100"/>
          <ac:spMkLst>
            <pc:docMk/>
            <pc:sldMk cId="3672279525" sldId="345"/>
            <ac:spMk id="3" creationId="{6CFD6FB8-0564-4CDB-A6F3-9BF72463F6FB}"/>
          </ac:spMkLst>
        </pc:spChg>
      </pc:sldChg>
      <pc:sldChg chg="modSp add mod">
        <pc:chgData name="Josh Reiss" userId="a90d6cd88c30b6c6" providerId="LiveId" clId="{E931739A-21FE-47EC-B993-828329D68FB3}" dt="2021-01-27T15:52:47.099" v="2638" actId="255"/>
        <pc:sldMkLst>
          <pc:docMk/>
          <pc:sldMk cId="1597852189" sldId="346"/>
        </pc:sldMkLst>
        <pc:spChg chg="mod">
          <ac:chgData name="Josh Reiss" userId="a90d6cd88c30b6c6" providerId="LiveId" clId="{E931739A-21FE-47EC-B993-828329D68FB3}" dt="2021-01-27T15:44:36.837" v="2313" actId="20577"/>
          <ac:spMkLst>
            <pc:docMk/>
            <pc:sldMk cId="1597852189" sldId="346"/>
            <ac:spMk id="2" creationId="{E5A6588C-B949-4FB2-80FE-DADC45B84D4F}"/>
          </ac:spMkLst>
        </pc:spChg>
        <pc:spChg chg="mod">
          <ac:chgData name="Josh Reiss" userId="a90d6cd88c30b6c6" providerId="LiveId" clId="{E931739A-21FE-47EC-B993-828329D68FB3}" dt="2021-01-27T15:52:47.099" v="2638" actId="255"/>
          <ac:spMkLst>
            <pc:docMk/>
            <pc:sldMk cId="1597852189" sldId="346"/>
            <ac:spMk id="3" creationId="{6CFD6FB8-0564-4CDB-A6F3-9BF72463F6FB}"/>
          </ac:spMkLst>
        </pc:spChg>
      </pc:sldChg>
      <pc:sldChg chg="addSp modSp new mod">
        <pc:chgData name="Josh Reiss" userId="a90d6cd88c30b6c6" providerId="LiveId" clId="{E931739A-21FE-47EC-B993-828329D68FB3}" dt="2021-01-29T13:48:31.734" v="2925"/>
        <pc:sldMkLst>
          <pc:docMk/>
          <pc:sldMk cId="2619561829" sldId="347"/>
        </pc:sldMkLst>
        <pc:spChg chg="mod">
          <ac:chgData name="Josh Reiss" userId="a90d6cd88c30b6c6" providerId="LiveId" clId="{E931739A-21FE-47EC-B993-828329D68FB3}" dt="2021-01-29T11:56:42.139" v="2715" actId="20577"/>
          <ac:spMkLst>
            <pc:docMk/>
            <pc:sldMk cId="2619561829" sldId="347"/>
            <ac:spMk id="2" creationId="{E59549C2-B318-432D-AD46-B38F7CF56BB3}"/>
          </ac:spMkLst>
        </pc:spChg>
        <pc:spChg chg="mod">
          <ac:chgData name="Josh Reiss" userId="a90d6cd88c30b6c6" providerId="LiveId" clId="{E931739A-21FE-47EC-B993-828329D68FB3}" dt="2021-01-29T13:45:09.933" v="2868" actId="14100"/>
          <ac:spMkLst>
            <pc:docMk/>
            <pc:sldMk cId="2619561829" sldId="347"/>
            <ac:spMk id="3" creationId="{CBF8D5D7-3746-443F-A7E8-FB8C443E57A4}"/>
          </ac:spMkLst>
        </pc:spChg>
        <pc:spChg chg="add mod">
          <ac:chgData name="Josh Reiss" userId="a90d6cd88c30b6c6" providerId="LiveId" clId="{E931739A-21FE-47EC-B993-828329D68FB3}" dt="2021-01-29T13:46:08.754" v="2874" actId="1076"/>
          <ac:spMkLst>
            <pc:docMk/>
            <pc:sldMk cId="2619561829" sldId="347"/>
            <ac:spMk id="5" creationId="{851A03FE-389C-45C6-9B6F-1199AB8530D9}"/>
          </ac:spMkLst>
        </pc:spChg>
        <pc:spChg chg="add mod">
          <ac:chgData name="Josh Reiss" userId="a90d6cd88c30b6c6" providerId="LiveId" clId="{E931739A-21FE-47EC-B993-828329D68FB3}" dt="2021-01-29T13:47:47.863" v="2921" actId="14100"/>
          <ac:spMkLst>
            <pc:docMk/>
            <pc:sldMk cId="2619561829" sldId="347"/>
            <ac:spMk id="8" creationId="{DA76FF6A-C73D-4032-8A55-AACDD5EAF99A}"/>
          </ac:spMkLst>
        </pc:spChg>
        <pc:graphicFrameChg chg="add mod">
          <ac:chgData name="Josh Reiss" userId="a90d6cd88c30b6c6" providerId="LiveId" clId="{E931739A-21FE-47EC-B993-828329D68FB3}" dt="2021-01-29T13:48:31.734" v="2925"/>
          <ac:graphicFrameMkLst>
            <pc:docMk/>
            <pc:sldMk cId="2619561829" sldId="347"/>
            <ac:graphicFrameMk id="6" creationId="{79E7027B-E8F3-4545-848A-6E5C64002BD2}"/>
          </ac:graphicFrameMkLst>
        </pc:graphicFrameChg>
      </pc:sldChg>
      <pc:sldChg chg="addSp delSp modSp add mod modAnim">
        <pc:chgData name="Josh Reiss" userId="a90d6cd88c30b6c6" providerId="LiveId" clId="{E931739A-21FE-47EC-B993-828329D68FB3}" dt="2021-01-29T15:35:03.491" v="3408" actId="14100"/>
        <pc:sldMkLst>
          <pc:docMk/>
          <pc:sldMk cId="594607842" sldId="348"/>
        </pc:sldMkLst>
        <pc:spChg chg="mod">
          <ac:chgData name="Josh Reiss" userId="a90d6cd88c30b6c6" providerId="LiveId" clId="{E931739A-21FE-47EC-B993-828329D68FB3}" dt="2021-01-29T14:26:46.006" v="3167" actId="27636"/>
          <ac:spMkLst>
            <pc:docMk/>
            <pc:sldMk cId="594607842" sldId="348"/>
            <ac:spMk id="2" creationId="{E59549C2-B318-432D-AD46-B38F7CF56BB3}"/>
          </ac:spMkLst>
        </pc:spChg>
        <pc:spChg chg="mod">
          <ac:chgData name="Josh Reiss" userId="a90d6cd88c30b6c6" providerId="LiveId" clId="{E931739A-21FE-47EC-B993-828329D68FB3}" dt="2021-01-29T14:29:16.285" v="3184" actId="14100"/>
          <ac:spMkLst>
            <pc:docMk/>
            <pc:sldMk cId="594607842" sldId="348"/>
            <ac:spMk id="3" creationId="{CBF8D5D7-3746-443F-A7E8-FB8C443E57A4}"/>
          </ac:spMkLst>
        </pc:spChg>
        <pc:spChg chg="del mod">
          <ac:chgData name="Josh Reiss" userId="a90d6cd88c30b6c6" providerId="LiveId" clId="{E931739A-21FE-47EC-B993-828329D68FB3}" dt="2021-01-29T14:28:36.025" v="3178" actId="478"/>
          <ac:spMkLst>
            <pc:docMk/>
            <pc:sldMk cId="594607842" sldId="348"/>
            <ac:spMk id="5" creationId="{851A03FE-389C-45C6-9B6F-1199AB8530D9}"/>
          </ac:spMkLst>
        </pc:spChg>
        <pc:spChg chg="add mod">
          <ac:chgData name="Josh Reiss" userId="a90d6cd88c30b6c6" providerId="LiveId" clId="{E931739A-21FE-47EC-B993-828329D68FB3}" dt="2021-01-29T15:27:32.973" v="3259" actId="1036"/>
          <ac:spMkLst>
            <pc:docMk/>
            <pc:sldMk cId="594607842" sldId="348"/>
            <ac:spMk id="7" creationId="{E126CE7F-78C6-42E8-BA24-0F69EA8716A1}"/>
          </ac:spMkLst>
        </pc:spChg>
        <pc:spChg chg="del mod">
          <ac:chgData name="Josh Reiss" userId="a90d6cd88c30b6c6" providerId="LiveId" clId="{E931739A-21FE-47EC-B993-828329D68FB3}" dt="2021-01-29T14:25:41.042" v="3096" actId="478"/>
          <ac:spMkLst>
            <pc:docMk/>
            <pc:sldMk cId="594607842" sldId="348"/>
            <ac:spMk id="8" creationId="{DA76FF6A-C73D-4032-8A55-AACDD5EAF99A}"/>
          </ac:spMkLst>
        </pc:spChg>
        <pc:spChg chg="add mod">
          <ac:chgData name="Josh Reiss" userId="a90d6cd88c30b6c6" providerId="LiveId" clId="{E931739A-21FE-47EC-B993-828329D68FB3}" dt="2021-01-29T14:29:22.388" v="3185" actId="1076"/>
          <ac:spMkLst>
            <pc:docMk/>
            <pc:sldMk cId="594607842" sldId="348"/>
            <ac:spMk id="9" creationId="{70B7B21F-1EF9-4369-AC99-042F3EA9D046}"/>
          </ac:spMkLst>
        </pc:spChg>
        <pc:spChg chg="add mod">
          <ac:chgData name="Josh Reiss" userId="a90d6cd88c30b6c6" providerId="LiveId" clId="{E931739A-21FE-47EC-B993-828329D68FB3}" dt="2021-01-29T15:24:19.904" v="3228" actId="1076"/>
          <ac:spMkLst>
            <pc:docMk/>
            <pc:sldMk cId="594607842" sldId="348"/>
            <ac:spMk id="10" creationId="{38FF203E-D234-4587-81F5-5E581023B2AD}"/>
          </ac:spMkLst>
        </pc:spChg>
        <pc:spChg chg="add mod">
          <ac:chgData name="Josh Reiss" userId="a90d6cd88c30b6c6" providerId="LiveId" clId="{E931739A-21FE-47EC-B993-828329D68FB3}" dt="2021-01-29T14:30:04.408" v="3224" actId="20577"/>
          <ac:spMkLst>
            <pc:docMk/>
            <pc:sldMk cId="594607842" sldId="348"/>
            <ac:spMk id="13" creationId="{E983C0D6-64D3-447B-9425-91849542331E}"/>
          </ac:spMkLst>
        </pc:spChg>
        <pc:spChg chg="mod">
          <ac:chgData name="Josh Reiss" userId="a90d6cd88c30b6c6" providerId="LiveId" clId="{E931739A-21FE-47EC-B993-828329D68FB3}" dt="2021-01-29T15:28:04.794" v="3302" actId="20577"/>
          <ac:spMkLst>
            <pc:docMk/>
            <pc:sldMk cId="594607842" sldId="348"/>
            <ac:spMk id="15" creationId="{36222B97-F848-4726-B5CD-C35DAC1B5603}"/>
          </ac:spMkLst>
        </pc:spChg>
        <pc:spChg chg="mod">
          <ac:chgData name="Josh Reiss" userId="a90d6cd88c30b6c6" providerId="LiveId" clId="{E931739A-21FE-47EC-B993-828329D68FB3}" dt="2021-01-29T15:28:46.163" v="3352" actId="20577"/>
          <ac:spMkLst>
            <pc:docMk/>
            <pc:sldMk cId="594607842" sldId="348"/>
            <ac:spMk id="18" creationId="{65F1293D-921E-4B06-A20F-C05C0DE62A49}"/>
          </ac:spMkLst>
        </pc:spChg>
        <pc:spChg chg="mod">
          <ac:chgData name="Josh Reiss" userId="a90d6cd88c30b6c6" providerId="LiveId" clId="{E931739A-21FE-47EC-B993-828329D68FB3}" dt="2021-01-29T15:29:25.093" v="3401" actId="20577"/>
          <ac:spMkLst>
            <pc:docMk/>
            <pc:sldMk cId="594607842" sldId="348"/>
            <ac:spMk id="21" creationId="{45E0E088-5D1A-4754-B52E-90378A4ED190}"/>
          </ac:spMkLst>
        </pc:spChg>
        <pc:grpChg chg="add mod">
          <ac:chgData name="Josh Reiss" userId="a90d6cd88c30b6c6" providerId="LiveId" clId="{E931739A-21FE-47EC-B993-828329D68FB3}" dt="2021-01-29T15:27:03.115" v="3246" actId="164"/>
          <ac:grpSpMkLst>
            <pc:docMk/>
            <pc:sldMk cId="594607842" sldId="348"/>
            <ac:grpSpMk id="8" creationId="{B182383A-45DA-40DD-84E5-7902C2028F08}"/>
          </ac:grpSpMkLst>
        </pc:grpChg>
        <pc:grpChg chg="add mod">
          <ac:chgData name="Josh Reiss" userId="a90d6cd88c30b6c6" providerId="LiveId" clId="{E931739A-21FE-47EC-B993-828329D68FB3}" dt="2021-01-29T15:27:24.712" v="3248" actId="1076"/>
          <ac:grpSpMkLst>
            <pc:docMk/>
            <pc:sldMk cId="594607842" sldId="348"/>
            <ac:grpSpMk id="14" creationId="{7C5A4365-2B0A-4728-96C8-358A9EDA44C5}"/>
          </ac:grpSpMkLst>
        </pc:grpChg>
        <pc:grpChg chg="add mod">
          <ac:chgData name="Josh Reiss" userId="a90d6cd88c30b6c6" providerId="LiveId" clId="{E931739A-21FE-47EC-B993-828329D68FB3}" dt="2021-01-29T15:34:52.225" v="3407" actId="14100"/>
          <ac:grpSpMkLst>
            <pc:docMk/>
            <pc:sldMk cId="594607842" sldId="348"/>
            <ac:grpSpMk id="17" creationId="{C0D5574F-8824-4DB2-B40F-0FAC49E35345}"/>
          </ac:grpSpMkLst>
        </pc:grpChg>
        <pc:grpChg chg="add mod">
          <ac:chgData name="Josh Reiss" userId="a90d6cd88c30b6c6" providerId="LiveId" clId="{E931739A-21FE-47EC-B993-828329D68FB3}" dt="2021-01-29T15:29:06.882" v="3354" actId="1076"/>
          <ac:grpSpMkLst>
            <pc:docMk/>
            <pc:sldMk cId="594607842" sldId="348"/>
            <ac:grpSpMk id="20" creationId="{D5881F3B-A9A9-4DB9-82D9-810BBDB34D7F}"/>
          </ac:grpSpMkLst>
        </pc:grpChg>
        <pc:graphicFrameChg chg="del">
          <ac:chgData name="Josh Reiss" userId="a90d6cd88c30b6c6" providerId="LiveId" clId="{E931739A-21FE-47EC-B993-828329D68FB3}" dt="2021-01-29T14:24:46.889" v="3089" actId="478"/>
          <ac:graphicFrameMkLst>
            <pc:docMk/>
            <pc:sldMk cId="594607842" sldId="348"/>
            <ac:graphicFrameMk id="6" creationId="{79E7027B-E8F3-4545-848A-6E5C64002BD2}"/>
          </ac:graphicFrameMkLst>
        </pc:graphicFrameChg>
        <pc:graphicFrameChg chg="add mod ord">
          <ac:chgData name="Josh Reiss" userId="a90d6cd88c30b6c6" providerId="LiveId" clId="{E931739A-21FE-47EC-B993-828329D68FB3}" dt="2021-01-29T15:23:41.378" v="3226" actId="167"/>
          <ac:graphicFrameMkLst>
            <pc:docMk/>
            <pc:sldMk cId="594607842" sldId="348"/>
            <ac:graphicFrameMk id="11" creationId="{F42BC931-83BA-45C2-AB58-6B7D4BCF6AFC}"/>
          </ac:graphicFrameMkLst>
        </pc:graphicFrameChg>
        <pc:cxnChg chg="add mod">
          <ac:chgData name="Josh Reiss" userId="a90d6cd88c30b6c6" providerId="LiveId" clId="{E931739A-21FE-47EC-B993-828329D68FB3}" dt="2021-01-29T15:27:38.955" v="3260" actId="14100"/>
          <ac:cxnSpMkLst>
            <pc:docMk/>
            <pc:sldMk cId="594607842" sldId="348"/>
            <ac:cxnSpMk id="5" creationId="{B24B8F36-DB2C-4298-BFB5-C4CF0161FF94}"/>
          </ac:cxnSpMkLst>
        </pc:cxnChg>
        <pc:cxnChg chg="mod">
          <ac:chgData name="Josh Reiss" userId="a90d6cd88c30b6c6" providerId="LiveId" clId="{E931739A-21FE-47EC-B993-828329D68FB3}" dt="2021-01-29T15:28:04.794" v="3302" actId="20577"/>
          <ac:cxnSpMkLst>
            <pc:docMk/>
            <pc:sldMk cId="594607842" sldId="348"/>
            <ac:cxnSpMk id="16" creationId="{E7326035-16DD-4493-A2C2-4B484A94C977}"/>
          </ac:cxnSpMkLst>
        </pc:cxnChg>
        <pc:cxnChg chg="mod">
          <ac:chgData name="Josh Reiss" userId="a90d6cd88c30b6c6" providerId="LiveId" clId="{E931739A-21FE-47EC-B993-828329D68FB3}" dt="2021-01-29T15:28:46.163" v="3352" actId="20577"/>
          <ac:cxnSpMkLst>
            <pc:docMk/>
            <pc:sldMk cId="594607842" sldId="348"/>
            <ac:cxnSpMk id="19" creationId="{5AA1A7FC-95AC-4892-8599-642DADE71A95}"/>
          </ac:cxnSpMkLst>
        </pc:cxnChg>
        <pc:cxnChg chg="mod">
          <ac:chgData name="Josh Reiss" userId="a90d6cd88c30b6c6" providerId="LiveId" clId="{E931739A-21FE-47EC-B993-828329D68FB3}" dt="2021-01-29T15:35:03.491" v="3408" actId="14100"/>
          <ac:cxnSpMkLst>
            <pc:docMk/>
            <pc:sldMk cId="594607842" sldId="348"/>
            <ac:cxnSpMk id="22" creationId="{EA62E18B-A160-433C-8EC1-7D2CB72FFBA4}"/>
          </ac:cxnSpMkLst>
        </pc:cxnChg>
      </pc:sldChg>
      <pc:sldMasterChg chg="modSldLayout">
        <pc:chgData name="Josh Reiss" userId="a90d6cd88c30b6c6" providerId="LiveId" clId="{E931739A-21FE-47EC-B993-828329D68FB3}" dt="2021-01-26T08:52:22.953" v="57" actId="478"/>
        <pc:sldMasterMkLst>
          <pc:docMk/>
          <pc:sldMasterMk cId="0" sldId="2147483648"/>
        </pc:sldMasterMkLst>
        <pc:sldLayoutChg chg="delSp mod">
          <pc:chgData name="Josh Reiss" userId="a90d6cd88c30b6c6" providerId="LiveId" clId="{E931739A-21FE-47EC-B993-828329D68FB3}" dt="2021-01-26T08:51:13.845" v="53" actId="478"/>
          <pc:sldLayoutMkLst>
            <pc:docMk/>
            <pc:sldMasterMk cId="0" sldId="2147483648"/>
            <pc:sldLayoutMk cId="0" sldId="2147483649"/>
          </pc:sldLayoutMkLst>
          <pc:spChg chg="del">
            <ac:chgData name="Josh Reiss" userId="a90d6cd88c30b6c6" providerId="LiveId" clId="{E931739A-21FE-47EC-B993-828329D68FB3}" dt="2021-01-26T08:51:13.845" v="53" actId="478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13.845" v="53" actId="478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13.845" v="53" actId="478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</pc:sldLayoutChg>
        <pc:sldLayoutChg chg="delSp mod">
          <pc:chgData name="Josh Reiss" userId="a90d6cd88c30b6c6" providerId="LiveId" clId="{E931739A-21FE-47EC-B993-828329D68FB3}" dt="2021-01-26T08:50:49.657" v="52" actId="478"/>
          <pc:sldLayoutMkLst>
            <pc:docMk/>
            <pc:sldMasterMk cId="0" sldId="2147483648"/>
            <pc:sldLayoutMk cId="0" sldId="2147483650"/>
          </pc:sldLayoutMkLst>
          <pc:spChg chg="del">
            <ac:chgData name="Josh Reiss" userId="a90d6cd88c30b6c6" providerId="LiveId" clId="{E931739A-21FE-47EC-B993-828329D68FB3}" dt="2021-01-26T08:50:49.657" v="52" actId="478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0:49.657" v="52" actId="478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0:49.657" v="52" actId="478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</pc:sldLayoutChg>
        <pc:sldLayoutChg chg="delSp mod">
          <pc:chgData name="Josh Reiss" userId="a90d6cd88c30b6c6" providerId="LiveId" clId="{E931739A-21FE-47EC-B993-828329D68FB3}" dt="2021-01-26T08:51:23.450" v="54" actId="478"/>
          <pc:sldLayoutMkLst>
            <pc:docMk/>
            <pc:sldMasterMk cId="0" sldId="2147483648"/>
            <pc:sldLayoutMk cId="0" sldId="2147483651"/>
          </pc:sldLayoutMkLst>
          <pc:spChg chg="del">
            <ac:chgData name="Josh Reiss" userId="a90d6cd88c30b6c6" providerId="LiveId" clId="{E931739A-21FE-47EC-B993-828329D68FB3}" dt="2021-01-26T08:51:23.450" v="54" actId="478"/>
            <ac:spMkLst>
              <pc:docMk/>
              <pc:sldMasterMk cId="0" sldId="2147483648"/>
              <pc:sldLayoutMk cId="0" sldId="2147483651"/>
              <ac:spMk id="4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23.450" v="54" actId="478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23.450" v="54" actId="478"/>
            <ac:spMkLst>
              <pc:docMk/>
              <pc:sldMasterMk cId="0" sldId="2147483648"/>
              <pc:sldLayoutMk cId="0" sldId="2147483651"/>
              <ac:spMk id="6" creationId="{00000000-0000-0000-0000-000000000000}"/>
            </ac:spMkLst>
          </pc:spChg>
        </pc:sldLayoutChg>
        <pc:sldLayoutChg chg="delSp mod">
          <pc:chgData name="Josh Reiss" userId="a90d6cd88c30b6c6" providerId="LiveId" clId="{E931739A-21FE-47EC-B993-828329D68FB3}" dt="2021-01-26T08:51:30.704" v="55" actId="478"/>
          <pc:sldLayoutMkLst>
            <pc:docMk/>
            <pc:sldMasterMk cId="0" sldId="2147483648"/>
            <pc:sldLayoutMk cId="0" sldId="2147483652"/>
          </pc:sldLayoutMkLst>
          <pc:spChg chg="del">
            <ac:chgData name="Josh Reiss" userId="a90d6cd88c30b6c6" providerId="LiveId" clId="{E931739A-21FE-47EC-B993-828329D68FB3}" dt="2021-01-26T08:51:30.704" v="55" actId="478"/>
            <ac:spMkLst>
              <pc:docMk/>
              <pc:sldMasterMk cId="0" sldId="2147483648"/>
              <pc:sldLayoutMk cId="0" sldId="2147483652"/>
              <ac:spMk id="5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30.704" v="55" actId="478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30.704" v="55" actId="478"/>
            <ac:spMkLst>
              <pc:docMk/>
              <pc:sldMasterMk cId="0" sldId="2147483648"/>
              <pc:sldLayoutMk cId="0" sldId="2147483652"/>
              <ac:spMk id="7" creationId="{00000000-0000-0000-0000-000000000000}"/>
            </ac:spMkLst>
          </pc:spChg>
        </pc:sldLayoutChg>
        <pc:sldLayoutChg chg="delSp mod">
          <pc:chgData name="Josh Reiss" userId="a90d6cd88c30b6c6" providerId="LiveId" clId="{E931739A-21FE-47EC-B993-828329D68FB3}" dt="2021-01-26T08:51:36.925" v="56" actId="478"/>
          <pc:sldLayoutMkLst>
            <pc:docMk/>
            <pc:sldMasterMk cId="0" sldId="2147483648"/>
            <pc:sldLayoutMk cId="0" sldId="2147483653"/>
          </pc:sldLayoutMkLst>
          <pc:spChg chg="del">
            <ac:chgData name="Josh Reiss" userId="a90d6cd88c30b6c6" providerId="LiveId" clId="{E931739A-21FE-47EC-B993-828329D68FB3}" dt="2021-01-26T08:51:36.925" v="56" actId="478"/>
            <ac:spMkLst>
              <pc:docMk/>
              <pc:sldMasterMk cId="0" sldId="2147483648"/>
              <pc:sldLayoutMk cId="0" sldId="2147483653"/>
              <ac:spMk id="7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36.925" v="56" actId="478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1:36.925" v="56" actId="478"/>
            <ac:spMkLst>
              <pc:docMk/>
              <pc:sldMasterMk cId="0" sldId="2147483648"/>
              <pc:sldLayoutMk cId="0" sldId="2147483653"/>
              <ac:spMk id="9" creationId="{00000000-0000-0000-0000-000000000000}"/>
            </ac:spMkLst>
          </pc:spChg>
        </pc:sldLayoutChg>
        <pc:sldLayoutChg chg="delSp mod">
          <pc:chgData name="Josh Reiss" userId="a90d6cd88c30b6c6" providerId="LiveId" clId="{E931739A-21FE-47EC-B993-828329D68FB3}" dt="2021-01-26T08:52:22.953" v="57" actId="478"/>
          <pc:sldLayoutMkLst>
            <pc:docMk/>
            <pc:sldMasterMk cId="0" sldId="2147483648"/>
            <pc:sldLayoutMk cId="0" sldId="2147483654"/>
          </pc:sldLayoutMkLst>
          <pc:spChg chg="del">
            <ac:chgData name="Josh Reiss" userId="a90d6cd88c30b6c6" providerId="LiveId" clId="{E931739A-21FE-47EC-B993-828329D68FB3}" dt="2021-01-26T08:52:22.953" v="57" actId="478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2:22.953" v="57" actId="478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del">
            <ac:chgData name="Josh Reiss" userId="a90d6cd88c30b6c6" providerId="LiveId" clId="{E931739A-21FE-47EC-B993-828329D68FB3}" dt="2021-01-26T08:52:22.953" v="57" actId="478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</pc:sldLayoutChg>
      </pc:sldMasterChg>
    </pc:docChg>
  </pc:docChgLst>
  <pc:docChgLst>
    <pc:chgData name="Josh Reiss" userId="a90d6cd88c30b6c6" providerId="LiveId" clId="{1F75B443-9A67-470A-BBF9-DECD23F2A000}"/>
    <pc:docChg chg="undo redo custSel addSld delSld modSld">
      <pc:chgData name="Josh Reiss" userId="a90d6cd88c30b6c6" providerId="LiveId" clId="{1F75B443-9A67-470A-BBF9-DECD23F2A000}" dt="2021-02-01T11:33:19.274" v="1359" actId="6549"/>
      <pc:docMkLst>
        <pc:docMk/>
      </pc:docMkLst>
      <pc:sldChg chg="del">
        <pc:chgData name="Josh Reiss" userId="a90d6cd88c30b6c6" providerId="LiveId" clId="{1F75B443-9A67-470A-BBF9-DECD23F2A000}" dt="2021-02-01T10:49:36.299" v="1102" actId="47"/>
        <pc:sldMkLst>
          <pc:docMk/>
          <pc:sldMk cId="1411299602" sldId="334"/>
        </pc:sldMkLst>
      </pc:sldChg>
      <pc:sldChg chg="del">
        <pc:chgData name="Josh Reiss" userId="a90d6cd88c30b6c6" providerId="LiveId" clId="{1F75B443-9A67-470A-BBF9-DECD23F2A000}" dt="2021-02-01T10:49:27.060" v="1100" actId="47"/>
        <pc:sldMkLst>
          <pc:docMk/>
          <pc:sldMk cId="528979424" sldId="335"/>
        </pc:sldMkLst>
      </pc:sldChg>
      <pc:sldChg chg="del">
        <pc:chgData name="Josh Reiss" userId="a90d6cd88c30b6c6" providerId="LiveId" clId="{1F75B443-9A67-470A-BBF9-DECD23F2A000}" dt="2021-02-01T10:49:27.060" v="1100" actId="47"/>
        <pc:sldMkLst>
          <pc:docMk/>
          <pc:sldMk cId="2498936484" sldId="336"/>
        </pc:sldMkLst>
      </pc:sldChg>
      <pc:sldChg chg="del">
        <pc:chgData name="Josh Reiss" userId="a90d6cd88c30b6c6" providerId="LiveId" clId="{1F75B443-9A67-470A-BBF9-DECD23F2A000}" dt="2021-02-01T10:49:27.060" v="1100" actId="47"/>
        <pc:sldMkLst>
          <pc:docMk/>
          <pc:sldMk cId="2012708393" sldId="337"/>
        </pc:sldMkLst>
      </pc:sldChg>
      <pc:sldChg chg="del">
        <pc:chgData name="Josh Reiss" userId="a90d6cd88c30b6c6" providerId="LiveId" clId="{1F75B443-9A67-470A-BBF9-DECD23F2A000}" dt="2021-02-01T10:49:27.060" v="1100" actId="47"/>
        <pc:sldMkLst>
          <pc:docMk/>
          <pc:sldMk cId="1325987111" sldId="338"/>
        </pc:sldMkLst>
      </pc:sldChg>
      <pc:sldChg chg="del">
        <pc:chgData name="Josh Reiss" userId="a90d6cd88c30b6c6" providerId="LiveId" clId="{1F75B443-9A67-470A-BBF9-DECD23F2A000}" dt="2021-02-01T10:49:27.060" v="1100" actId="47"/>
        <pc:sldMkLst>
          <pc:docMk/>
          <pc:sldMk cId="1572775880" sldId="339"/>
        </pc:sldMkLst>
      </pc:sldChg>
      <pc:sldChg chg="del">
        <pc:chgData name="Josh Reiss" userId="a90d6cd88c30b6c6" providerId="LiveId" clId="{1F75B443-9A67-470A-BBF9-DECD23F2A000}" dt="2021-02-01T10:49:27.060" v="1100" actId="47"/>
        <pc:sldMkLst>
          <pc:docMk/>
          <pc:sldMk cId="3813782894" sldId="340"/>
        </pc:sldMkLst>
      </pc:sldChg>
      <pc:sldChg chg="del">
        <pc:chgData name="Josh Reiss" userId="a90d6cd88c30b6c6" providerId="LiveId" clId="{1F75B443-9A67-470A-BBF9-DECD23F2A000}" dt="2021-02-01T10:49:27.060" v="1100" actId="47"/>
        <pc:sldMkLst>
          <pc:docMk/>
          <pc:sldMk cId="385536561" sldId="341"/>
        </pc:sldMkLst>
      </pc:sldChg>
      <pc:sldChg chg="del">
        <pc:chgData name="Josh Reiss" userId="a90d6cd88c30b6c6" providerId="LiveId" clId="{1F75B443-9A67-470A-BBF9-DECD23F2A000}" dt="2021-02-01T10:49:20.793" v="1099" actId="47"/>
        <pc:sldMkLst>
          <pc:docMk/>
          <pc:sldMk cId="2379946445" sldId="342"/>
        </pc:sldMkLst>
      </pc:sldChg>
      <pc:sldChg chg="del">
        <pc:chgData name="Josh Reiss" userId="a90d6cd88c30b6c6" providerId="LiveId" clId="{1F75B443-9A67-470A-BBF9-DECD23F2A000}" dt="2021-02-01T10:49:20.793" v="1099" actId="47"/>
        <pc:sldMkLst>
          <pc:docMk/>
          <pc:sldMk cId="1311582383" sldId="343"/>
        </pc:sldMkLst>
      </pc:sldChg>
      <pc:sldChg chg="del">
        <pc:chgData name="Josh Reiss" userId="a90d6cd88c30b6c6" providerId="LiveId" clId="{1F75B443-9A67-470A-BBF9-DECD23F2A000}" dt="2021-02-01T10:49:20.793" v="1099" actId="47"/>
        <pc:sldMkLst>
          <pc:docMk/>
          <pc:sldMk cId="3021280111" sldId="344"/>
        </pc:sldMkLst>
      </pc:sldChg>
      <pc:sldChg chg="del">
        <pc:chgData name="Josh Reiss" userId="a90d6cd88c30b6c6" providerId="LiveId" clId="{1F75B443-9A67-470A-BBF9-DECD23F2A000}" dt="2021-02-01T10:49:20.793" v="1099" actId="47"/>
        <pc:sldMkLst>
          <pc:docMk/>
          <pc:sldMk cId="3672279525" sldId="345"/>
        </pc:sldMkLst>
      </pc:sldChg>
      <pc:sldChg chg="del">
        <pc:chgData name="Josh Reiss" userId="a90d6cd88c30b6c6" providerId="LiveId" clId="{1F75B443-9A67-470A-BBF9-DECD23F2A000}" dt="2021-02-01T10:49:20.793" v="1099" actId="47"/>
        <pc:sldMkLst>
          <pc:docMk/>
          <pc:sldMk cId="1597852189" sldId="346"/>
        </pc:sldMkLst>
      </pc:sldChg>
      <pc:sldChg chg="del">
        <pc:chgData name="Josh Reiss" userId="a90d6cd88c30b6c6" providerId="LiveId" clId="{1F75B443-9A67-470A-BBF9-DECD23F2A000}" dt="2021-02-01T10:49:20.793" v="1099" actId="47"/>
        <pc:sldMkLst>
          <pc:docMk/>
          <pc:sldMk cId="2619561829" sldId="347"/>
        </pc:sldMkLst>
      </pc:sldChg>
      <pc:sldChg chg="del">
        <pc:chgData name="Josh Reiss" userId="a90d6cd88c30b6c6" providerId="LiveId" clId="{1F75B443-9A67-470A-BBF9-DECD23F2A000}" dt="2021-02-01T10:49:20.793" v="1099" actId="47"/>
        <pc:sldMkLst>
          <pc:docMk/>
          <pc:sldMk cId="594607842" sldId="348"/>
        </pc:sldMkLst>
      </pc:sldChg>
      <pc:sldChg chg="addSp delSp modSp mod delAnim modAnim">
        <pc:chgData name="Josh Reiss" userId="a90d6cd88c30b6c6" providerId="LiveId" clId="{1F75B443-9A67-470A-BBF9-DECD23F2A000}" dt="2021-02-01T11:33:19.274" v="1359" actId="6549"/>
        <pc:sldMkLst>
          <pc:docMk/>
          <pc:sldMk cId="2629814209" sldId="349"/>
        </pc:sldMkLst>
        <pc:spChg chg="mod">
          <ac:chgData name="Josh Reiss" userId="a90d6cd88c30b6c6" providerId="LiveId" clId="{1F75B443-9A67-470A-BBF9-DECD23F2A000}" dt="2021-02-01T08:06:46.092" v="240" actId="27636"/>
          <ac:spMkLst>
            <pc:docMk/>
            <pc:sldMk cId="2629814209" sldId="349"/>
            <ac:spMk id="2" creationId="{F8E8092E-7040-4C52-90CD-6F321E78E6FD}"/>
          </ac:spMkLst>
        </pc:spChg>
        <pc:spChg chg="mod">
          <ac:chgData name="Josh Reiss" userId="a90d6cd88c30b6c6" providerId="LiveId" clId="{1F75B443-9A67-470A-BBF9-DECD23F2A000}" dt="2021-02-01T08:06:50.928" v="242" actId="1035"/>
          <ac:spMkLst>
            <pc:docMk/>
            <pc:sldMk cId="2629814209" sldId="349"/>
            <ac:spMk id="3" creationId="{4C2C8911-94C0-40C6-9509-C499A7F9A56B}"/>
          </ac:spMkLst>
        </pc:spChg>
        <pc:spChg chg="mod">
          <ac:chgData name="Josh Reiss" userId="a90d6cd88c30b6c6" providerId="LiveId" clId="{1F75B443-9A67-470A-BBF9-DECD23F2A000}" dt="2021-02-01T11:33:19.274" v="1359" actId="6549"/>
          <ac:spMkLst>
            <pc:docMk/>
            <pc:sldMk cId="2629814209" sldId="349"/>
            <ac:spMk id="5" creationId="{53777243-FBFA-4A4D-A72A-BBB8648013A3}"/>
          </ac:spMkLst>
        </pc:spChg>
        <pc:spChg chg="add del">
          <ac:chgData name="Josh Reiss" userId="a90d6cd88c30b6c6" providerId="LiveId" clId="{1F75B443-9A67-470A-BBF9-DECD23F2A000}" dt="2021-02-01T07:46:12.670" v="45"/>
          <ac:spMkLst>
            <pc:docMk/>
            <pc:sldMk cId="2629814209" sldId="349"/>
            <ac:spMk id="6" creationId="{CDA4E4C3-2276-4717-92B8-03D2A19C98FA}"/>
          </ac:spMkLst>
        </pc:spChg>
        <pc:spChg chg="add del">
          <ac:chgData name="Josh Reiss" userId="a90d6cd88c30b6c6" providerId="LiveId" clId="{1F75B443-9A67-470A-BBF9-DECD23F2A000}" dt="2021-02-01T07:46:18.287" v="47"/>
          <ac:spMkLst>
            <pc:docMk/>
            <pc:sldMk cId="2629814209" sldId="349"/>
            <ac:spMk id="7" creationId="{A32FBBEA-E521-4FD0-97D1-A7860860081C}"/>
          </ac:spMkLst>
        </pc:spChg>
        <pc:spChg chg="add del">
          <ac:chgData name="Josh Reiss" userId="a90d6cd88c30b6c6" providerId="LiveId" clId="{1F75B443-9A67-470A-BBF9-DECD23F2A000}" dt="2021-02-01T07:46:36.860" v="49"/>
          <ac:spMkLst>
            <pc:docMk/>
            <pc:sldMk cId="2629814209" sldId="349"/>
            <ac:spMk id="8" creationId="{C46AF786-B914-4DBD-A2A8-9A3D7A8C91F9}"/>
          </ac:spMkLst>
        </pc:spChg>
        <pc:spChg chg="add del">
          <ac:chgData name="Josh Reiss" userId="a90d6cd88c30b6c6" providerId="LiveId" clId="{1F75B443-9A67-470A-BBF9-DECD23F2A000}" dt="2021-02-01T07:51:35.576" v="66"/>
          <ac:spMkLst>
            <pc:docMk/>
            <pc:sldMk cId="2629814209" sldId="349"/>
            <ac:spMk id="9" creationId="{1D9AB7AB-0A13-47D3-BA5D-32CF0C66BA10}"/>
          </ac:spMkLst>
        </pc:spChg>
        <pc:spChg chg="add del">
          <ac:chgData name="Josh Reiss" userId="a90d6cd88c30b6c6" providerId="LiveId" clId="{1F75B443-9A67-470A-BBF9-DECD23F2A000}" dt="2021-02-01T07:52:15.523" v="80"/>
          <ac:spMkLst>
            <pc:docMk/>
            <pc:sldMk cId="2629814209" sldId="349"/>
            <ac:spMk id="10" creationId="{4B84C085-4DDB-4333-9351-33FB47EB9A9B}"/>
          </ac:spMkLst>
        </pc:spChg>
        <pc:spChg chg="mod">
          <ac:chgData name="Josh Reiss" userId="a90d6cd88c30b6c6" providerId="LiveId" clId="{1F75B443-9A67-470A-BBF9-DECD23F2A000}" dt="2021-02-01T07:57:35.403" v="132" actId="1076"/>
          <ac:spMkLst>
            <pc:docMk/>
            <pc:sldMk cId="2629814209" sldId="349"/>
            <ac:spMk id="12" creationId="{BEB0DC91-3574-4C6F-9373-38DABCA70B34}"/>
          </ac:spMkLst>
        </pc:spChg>
        <pc:spChg chg="mod">
          <ac:chgData name="Josh Reiss" userId="a90d6cd88c30b6c6" providerId="LiveId" clId="{1F75B443-9A67-470A-BBF9-DECD23F2A000}" dt="2021-02-01T07:55:29.252" v="92"/>
          <ac:spMkLst>
            <pc:docMk/>
            <pc:sldMk cId="2629814209" sldId="349"/>
            <ac:spMk id="15" creationId="{7F47B446-205C-4AB2-8B47-44974F73166D}"/>
          </ac:spMkLst>
        </pc:spChg>
        <pc:spChg chg="mod">
          <ac:chgData name="Josh Reiss" userId="a90d6cd88c30b6c6" providerId="LiveId" clId="{1F75B443-9A67-470A-BBF9-DECD23F2A000}" dt="2021-02-01T07:55:29.252" v="92"/>
          <ac:spMkLst>
            <pc:docMk/>
            <pc:sldMk cId="2629814209" sldId="349"/>
            <ac:spMk id="18" creationId="{BCC42E91-7508-446B-A012-16AA8034D6AA}"/>
          </ac:spMkLst>
        </pc:spChg>
        <pc:spChg chg="mod">
          <ac:chgData name="Josh Reiss" userId="a90d6cd88c30b6c6" providerId="LiveId" clId="{1F75B443-9A67-470A-BBF9-DECD23F2A000}" dt="2021-02-01T07:55:29.252" v="92"/>
          <ac:spMkLst>
            <pc:docMk/>
            <pc:sldMk cId="2629814209" sldId="349"/>
            <ac:spMk id="21" creationId="{4FB1DB9A-E698-4073-BE62-4B55FBF239E6}"/>
          </ac:spMkLst>
        </pc:spChg>
        <pc:spChg chg="mod">
          <ac:chgData name="Josh Reiss" userId="a90d6cd88c30b6c6" providerId="LiveId" clId="{1F75B443-9A67-470A-BBF9-DECD23F2A000}" dt="2021-02-01T07:56:49.001" v="121" actId="20577"/>
          <ac:spMkLst>
            <pc:docMk/>
            <pc:sldMk cId="2629814209" sldId="349"/>
            <ac:spMk id="26" creationId="{EC737FCC-7D7A-459A-AA84-BAC800FEFE3F}"/>
          </ac:spMkLst>
        </pc:spChg>
        <pc:spChg chg="mod">
          <ac:chgData name="Josh Reiss" userId="a90d6cd88c30b6c6" providerId="LiveId" clId="{1F75B443-9A67-470A-BBF9-DECD23F2A000}" dt="2021-02-01T07:58:03.925" v="169" actId="20577"/>
          <ac:spMkLst>
            <pc:docMk/>
            <pc:sldMk cId="2629814209" sldId="349"/>
            <ac:spMk id="35" creationId="{B33B0BAD-2875-4D21-ADBE-D46F0C930077}"/>
          </ac:spMkLst>
        </pc:spChg>
        <pc:spChg chg="mod">
          <ac:chgData name="Josh Reiss" userId="a90d6cd88c30b6c6" providerId="LiveId" clId="{1F75B443-9A67-470A-BBF9-DECD23F2A000}" dt="2021-02-01T08:01:58.211" v="200" actId="20577"/>
          <ac:spMkLst>
            <pc:docMk/>
            <pc:sldMk cId="2629814209" sldId="349"/>
            <ac:spMk id="40" creationId="{B06C886A-373A-4B2E-AF7A-30C04264D585}"/>
          </ac:spMkLst>
        </pc:spChg>
        <pc:spChg chg="add del">
          <ac:chgData name="Josh Reiss" userId="a90d6cd88c30b6c6" providerId="LiveId" clId="{1F75B443-9A67-470A-BBF9-DECD23F2A000}" dt="2021-02-01T08:03:25.212" v="222"/>
          <ac:spMkLst>
            <pc:docMk/>
            <pc:sldMk cId="2629814209" sldId="349"/>
            <ac:spMk id="45" creationId="{8B1D2863-C8F8-4340-BF69-E3BB99635CA5}"/>
          </ac:spMkLst>
        </pc:spChg>
        <pc:grpChg chg="add mod">
          <ac:chgData name="Josh Reiss" userId="a90d6cd88c30b6c6" providerId="LiveId" clId="{1F75B443-9A67-470A-BBF9-DECD23F2A000}" dt="2021-02-01T08:07:33.980" v="245" actId="1036"/>
          <ac:grpSpMkLst>
            <pc:docMk/>
            <pc:sldMk cId="2629814209" sldId="349"/>
            <ac:grpSpMk id="11" creationId="{327D3283-2D07-4DEC-85E3-D25B498996C8}"/>
          </ac:grpSpMkLst>
        </pc:grpChg>
        <pc:grpChg chg="add del mod">
          <ac:chgData name="Josh Reiss" userId="a90d6cd88c30b6c6" providerId="LiveId" clId="{1F75B443-9A67-470A-BBF9-DECD23F2A000}" dt="2021-02-01T08:01:13.799" v="181" actId="478"/>
          <ac:grpSpMkLst>
            <pc:docMk/>
            <pc:sldMk cId="2629814209" sldId="349"/>
            <ac:grpSpMk id="14" creationId="{97162DFB-7E96-4FAE-9AFD-475170606D89}"/>
          </ac:grpSpMkLst>
        </pc:grpChg>
        <pc:grpChg chg="add del mod">
          <ac:chgData name="Josh Reiss" userId="a90d6cd88c30b6c6" providerId="LiveId" clId="{1F75B443-9A67-470A-BBF9-DECD23F2A000}" dt="2021-02-01T08:01:09.071" v="180" actId="478"/>
          <ac:grpSpMkLst>
            <pc:docMk/>
            <pc:sldMk cId="2629814209" sldId="349"/>
            <ac:grpSpMk id="17" creationId="{1E2B99FD-61F6-4958-9E53-8499C4C46682}"/>
          </ac:grpSpMkLst>
        </pc:grpChg>
        <pc:grpChg chg="add del mod">
          <ac:chgData name="Josh Reiss" userId="a90d6cd88c30b6c6" providerId="LiveId" clId="{1F75B443-9A67-470A-BBF9-DECD23F2A000}" dt="2021-02-01T08:01:03.034" v="179" actId="478"/>
          <ac:grpSpMkLst>
            <pc:docMk/>
            <pc:sldMk cId="2629814209" sldId="349"/>
            <ac:grpSpMk id="20" creationId="{F40E187D-D074-4D61-88EC-200F50D28CDB}"/>
          </ac:grpSpMkLst>
        </pc:grpChg>
        <pc:grpChg chg="add mod">
          <ac:chgData name="Josh Reiss" userId="a90d6cd88c30b6c6" providerId="LiveId" clId="{1F75B443-9A67-470A-BBF9-DECD23F2A000}" dt="2021-02-01T08:07:33.980" v="245" actId="1036"/>
          <ac:grpSpMkLst>
            <pc:docMk/>
            <pc:sldMk cId="2629814209" sldId="349"/>
            <ac:grpSpMk id="25" creationId="{790405F8-6D8A-4B5E-9F0B-6FCC8167E9A0}"/>
          </ac:grpSpMkLst>
        </pc:grpChg>
        <pc:grpChg chg="add mod">
          <ac:chgData name="Josh Reiss" userId="a90d6cd88c30b6c6" providerId="LiveId" clId="{1F75B443-9A67-470A-BBF9-DECD23F2A000}" dt="2021-02-01T08:07:33.980" v="245" actId="1036"/>
          <ac:grpSpMkLst>
            <pc:docMk/>
            <pc:sldMk cId="2629814209" sldId="349"/>
            <ac:grpSpMk id="34" creationId="{0250C003-BDBB-490A-8B15-ECD658523DFF}"/>
          </ac:grpSpMkLst>
        </pc:grpChg>
        <pc:grpChg chg="add mod">
          <ac:chgData name="Josh Reiss" userId="a90d6cd88c30b6c6" providerId="LiveId" clId="{1F75B443-9A67-470A-BBF9-DECD23F2A000}" dt="2021-02-01T08:07:33.980" v="245" actId="1036"/>
          <ac:grpSpMkLst>
            <pc:docMk/>
            <pc:sldMk cId="2629814209" sldId="349"/>
            <ac:grpSpMk id="39" creationId="{9261DB62-1988-43A0-888C-227424D562E4}"/>
          </ac:grpSpMkLst>
        </pc:grpChg>
        <pc:cxnChg chg="mod">
          <ac:chgData name="Josh Reiss" userId="a90d6cd88c30b6c6" providerId="LiveId" clId="{1F75B443-9A67-470A-BBF9-DECD23F2A000}" dt="2021-02-01T07:58:40.860" v="178" actId="14100"/>
          <ac:cxnSpMkLst>
            <pc:docMk/>
            <pc:sldMk cId="2629814209" sldId="349"/>
            <ac:cxnSpMk id="13" creationId="{3BE911EC-DBBC-43B4-B81C-9C91A878B908}"/>
          </ac:cxnSpMkLst>
        </pc:cxnChg>
        <pc:cxnChg chg="mod">
          <ac:chgData name="Josh Reiss" userId="a90d6cd88c30b6c6" providerId="LiveId" clId="{1F75B443-9A67-470A-BBF9-DECD23F2A000}" dt="2021-02-01T08:01:13.799" v="181" actId="478"/>
          <ac:cxnSpMkLst>
            <pc:docMk/>
            <pc:sldMk cId="2629814209" sldId="349"/>
            <ac:cxnSpMk id="16" creationId="{BD281FED-F3C1-4E32-8BD4-FC5C8FF3EFC7}"/>
          </ac:cxnSpMkLst>
        </pc:cxnChg>
        <pc:cxnChg chg="mod">
          <ac:chgData name="Josh Reiss" userId="a90d6cd88c30b6c6" providerId="LiveId" clId="{1F75B443-9A67-470A-BBF9-DECD23F2A000}" dt="2021-02-01T08:01:09.071" v="180" actId="478"/>
          <ac:cxnSpMkLst>
            <pc:docMk/>
            <pc:sldMk cId="2629814209" sldId="349"/>
            <ac:cxnSpMk id="19" creationId="{E2394CFF-CB12-44DA-A2C2-C9B89944A076}"/>
          </ac:cxnSpMkLst>
        </pc:cxnChg>
        <pc:cxnChg chg="mod">
          <ac:chgData name="Josh Reiss" userId="a90d6cd88c30b6c6" providerId="LiveId" clId="{1F75B443-9A67-470A-BBF9-DECD23F2A000}" dt="2021-02-01T08:01:03.034" v="179" actId="478"/>
          <ac:cxnSpMkLst>
            <pc:docMk/>
            <pc:sldMk cId="2629814209" sldId="349"/>
            <ac:cxnSpMk id="22" creationId="{24F0A3B4-30E1-47D4-81BE-B33227E8E798}"/>
          </ac:cxnSpMkLst>
        </pc:cxnChg>
        <pc:cxnChg chg="mod">
          <ac:chgData name="Josh Reiss" userId="a90d6cd88c30b6c6" providerId="LiveId" clId="{1F75B443-9A67-470A-BBF9-DECD23F2A000}" dt="2021-02-01T07:58:28.813" v="176" actId="14100"/>
          <ac:cxnSpMkLst>
            <pc:docMk/>
            <pc:sldMk cId="2629814209" sldId="349"/>
            <ac:cxnSpMk id="27" creationId="{7BC65099-0B69-4A97-8529-8B8223B1B0F1}"/>
          </ac:cxnSpMkLst>
        </pc:cxnChg>
        <pc:cxnChg chg="mod">
          <ac:chgData name="Josh Reiss" userId="a90d6cd88c30b6c6" providerId="LiveId" clId="{1F75B443-9A67-470A-BBF9-DECD23F2A000}" dt="2021-02-01T07:58:03.925" v="169" actId="20577"/>
          <ac:cxnSpMkLst>
            <pc:docMk/>
            <pc:sldMk cId="2629814209" sldId="349"/>
            <ac:cxnSpMk id="36" creationId="{8289F61B-FFED-4FC1-A3A2-2BE5A117B857}"/>
          </ac:cxnSpMkLst>
        </pc:cxnChg>
        <pc:cxnChg chg="mod">
          <ac:chgData name="Josh Reiss" userId="a90d6cd88c30b6c6" providerId="LiveId" clId="{1F75B443-9A67-470A-BBF9-DECD23F2A000}" dt="2021-02-01T08:01:58.211" v="200" actId="20577"/>
          <ac:cxnSpMkLst>
            <pc:docMk/>
            <pc:sldMk cId="2629814209" sldId="349"/>
            <ac:cxnSpMk id="41" creationId="{A72C1EA5-89D3-43AF-8B3A-1F1DAE934F2F}"/>
          </ac:cxnSpMkLst>
        </pc:cxnChg>
      </pc:sldChg>
      <pc:sldChg chg="addSp delSp modSp add del mod modAnim">
        <pc:chgData name="Josh Reiss" userId="a90d6cd88c30b6c6" providerId="LiveId" clId="{1F75B443-9A67-470A-BBF9-DECD23F2A000}" dt="2021-02-01T11:20:37.319" v="1357" actId="14100"/>
        <pc:sldMkLst>
          <pc:docMk/>
          <pc:sldMk cId="2159620985" sldId="350"/>
        </pc:sldMkLst>
        <pc:spChg chg="mod">
          <ac:chgData name="Josh Reiss" userId="a90d6cd88c30b6c6" providerId="LiveId" clId="{1F75B443-9A67-470A-BBF9-DECD23F2A000}" dt="2021-02-01T08:14:41.573" v="252"/>
          <ac:spMkLst>
            <pc:docMk/>
            <pc:sldMk cId="2159620985" sldId="350"/>
            <ac:spMk id="2" creationId="{F8E8092E-7040-4C52-90CD-6F321E78E6FD}"/>
          </ac:spMkLst>
        </pc:spChg>
        <pc:spChg chg="mod">
          <ac:chgData name="Josh Reiss" userId="a90d6cd88c30b6c6" providerId="LiveId" clId="{1F75B443-9A67-470A-BBF9-DECD23F2A000}" dt="2021-02-01T10:00:25.071" v="602" actId="207"/>
          <ac:spMkLst>
            <pc:docMk/>
            <pc:sldMk cId="2159620985" sldId="350"/>
            <ac:spMk id="3" creationId="{4C2C8911-94C0-40C6-9509-C499A7F9A56B}"/>
          </ac:spMkLst>
        </pc:spChg>
        <pc:spChg chg="del">
          <ac:chgData name="Josh Reiss" userId="a90d6cd88c30b6c6" providerId="LiveId" clId="{1F75B443-9A67-470A-BBF9-DECD23F2A000}" dt="2021-02-01T08:17:25.383" v="317" actId="478"/>
          <ac:spMkLst>
            <pc:docMk/>
            <pc:sldMk cId="2159620985" sldId="350"/>
            <ac:spMk id="5" creationId="{53777243-FBFA-4A4D-A72A-BBB8648013A3}"/>
          </ac:spMkLst>
        </pc:spChg>
        <pc:spChg chg="add mod">
          <ac:chgData name="Josh Reiss" userId="a90d6cd88c30b6c6" providerId="LiveId" clId="{1F75B443-9A67-470A-BBF9-DECD23F2A000}" dt="2021-02-01T11:16:53.137" v="1271" actId="164"/>
          <ac:spMkLst>
            <pc:docMk/>
            <pc:sldMk cId="2159620985" sldId="350"/>
            <ac:spMk id="5" creationId="{FFF5EAA8-AD23-45C9-80B6-B9C6FC2C00DA}"/>
          </ac:spMkLst>
        </pc:spChg>
        <pc:spChg chg="add del">
          <ac:chgData name="Josh Reiss" userId="a90d6cd88c30b6c6" providerId="LiveId" clId="{1F75B443-9A67-470A-BBF9-DECD23F2A000}" dt="2021-02-01T08:17:35.482" v="321"/>
          <ac:spMkLst>
            <pc:docMk/>
            <pc:sldMk cId="2159620985" sldId="350"/>
            <ac:spMk id="6" creationId="{EFA5C5D6-2AA0-44A9-9C85-EE1D215D55C8}"/>
          </ac:spMkLst>
        </pc:spChg>
        <pc:spChg chg="add mod">
          <ac:chgData name="Josh Reiss" userId="a90d6cd88c30b6c6" providerId="LiveId" clId="{1F75B443-9A67-470A-BBF9-DECD23F2A000}" dt="2021-02-01T10:00:47.873" v="606" actId="14100"/>
          <ac:spMkLst>
            <pc:docMk/>
            <pc:sldMk cId="2159620985" sldId="350"/>
            <ac:spMk id="7" creationId="{9B75A283-E836-444A-AD05-A4A1EC7F8A8B}"/>
          </ac:spMkLst>
        </pc:spChg>
        <pc:spChg chg="add del mod">
          <ac:chgData name="Josh Reiss" userId="a90d6cd88c30b6c6" providerId="LiveId" clId="{1F75B443-9A67-470A-BBF9-DECD23F2A000}" dt="2021-02-01T09:52:12.696" v="554" actId="478"/>
          <ac:spMkLst>
            <pc:docMk/>
            <pc:sldMk cId="2159620985" sldId="350"/>
            <ac:spMk id="8" creationId="{5A8D1DCE-E99F-4370-A2A1-37EFCB8E70FF}"/>
          </ac:spMkLst>
        </pc:spChg>
        <pc:spChg chg="add mod">
          <ac:chgData name="Josh Reiss" userId="a90d6cd88c30b6c6" providerId="LiveId" clId="{1F75B443-9A67-470A-BBF9-DECD23F2A000}" dt="2021-02-01T11:17:27.012" v="1279" actId="692"/>
          <ac:spMkLst>
            <pc:docMk/>
            <pc:sldMk cId="2159620985" sldId="350"/>
            <ac:spMk id="8" creationId="{64CFA366-FE68-4CA0-963B-7A86B294DEC5}"/>
          </ac:spMkLst>
        </pc:spChg>
        <pc:spChg chg="mod">
          <ac:chgData name="Josh Reiss" userId="a90d6cd88c30b6c6" providerId="LiveId" clId="{1F75B443-9A67-470A-BBF9-DECD23F2A000}" dt="2021-02-01T11:19:23.119" v="1316" actId="20577"/>
          <ac:spMkLst>
            <pc:docMk/>
            <pc:sldMk cId="2159620985" sldId="350"/>
            <ac:spMk id="10" creationId="{AED13796-B944-467B-BBB8-1C20E5ADB6C3}"/>
          </ac:spMkLst>
        </pc:spChg>
        <pc:spChg chg="mod">
          <ac:chgData name="Josh Reiss" userId="a90d6cd88c30b6c6" providerId="LiveId" clId="{1F75B443-9A67-470A-BBF9-DECD23F2A000}" dt="2021-02-01T11:20:32.105" v="1356" actId="14100"/>
          <ac:spMkLst>
            <pc:docMk/>
            <pc:sldMk cId="2159620985" sldId="350"/>
            <ac:spMk id="13" creationId="{1393930A-FB17-454C-89ED-BA4367ABAE3A}"/>
          </ac:spMkLst>
        </pc:spChg>
        <pc:grpChg chg="add mod">
          <ac:chgData name="Josh Reiss" userId="a90d6cd88c30b6c6" providerId="LiveId" clId="{1F75B443-9A67-470A-BBF9-DECD23F2A000}" dt="2021-02-01T11:16:53.137" v="1271" actId="164"/>
          <ac:grpSpMkLst>
            <pc:docMk/>
            <pc:sldMk cId="2159620985" sldId="350"/>
            <ac:grpSpMk id="6" creationId="{85B14ECA-0376-4549-8F03-FE3501D6F44A}"/>
          </ac:grpSpMkLst>
        </pc:grpChg>
        <pc:grpChg chg="add mod">
          <ac:chgData name="Josh Reiss" userId="a90d6cd88c30b6c6" providerId="LiveId" clId="{1F75B443-9A67-470A-BBF9-DECD23F2A000}" dt="2021-02-01T11:18:19.548" v="1281" actId="1076"/>
          <ac:grpSpMkLst>
            <pc:docMk/>
            <pc:sldMk cId="2159620985" sldId="350"/>
            <ac:grpSpMk id="9" creationId="{1005D0BB-0B6C-483D-BC32-9134FB81AD64}"/>
          </ac:grpSpMkLst>
        </pc:grpChg>
        <pc:grpChg chg="add mod">
          <ac:chgData name="Josh Reiss" userId="a90d6cd88c30b6c6" providerId="LiveId" clId="{1F75B443-9A67-470A-BBF9-DECD23F2A000}" dt="2021-02-01T11:20:25.647" v="1355" actId="1076"/>
          <ac:grpSpMkLst>
            <pc:docMk/>
            <pc:sldMk cId="2159620985" sldId="350"/>
            <ac:grpSpMk id="12" creationId="{C2D25DBE-84EE-4BCC-B728-A96C08F45DEF}"/>
          </ac:grpSpMkLst>
        </pc:grpChg>
        <pc:cxnChg chg="mod">
          <ac:chgData name="Josh Reiss" userId="a90d6cd88c30b6c6" providerId="LiveId" clId="{1F75B443-9A67-470A-BBF9-DECD23F2A000}" dt="2021-02-01T11:19:23.119" v="1316" actId="20577"/>
          <ac:cxnSpMkLst>
            <pc:docMk/>
            <pc:sldMk cId="2159620985" sldId="350"/>
            <ac:cxnSpMk id="11" creationId="{569F55BD-80DC-4E66-9419-93AC5D089511}"/>
          </ac:cxnSpMkLst>
        </pc:cxnChg>
        <pc:cxnChg chg="mod">
          <ac:chgData name="Josh Reiss" userId="a90d6cd88c30b6c6" providerId="LiveId" clId="{1F75B443-9A67-470A-BBF9-DECD23F2A000}" dt="2021-02-01T11:20:37.319" v="1357" actId="14100"/>
          <ac:cxnSpMkLst>
            <pc:docMk/>
            <pc:sldMk cId="2159620985" sldId="350"/>
            <ac:cxnSpMk id="14" creationId="{98BA3F2F-1A49-495C-A2AB-4061CDDD025D}"/>
          </ac:cxnSpMkLst>
        </pc:cxnChg>
      </pc:sldChg>
      <pc:sldChg chg="add del">
        <pc:chgData name="Josh Reiss" userId="a90d6cd88c30b6c6" providerId="LiveId" clId="{1F75B443-9A67-470A-BBF9-DECD23F2A000}" dt="2021-02-01T10:49:34.377" v="1101" actId="47"/>
        <pc:sldMkLst>
          <pc:docMk/>
          <pc:sldMk cId="3976030109" sldId="351"/>
        </pc:sldMkLst>
      </pc:sldChg>
      <pc:sldChg chg="addSp modSp new mod">
        <pc:chgData name="Josh Reiss" userId="a90d6cd88c30b6c6" providerId="LiveId" clId="{1F75B443-9A67-470A-BBF9-DECD23F2A000}" dt="2021-02-01T10:20:58.481" v="911" actId="1076"/>
        <pc:sldMkLst>
          <pc:docMk/>
          <pc:sldMk cId="3068986342" sldId="352"/>
        </pc:sldMkLst>
        <pc:spChg chg="mod">
          <ac:chgData name="Josh Reiss" userId="a90d6cd88c30b6c6" providerId="LiveId" clId="{1F75B443-9A67-470A-BBF9-DECD23F2A000}" dt="2021-02-01T10:20:16.083" v="902" actId="14100"/>
          <ac:spMkLst>
            <pc:docMk/>
            <pc:sldMk cId="3068986342" sldId="352"/>
            <ac:spMk id="2" creationId="{942EDB76-9DFC-4694-B836-3BB80130A522}"/>
          </ac:spMkLst>
        </pc:spChg>
        <pc:spChg chg="mod">
          <ac:chgData name="Josh Reiss" userId="a90d6cd88c30b6c6" providerId="LiveId" clId="{1F75B443-9A67-470A-BBF9-DECD23F2A000}" dt="2021-02-01T10:20:21.982" v="903" actId="1076"/>
          <ac:spMkLst>
            <pc:docMk/>
            <pc:sldMk cId="3068986342" sldId="352"/>
            <ac:spMk id="3" creationId="{1A86B975-D546-4E0D-B678-B830D845677B}"/>
          </ac:spMkLst>
        </pc:spChg>
        <pc:picChg chg="add mod">
          <ac:chgData name="Josh Reiss" userId="a90d6cd88c30b6c6" providerId="LiveId" clId="{1F75B443-9A67-470A-BBF9-DECD23F2A000}" dt="2021-02-01T10:20:58.481" v="911" actId="1076"/>
          <ac:picMkLst>
            <pc:docMk/>
            <pc:sldMk cId="3068986342" sldId="352"/>
            <ac:picMk id="4" creationId="{865C0FC9-F80D-4B46-B31B-CB1F5026A672}"/>
          </ac:picMkLst>
        </pc:picChg>
      </pc:sldChg>
      <pc:sldChg chg="addSp delSp modSp add mod modAnim">
        <pc:chgData name="Josh Reiss" userId="a90d6cd88c30b6c6" providerId="LiveId" clId="{1F75B443-9A67-470A-BBF9-DECD23F2A000}" dt="2021-02-01T11:13:36.608" v="1228" actId="14100"/>
        <pc:sldMkLst>
          <pc:docMk/>
          <pc:sldMk cId="1302796665" sldId="353"/>
        </pc:sldMkLst>
        <pc:spChg chg="mod">
          <ac:chgData name="Josh Reiss" userId="a90d6cd88c30b6c6" providerId="LiveId" clId="{1F75B443-9A67-470A-BBF9-DECD23F2A000}" dt="2021-02-01T10:49:03.980" v="1097" actId="14100"/>
          <ac:spMkLst>
            <pc:docMk/>
            <pc:sldMk cId="1302796665" sldId="353"/>
            <ac:spMk id="2" creationId="{F8E8092E-7040-4C52-90CD-6F321E78E6FD}"/>
          </ac:spMkLst>
        </pc:spChg>
        <pc:spChg chg="mod">
          <ac:chgData name="Josh Reiss" userId="a90d6cd88c30b6c6" providerId="LiveId" clId="{1F75B443-9A67-470A-BBF9-DECD23F2A000}" dt="2021-02-01T10:49:08.361" v="1098" actId="14100"/>
          <ac:spMkLst>
            <pc:docMk/>
            <pc:sldMk cId="1302796665" sldId="353"/>
            <ac:spMk id="3" creationId="{4C2C8911-94C0-40C6-9509-C499A7F9A56B}"/>
          </ac:spMkLst>
        </pc:spChg>
        <pc:spChg chg="add mod">
          <ac:chgData name="Josh Reiss" userId="a90d6cd88c30b6c6" providerId="LiveId" clId="{1F75B443-9A67-470A-BBF9-DECD23F2A000}" dt="2021-02-01T10:45:56.865" v="1020" actId="1076"/>
          <ac:spMkLst>
            <pc:docMk/>
            <pc:sldMk cId="1302796665" sldId="353"/>
            <ac:spMk id="4" creationId="{98DEBB87-44C5-4830-83F7-56FC4AAB3831}"/>
          </ac:spMkLst>
        </pc:spChg>
        <pc:spChg chg="mod">
          <ac:chgData name="Josh Reiss" userId="a90d6cd88c30b6c6" providerId="LiveId" clId="{1F75B443-9A67-470A-BBF9-DECD23F2A000}" dt="2021-02-01T11:13:19.901" v="1225" actId="20577"/>
          <ac:spMkLst>
            <pc:docMk/>
            <pc:sldMk cId="1302796665" sldId="353"/>
            <ac:spMk id="6" creationId="{A205560D-9E85-4699-9737-C39E9616A099}"/>
          </ac:spMkLst>
        </pc:spChg>
        <pc:spChg chg="mod">
          <ac:chgData name="Josh Reiss" userId="a90d6cd88c30b6c6" providerId="LiveId" clId="{1F75B443-9A67-470A-BBF9-DECD23F2A000}" dt="2021-02-01T11:11:42.169" v="1183" actId="1076"/>
          <ac:spMkLst>
            <pc:docMk/>
            <pc:sldMk cId="1302796665" sldId="353"/>
            <ac:spMk id="9" creationId="{10BF54AA-59EE-4F9A-A789-90340D4D91BA}"/>
          </ac:spMkLst>
        </pc:spChg>
        <pc:spChg chg="mod">
          <ac:chgData name="Josh Reiss" userId="a90d6cd88c30b6c6" providerId="LiveId" clId="{1F75B443-9A67-470A-BBF9-DECD23F2A000}" dt="2021-02-01T11:10:08.426" v="1133" actId="1076"/>
          <ac:spMkLst>
            <pc:docMk/>
            <pc:sldMk cId="1302796665" sldId="353"/>
            <ac:spMk id="12" creationId="{9085C8B8-6F80-4E06-99C5-7B9524138608}"/>
          </ac:spMkLst>
        </pc:spChg>
        <pc:spChg chg="add del">
          <ac:chgData name="Josh Reiss" userId="a90d6cd88c30b6c6" providerId="LiveId" clId="{1F75B443-9A67-470A-BBF9-DECD23F2A000}" dt="2021-02-01T11:12:31.597" v="1186"/>
          <ac:spMkLst>
            <pc:docMk/>
            <pc:sldMk cId="1302796665" sldId="353"/>
            <ac:spMk id="19" creationId="{BB2F316C-138F-4972-859C-9A048FDC51A5}"/>
          </ac:spMkLst>
        </pc:spChg>
        <pc:spChg chg="add del">
          <ac:chgData name="Josh Reiss" userId="a90d6cd88c30b6c6" providerId="LiveId" clId="{1F75B443-9A67-470A-BBF9-DECD23F2A000}" dt="2021-02-01T11:13:00.364" v="1188"/>
          <ac:spMkLst>
            <pc:docMk/>
            <pc:sldMk cId="1302796665" sldId="353"/>
            <ac:spMk id="20" creationId="{090D1919-8B70-4A17-8786-4729AADC24A6}"/>
          </ac:spMkLst>
        </pc:spChg>
        <pc:grpChg chg="add mod">
          <ac:chgData name="Josh Reiss" userId="a90d6cd88c30b6c6" providerId="LiveId" clId="{1F75B443-9A67-470A-BBF9-DECD23F2A000}" dt="2021-02-01T11:13:31.846" v="1227" actId="1076"/>
          <ac:grpSpMkLst>
            <pc:docMk/>
            <pc:sldMk cId="1302796665" sldId="353"/>
            <ac:grpSpMk id="5" creationId="{E181F2CE-FA8C-413A-99A3-D242DA540DA5}"/>
          </ac:grpSpMkLst>
        </pc:grpChg>
        <pc:grpChg chg="add mod">
          <ac:chgData name="Josh Reiss" userId="a90d6cd88c30b6c6" providerId="LiveId" clId="{1F75B443-9A67-470A-BBF9-DECD23F2A000}" dt="2021-02-01T11:11:15.215" v="1174" actId="1076"/>
          <ac:grpSpMkLst>
            <pc:docMk/>
            <pc:sldMk cId="1302796665" sldId="353"/>
            <ac:grpSpMk id="8" creationId="{A6CB8C59-D267-4970-8F7A-55031D0065B0}"/>
          </ac:grpSpMkLst>
        </pc:grpChg>
        <pc:grpChg chg="add mod">
          <ac:chgData name="Josh Reiss" userId="a90d6cd88c30b6c6" providerId="LiveId" clId="{1F75B443-9A67-470A-BBF9-DECD23F2A000}" dt="2021-02-01T11:10:55.995" v="1171" actId="1076"/>
          <ac:grpSpMkLst>
            <pc:docMk/>
            <pc:sldMk cId="1302796665" sldId="353"/>
            <ac:grpSpMk id="11" creationId="{F148A134-EDAB-467E-A132-EB59EFCB1B7D}"/>
          </ac:grpSpMkLst>
        </pc:grpChg>
        <pc:cxnChg chg="mod">
          <ac:chgData name="Josh Reiss" userId="a90d6cd88c30b6c6" providerId="LiveId" clId="{1F75B443-9A67-470A-BBF9-DECD23F2A000}" dt="2021-02-01T11:13:36.608" v="1228" actId="14100"/>
          <ac:cxnSpMkLst>
            <pc:docMk/>
            <pc:sldMk cId="1302796665" sldId="353"/>
            <ac:cxnSpMk id="7" creationId="{2093247F-AEEA-4646-A01D-F1313C6B8BB4}"/>
          </ac:cxnSpMkLst>
        </pc:cxnChg>
        <pc:cxnChg chg="mod">
          <ac:chgData name="Josh Reiss" userId="a90d6cd88c30b6c6" providerId="LiveId" clId="{1F75B443-9A67-470A-BBF9-DECD23F2A000}" dt="2021-02-01T11:13:04.145" v="1190" actId="14100"/>
          <ac:cxnSpMkLst>
            <pc:docMk/>
            <pc:sldMk cId="1302796665" sldId="353"/>
            <ac:cxnSpMk id="10" creationId="{34FE87C9-3850-433A-A95A-13926C1AD093}"/>
          </ac:cxnSpMkLst>
        </pc:cxnChg>
        <pc:cxnChg chg="mod">
          <ac:chgData name="Josh Reiss" userId="a90d6cd88c30b6c6" providerId="LiveId" clId="{1F75B443-9A67-470A-BBF9-DECD23F2A000}" dt="2021-02-01T11:11:09.263" v="1173" actId="14100"/>
          <ac:cxnSpMkLst>
            <pc:docMk/>
            <pc:sldMk cId="1302796665" sldId="353"/>
            <ac:cxnSpMk id="13" creationId="{8D846818-A4A6-48B5-976D-98A25751923E}"/>
          </ac:cxnSpMkLst>
        </pc:cxnChg>
      </pc:sldChg>
    </pc:docChg>
  </pc:docChgLst>
  <pc:docChgLst>
    <pc:chgData name="Josh Reiss" userId="a90d6cd88c30b6c6" providerId="LiveId" clId="{885AB45E-6AFC-45C4-A5A3-08BD1CC47300}"/>
    <pc:docChg chg="undo custSel addSld delSld modSld">
      <pc:chgData name="Josh Reiss" userId="a90d6cd88c30b6c6" providerId="LiveId" clId="{885AB45E-6AFC-45C4-A5A3-08BD1CC47300}" dt="2021-06-21T14:45:28.809" v="122" actId="164"/>
      <pc:docMkLst>
        <pc:docMk/>
      </pc:docMkLst>
      <pc:sldChg chg="addSp delSp modSp add del mod">
        <pc:chgData name="Josh Reiss" userId="a90d6cd88c30b6c6" providerId="LiveId" clId="{885AB45E-6AFC-45C4-A5A3-08BD1CC47300}" dt="2021-06-21T14:45:28.809" v="122" actId="164"/>
        <pc:sldMkLst>
          <pc:docMk/>
          <pc:sldMk cId="2261561609" sldId="256"/>
        </pc:sldMkLst>
        <pc:spChg chg="del">
          <ac:chgData name="Josh Reiss" userId="a90d6cd88c30b6c6" providerId="LiveId" clId="{885AB45E-6AFC-45C4-A5A3-08BD1CC47300}" dt="2021-06-21T14:36:28.277" v="3" actId="478"/>
          <ac:spMkLst>
            <pc:docMk/>
            <pc:sldMk cId="2261561609" sldId="256"/>
            <ac:spMk id="5" creationId="{CF537FEF-B5D6-401E-993D-57484643BB6F}"/>
          </ac:spMkLst>
        </pc:spChg>
        <pc:spChg chg="add mod">
          <ac:chgData name="Josh Reiss" userId="a90d6cd88c30b6c6" providerId="LiveId" clId="{885AB45E-6AFC-45C4-A5A3-08BD1CC47300}" dt="2021-06-21T14:45:28.809" v="122" actId="164"/>
          <ac:spMkLst>
            <pc:docMk/>
            <pc:sldMk cId="2261561609" sldId="256"/>
            <ac:spMk id="19" creationId="{A5F8ED51-41BB-4CA4-BB2D-F2BD4FB5F074}"/>
          </ac:spMkLst>
        </pc:spChg>
        <pc:spChg chg="add mod">
          <ac:chgData name="Josh Reiss" userId="a90d6cd88c30b6c6" providerId="LiveId" clId="{885AB45E-6AFC-45C4-A5A3-08BD1CC47300}" dt="2021-06-21T14:45:28.809" v="122" actId="164"/>
          <ac:spMkLst>
            <pc:docMk/>
            <pc:sldMk cId="2261561609" sldId="256"/>
            <ac:spMk id="20" creationId="{B42DFB5E-DE3D-4266-A5AA-81CE7F7DE0EE}"/>
          </ac:spMkLst>
        </pc:spChg>
        <pc:spChg chg="add mod">
          <ac:chgData name="Josh Reiss" userId="a90d6cd88c30b6c6" providerId="LiveId" clId="{885AB45E-6AFC-45C4-A5A3-08BD1CC47300}" dt="2021-06-21T14:45:28.809" v="122" actId="164"/>
          <ac:spMkLst>
            <pc:docMk/>
            <pc:sldMk cId="2261561609" sldId="256"/>
            <ac:spMk id="21" creationId="{3E1073F6-FB05-4A48-AC9B-F547EC249D0C}"/>
          </ac:spMkLst>
        </pc:spChg>
        <pc:spChg chg="add mod">
          <ac:chgData name="Josh Reiss" userId="a90d6cd88c30b6c6" providerId="LiveId" clId="{885AB45E-6AFC-45C4-A5A3-08BD1CC47300}" dt="2021-06-21T14:45:28.809" v="122" actId="164"/>
          <ac:spMkLst>
            <pc:docMk/>
            <pc:sldMk cId="2261561609" sldId="256"/>
            <ac:spMk id="22" creationId="{C4B67F29-EE98-4AA2-BDCA-10A1D4D67097}"/>
          </ac:spMkLst>
        </pc:spChg>
        <pc:spChg chg="add mod">
          <ac:chgData name="Josh Reiss" userId="a90d6cd88c30b6c6" providerId="LiveId" clId="{885AB45E-6AFC-45C4-A5A3-08BD1CC47300}" dt="2021-06-21T14:45:28.809" v="122" actId="164"/>
          <ac:spMkLst>
            <pc:docMk/>
            <pc:sldMk cId="2261561609" sldId="256"/>
            <ac:spMk id="23" creationId="{1604DD1C-B337-4AFC-8436-AE72259413A9}"/>
          </ac:spMkLst>
        </pc:spChg>
        <pc:grpChg chg="add mod">
          <ac:chgData name="Josh Reiss" userId="a90d6cd88c30b6c6" providerId="LiveId" clId="{885AB45E-6AFC-45C4-A5A3-08BD1CC47300}" dt="2021-06-21T14:45:28.809" v="122" actId="164"/>
          <ac:grpSpMkLst>
            <pc:docMk/>
            <pc:sldMk cId="2261561609" sldId="256"/>
            <ac:grpSpMk id="24" creationId="{E918B5D4-86D2-45ED-BE63-A4E68B92A1D0}"/>
          </ac:grpSpMkLst>
        </pc:grpChg>
        <pc:graphicFrameChg chg="del">
          <ac:chgData name="Josh Reiss" userId="a90d6cd88c30b6c6" providerId="LiveId" clId="{885AB45E-6AFC-45C4-A5A3-08BD1CC47300}" dt="2021-06-21T14:36:28.277" v="3" actId="478"/>
          <ac:graphicFrameMkLst>
            <pc:docMk/>
            <pc:sldMk cId="2261561609" sldId="256"/>
            <ac:graphicFrameMk id="4" creationId="{A440F232-8F6A-4B3A-89CF-E64606623068}"/>
          </ac:graphicFrameMkLst>
        </pc:graphicFrameChg>
        <pc:graphicFrameChg chg="del">
          <ac:chgData name="Josh Reiss" userId="a90d6cd88c30b6c6" providerId="LiveId" clId="{885AB45E-6AFC-45C4-A5A3-08BD1CC47300}" dt="2021-06-21T14:36:28.277" v="3" actId="478"/>
          <ac:graphicFrameMkLst>
            <pc:docMk/>
            <pc:sldMk cId="2261561609" sldId="256"/>
            <ac:graphicFrameMk id="6" creationId="{14BB2244-F1CC-4C9E-8222-6CC9ADB0D108}"/>
          </ac:graphicFrameMkLst>
        </pc:graphicFrameChg>
        <pc:graphicFrameChg chg="del">
          <ac:chgData name="Josh Reiss" userId="a90d6cd88c30b6c6" providerId="LiveId" clId="{885AB45E-6AFC-45C4-A5A3-08BD1CC47300}" dt="2021-06-21T14:36:28.277" v="3" actId="478"/>
          <ac:graphicFrameMkLst>
            <pc:docMk/>
            <pc:sldMk cId="2261561609" sldId="256"/>
            <ac:graphicFrameMk id="7" creationId="{A7F3D81E-8CD9-447D-8696-1F3DF0FB287D}"/>
          </ac:graphicFrameMkLst>
        </pc:graphicFrameChg>
        <pc:graphicFrameChg chg="add mod">
          <ac:chgData name="Josh Reiss" userId="a90d6cd88c30b6c6" providerId="LiveId" clId="{885AB45E-6AFC-45C4-A5A3-08BD1CC47300}" dt="2021-06-21T14:37:33.913" v="5"/>
          <ac:graphicFrameMkLst>
            <pc:docMk/>
            <pc:sldMk cId="2261561609" sldId="256"/>
            <ac:graphicFrameMk id="8" creationId="{A440F232-8F6A-4B3A-89CF-E64606623068}"/>
          </ac:graphicFrameMkLst>
        </pc:graphicFrameChg>
        <pc:graphicFrameChg chg="del">
          <ac:chgData name="Josh Reiss" userId="a90d6cd88c30b6c6" providerId="LiveId" clId="{885AB45E-6AFC-45C4-A5A3-08BD1CC47300}" dt="2021-06-21T14:36:28.277" v="3" actId="478"/>
          <ac:graphicFrameMkLst>
            <pc:docMk/>
            <pc:sldMk cId="2261561609" sldId="256"/>
            <ac:graphicFrameMk id="9" creationId="{E2B64B97-8589-43E3-B349-92CD401A4BCD}"/>
          </ac:graphicFrameMkLst>
        </pc:graphicFrameChg>
        <pc:graphicFrameChg chg="del">
          <ac:chgData name="Josh Reiss" userId="a90d6cd88c30b6c6" providerId="LiveId" clId="{885AB45E-6AFC-45C4-A5A3-08BD1CC47300}" dt="2021-06-21T14:36:28.277" v="3" actId="478"/>
          <ac:graphicFrameMkLst>
            <pc:docMk/>
            <pc:sldMk cId="2261561609" sldId="256"/>
            <ac:graphicFrameMk id="10" creationId="{344B7885-3FCD-4C43-9B05-F7697556A94D}"/>
          </ac:graphicFrameMkLst>
        </pc:graphicFrameChg>
        <pc:graphicFrameChg chg="add mod">
          <ac:chgData name="Josh Reiss" userId="a90d6cd88c30b6c6" providerId="LiveId" clId="{885AB45E-6AFC-45C4-A5A3-08BD1CC47300}" dt="2021-06-21T14:37:56.770" v="11"/>
          <ac:graphicFrameMkLst>
            <pc:docMk/>
            <pc:sldMk cId="2261561609" sldId="256"/>
            <ac:graphicFrameMk id="11" creationId="{14BB2244-F1CC-4C9E-8222-6CC9ADB0D108}"/>
          </ac:graphicFrameMkLst>
        </pc:graphicFrameChg>
        <pc:graphicFrameChg chg="add mod">
          <ac:chgData name="Josh Reiss" userId="a90d6cd88c30b6c6" providerId="LiveId" clId="{885AB45E-6AFC-45C4-A5A3-08BD1CC47300}" dt="2021-06-21T14:38:16.756" v="17"/>
          <ac:graphicFrameMkLst>
            <pc:docMk/>
            <pc:sldMk cId="2261561609" sldId="256"/>
            <ac:graphicFrameMk id="12" creationId="{A7F3D81E-8CD9-447D-8696-1F3DF0FB287D}"/>
          </ac:graphicFrameMkLst>
        </pc:graphicFrameChg>
        <pc:graphicFrameChg chg="add mod">
          <ac:chgData name="Josh Reiss" userId="a90d6cd88c30b6c6" providerId="LiveId" clId="{885AB45E-6AFC-45C4-A5A3-08BD1CC47300}" dt="2021-06-21T14:38:41.316" v="38"/>
          <ac:graphicFrameMkLst>
            <pc:docMk/>
            <pc:sldMk cId="2261561609" sldId="256"/>
            <ac:graphicFrameMk id="14" creationId="{E2B64B97-8589-43E3-B349-92CD401A4BCD}"/>
          </ac:graphicFrameMkLst>
        </pc:graphicFrameChg>
        <pc:graphicFrameChg chg="add mod">
          <ac:chgData name="Josh Reiss" userId="a90d6cd88c30b6c6" providerId="LiveId" clId="{885AB45E-6AFC-45C4-A5A3-08BD1CC47300}" dt="2021-06-21T14:38:46.174" v="40"/>
          <ac:graphicFrameMkLst>
            <pc:docMk/>
            <pc:sldMk cId="2261561609" sldId="256"/>
            <ac:graphicFrameMk id="15" creationId="{E2B64B97-8589-43E3-B349-92CD401A4BCD}"/>
          </ac:graphicFrameMkLst>
        </pc:graphicFrameChg>
        <pc:graphicFrameChg chg="add mod">
          <ac:chgData name="Josh Reiss" userId="a90d6cd88c30b6c6" providerId="LiveId" clId="{885AB45E-6AFC-45C4-A5A3-08BD1CC47300}" dt="2021-06-21T14:39:23.198" v="50"/>
          <ac:graphicFrameMkLst>
            <pc:docMk/>
            <pc:sldMk cId="2261561609" sldId="256"/>
            <ac:graphicFrameMk id="17" creationId="{344B7885-3FCD-4C43-9B05-F7697556A94D}"/>
          </ac:graphicFrameMkLst>
        </pc:graphicFrameChg>
        <pc:picChg chg="add mod">
          <ac:chgData name="Josh Reiss" userId="a90d6cd88c30b6c6" providerId="LiveId" clId="{885AB45E-6AFC-45C4-A5A3-08BD1CC47300}" dt="2021-06-21T14:45:28.809" v="122" actId="164"/>
          <ac:picMkLst>
            <pc:docMk/>
            <pc:sldMk cId="2261561609" sldId="256"/>
            <ac:picMk id="2" creationId="{316C3C05-2145-4DF3-B6A4-9EBECC111767}"/>
          </ac:picMkLst>
        </pc:picChg>
        <pc:picChg chg="add mod">
          <ac:chgData name="Josh Reiss" userId="a90d6cd88c30b6c6" providerId="LiveId" clId="{885AB45E-6AFC-45C4-A5A3-08BD1CC47300}" dt="2021-06-21T14:45:28.809" v="122" actId="164"/>
          <ac:picMkLst>
            <pc:docMk/>
            <pc:sldMk cId="2261561609" sldId="256"/>
            <ac:picMk id="3" creationId="{5973D2AB-CE99-45A5-B945-5D86D2372585}"/>
          </ac:picMkLst>
        </pc:picChg>
        <pc:picChg chg="add mod">
          <ac:chgData name="Josh Reiss" userId="a90d6cd88c30b6c6" providerId="LiveId" clId="{885AB45E-6AFC-45C4-A5A3-08BD1CC47300}" dt="2021-06-21T14:45:28.809" v="122" actId="164"/>
          <ac:picMkLst>
            <pc:docMk/>
            <pc:sldMk cId="2261561609" sldId="256"/>
            <ac:picMk id="13" creationId="{F2EFE42E-8A4D-45C8-B4A0-7F884F41E164}"/>
          </ac:picMkLst>
        </pc:picChg>
        <pc:picChg chg="add mod">
          <ac:chgData name="Josh Reiss" userId="a90d6cd88c30b6c6" providerId="LiveId" clId="{885AB45E-6AFC-45C4-A5A3-08BD1CC47300}" dt="2021-06-21T14:45:28.809" v="122" actId="164"/>
          <ac:picMkLst>
            <pc:docMk/>
            <pc:sldMk cId="2261561609" sldId="256"/>
            <ac:picMk id="16" creationId="{9A2F1C8F-7306-45D6-ADA4-42E125485DEA}"/>
          </ac:picMkLst>
        </pc:picChg>
        <pc:picChg chg="add mod">
          <ac:chgData name="Josh Reiss" userId="a90d6cd88c30b6c6" providerId="LiveId" clId="{885AB45E-6AFC-45C4-A5A3-08BD1CC47300}" dt="2021-06-21T14:45:28.809" v="122" actId="164"/>
          <ac:picMkLst>
            <pc:docMk/>
            <pc:sldMk cId="2261561609" sldId="256"/>
            <ac:picMk id="18" creationId="{58018494-AF5A-445F-B4F7-684A3844287D}"/>
          </ac:picMkLst>
        </pc:picChg>
      </pc:sldChg>
    </pc:docChg>
  </pc:docChgLst>
  <pc:docChgLst>
    <pc:chgData name="Josh Reiss" userId="a90d6cd88c30b6c6" providerId="LiveId" clId="{7FF0DECF-4F5B-481C-9B95-5496AC32922A}"/>
    <pc:docChg chg="modSld">
      <pc:chgData name="Josh Reiss" userId="a90d6cd88c30b6c6" providerId="LiveId" clId="{7FF0DECF-4F5B-481C-9B95-5496AC32922A}" dt="2022-01-30T22:47:32.586" v="24" actId="20577"/>
      <pc:docMkLst>
        <pc:docMk/>
      </pc:docMkLst>
      <pc:sldChg chg="delSp modSp mod modShow">
        <pc:chgData name="Josh Reiss" userId="a90d6cd88c30b6c6" providerId="LiveId" clId="{7FF0DECF-4F5B-481C-9B95-5496AC32922A}" dt="2022-01-30T22:38:49.372" v="13" actId="729"/>
        <pc:sldMkLst>
          <pc:docMk/>
          <pc:sldMk cId="2261561609" sldId="256"/>
        </pc:sldMkLst>
        <pc:spChg chg="mod topLvl">
          <ac:chgData name="Josh Reiss" userId="a90d6cd88c30b6c6" providerId="LiveId" clId="{7FF0DECF-4F5B-481C-9B95-5496AC32922A}" dt="2021-10-11T07:21:32.788" v="0" actId="165"/>
          <ac:spMkLst>
            <pc:docMk/>
            <pc:sldMk cId="2261561609" sldId="256"/>
            <ac:spMk id="19" creationId="{A5F8ED51-41BB-4CA4-BB2D-F2BD4FB5F074}"/>
          </ac:spMkLst>
        </pc:spChg>
        <pc:spChg chg="mod topLvl">
          <ac:chgData name="Josh Reiss" userId="a90d6cd88c30b6c6" providerId="LiveId" clId="{7FF0DECF-4F5B-481C-9B95-5496AC32922A}" dt="2021-10-11T07:21:32.788" v="0" actId="165"/>
          <ac:spMkLst>
            <pc:docMk/>
            <pc:sldMk cId="2261561609" sldId="256"/>
            <ac:spMk id="20" creationId="{B42DFB5E-DE3D-4266-A5AA-81CE7F7DE0EE}"/>
          </ac:spMkLst>
        </pc:spChg>
        <pc:spChg chg="mod topLvl">
          <ac:chgData name="Josh Reiss" userId="a90d6cd88c30b6c6" providerId="LiveId" clId="{7FF0DECF-4F5B-481C-9B95-5496AC32922A}" dt="2021-10-11T07:21:32.788" v="0" actId="165"/>
          <ac:spMkLst>
            <pc:docMk/>
            <pc:sldMk cId="2261561609" sldId="256"/>
            <ac:spMk id="21" creationId="{3E1073F6-FB05-4A48-AC9B-F547EC249D0C}"/>
          </ac:spMkLst>
        </pc:spChg>
        <pc:spChg chg="mod topLvl">
          <ac:chgData name="Josh Reiss" userId="a90d6cd88c30b6c6" providerId="LiveId" clId="{7FF0DECF-4F5B-481C-9B95-5496AC32922A}" dt="2021-10-11T07:21:32.788" v="0" actId="165"/>
          <ac:spMkLst>
            <pc:docMk/>
            <pc:sldMk cId="2261561609" sldId="256"/>
            <ac:spMk id="22" creationId="{C4B67F29-EE98-4AA2-BDCA-10A1D4D67097}"/>
          </ac:spMkLst>
        </pc:spChg>
        <pc:spChg chg="mod topLvl">
          <ac:chgData name="Josh Reiss" userId="a90d6cd88c30b6c6" providerId="LiveId" clId="{7FF0DECF-4F5B-481C-9B95-5496AC32922A}" dt="2021-10-11T07:21:32.788" v="0" actId="165"/>
          <ac:spMkLst>
            <pc:docMk/>
            <pc:sldMk cId="2261561609" sldId="256"/>
            <ac:spMk id="23" creationId="{1604DD1C-B337-4AFC-8436-AE72259413A9}"/>
          </ac:spMkLst>
        </pc:spChg>
        <pc:grpChg chg="del">
          <ac:chgData name="Josh Reiss" userId="a90d6cd88c30b6c6" providerId="LiveId" clId="{7FF0DECF-4F5B-481C-9B95-5496AC32922A}" dt="2021-10-11T07:21:32.788" v="0" actId="165"/>
          <ac:grpSpMkLst>
            <pc:docMk/>
            <pc:sldMk cId="2261561609" sldId="256"/>
            <ac:grpSpMk id="24" creationId="{E918B5D4-86D2-45ED-BE63-A4E68B92A1D0}"/>
          </ac:grpSpMkLst>
        </pc:grpChg>
        <pc:picChg chg="mod topLvl">
          <ac:chgData name="Josh Reiss" userId="a90d6cd88c30b6c6" providerId="LiveId" clId="{7FF0DECF-4F5B-481C-9B95-5496AC32922A}" dt="2021-10-11T07:21:32.788" v="0" actId="165"/>
          <ac:picMkLst>
            <pc:docMk/>
            <pc:sldMk cId="2261561609" sldId="256"/>
            <ac:picMk id="2" creationId="{316C3C05-2145-4DF3-B6A4-9EBECC111767}"/>
          </ac:picMkLst>
        </pc:picChg>
        <pc:picChg chg="mod topLvl">
          <ac:chgData name="Josh Reiss" userId="a90d6cd88c30b6c6" providerId="LiveId" clId="{7FF0DECF-4F5B-481C-9B95-5496AC32922A}" dt="2021-10-11T07:21:32.788" v="0" actId="165"/>
          <ac:picMkLst>
            <pc:docMk/>
            <pc:sldMk cId="2261561609" sldId="256"/>
            <ac:picMk id="3" creationId="{5973D2AB-CE99-45A5-B945-5D86D2372585}"/>
          </ac:picMkLst>
        </pc:picChg>
        <pc:picChg chg="mod topLvl">
          <ac:chgData name="Josh Reiss" userId="a90d6cd88c30b6c6" providerId="LiveId" clId="{7FF0DECF-4F5B-481C-9B95-5496AC32922A}" dt="2021-10-11T07:21:32.788" v="0" actId="165"/>
          <ac:picMkLst>
            <pc:docMk/>
            <pc:sldMk cId="2261561609" sldId="256"/>
            <ac:picMk id="13" creationId="{F2EFE42E-8A4D-45C8-B4A0-7F884F41E164}"/>
          </ac:picMkLst>
        </pc:picChg>
        <pc:picChg chg="mod topLvl">
          <ac:chgData name="Josh Reiss" userId="a90d6cd88c30b6c6" providerId="LiveId" clId="{7FF0DECF-4F5B-481C-9B95-5496AC32922A}" dt="2021-10-11T07:21:32.788" v="0" actId="165"/>
          <ac:picMkLst>
            <pc:docMk/>
            <pc:sldMk cId="2261561609" sldId="256"/>
            <ac:picMk id="16" creationId="{9A2F1C8F-7306-45D6-ADA4-42E125485DEA}"/>
          </ac:picMkLst>
        </pc:picChg>
        <pc:picChg chg="mod topLvl">
          <ac:chgData name="Josh Reiss" userId="a90d6cd88c30b6c6" providerId="LiveId" clId="{7FF0DECF-4F5B-481C-9B95-5496AC32922A}" dt="2021-10-11T07:21:32.788" v="0" actId="165"/>
          <ac:picMkLst>
            <pc:docMk/>
            <pc:sldMk cId="2261561609" sldId="256"/>
            <ac:picMk id="18" creationId="{58018494-AF5A-445F-B4F7-684A3844287D}"/>
          </ac:picMkLst>
        </pc:picChg>
      </pc:sldChg>
      <pc:sldChg chg="modSp mod">
        <pc:chgData name="Josh Reiss" userId="a90d6cd88c30b6c6" providerId="LiveId" clId="{7FF0DECF-4F5B-481C-9B95-5496AC32922A}" dt="2022-01-30T16:43:53.087" v="4" actId="20577"/>
        <pc:sldMkLst>
          <pc:docMk/>
          <pc:sldMk cId="3938940341" sldId="333"/>
        </pc:sldMkLst>
        <pc:spChg chg="mod">
          <ac:chgData name="Josh Reiss" userId="a90d6cd88c30b6c6" providerId="LiveId" clId="{7FF0DECF-4F5B-481C-9B95-5496AC32922A}" dt="2022-01-30T16:43:53.087" v="4" actId="20577"/>
          <ac:spMkLst>
            <pc:docMk/>
            <pc:sldMk cId="3938940341" sldId="333"/>
            <ac:spMk id="9" creationId="{56A6A5FB-F094-4704-A6A1-D74565C9337D}"/>
          </ac:spMkLst>
        </pc:spChg>
      </pc:sldChg>
      <pc:sldChg chg="modSp mod">
        <pc:chgData name="Josh Reiss" userId="a90d6cd88c30b6c6" providerId="LiveId" clId="{7FF0DECF-4F5B-481C-9B95-5496AC32922A}" dt="2022-01-30T22:37:54.141" v="12" actId="20577"/>
        <pc:sldMkLst>
          <pc:docMk/>
          <pc:sldMk cId="2159620985" sldId="350"/>
        </pc:sldMkLst>
        <pc:spChg chg="mod">
          <ac:chgData name="Josh Reiss" userId="a90d6cd88c30b6c6" providerId="LiveId" clId="{7FF0DECF-4F5B-481C-9B95-5496AC32922A}" dt="2022-01-30T22:37:54.141" v="12" actId="20577"/>
          <ac:spMkLst>
            <pc:docMk/>
            <pc:sldMk cId="2159620985" sldId="350"/>
            <ac:spMk id="7" creationId="{9B75A283-E836-444A-AD05-A4A1EC7F8A8B}"/>
          </ac:spMkLst>
        </pc:spChg>
      </pc:sldChg>
      <pc:sldChg chg="modSp mod">
        <pc:chgData name="Josh Reiss" userId="a90d6cd88c30b6c6" providerId="LiveId" clId="{7FF0DECF-4F5B-481C-9B95-5496AC32922A}" dt="2022-01-30T22:47:32.586" v="24" actId="20577"/>
        <pc:sldMkLst>
          <pc:docMk/>
          <pc:sldMk cId="1302796665" sldId="353"/>
        </pc:sldMkLst>
        <pc:spChg chg="mod">
          <ac:chgData name="Josh Reiss" userId="a90d6cd88c30b6c6" providerId="LiveId" clId="{7FF0DECF-4F5B-481C-9B95-5496AC32922A}" dt="2022-01-30T22:47:32.586" v="24" actId="20577"/>
          <ac:spMkLst>
            <pc:docMk/>
            <pc:sldMk cId="1302796665" sldId="353"/>
            <ac:spMk id="4" creationId="{98DEBB87-44C5-4830-83F7-56FC4AAB3831}"/>
          </ac:spMkLst>
        </pc:spChg>
      </pc:sldChg>
    </pc:docChg>
  </pc:docChgLst>
  <pc:docChgLst>
    <pc:chgData name="Josh Reiss" userId="a90d6cd88c30b6c6" providerId="LiveId" clId="{0110CBF2-257D-447D-8377-E4C753B9F247}"/>
    <pc:docChg chg="custSel addSld modSld">
      <pc:chgData name="Josh Reiss" userId="a90d6cd88c30b6c6" providerId="LiveId" clId="{0110CBF2-257D-447D-8377-E4C753B9F247}" dt="2021-01-23T19:41:40.719" v="195" actId="114"/>
      <pc:docMkLst>
        <pc:docMk/>
      </pc:docMkLst>
      <pc:sldChg chg="add">
        <pc:chgData name="Josh Reiss" userId="a90d6cd88c30b6c6" providerId="LiveId" clId="{0110CBF2-257D-447D-8377-E4C753B9F247}" dt="2021-01-19T07:51:36.962" v="0"/>
        <pc:sldMkLst>
          <pc:docMk/>
          <pc:sldMk cId="3930257889" sldId="257"/>
        </pc:sldMkLst>
      </pc:sldChg>
      <pc:sldChg chg="add">
        <pc:chgData name="Josh Reiss" userId="a90d6cd88c30b6c6" providerId="LiveId" clId="{0110CBF2-257D-447D-8377-E4C753B9F247}" dt="2021-01-19T07:51:36.962" v="0"/>
        <pc:sldMkLst>
          <pc:docMk/>
          <pc:sldMk cId="2682239145" sldId="259"/>
        </pc:sldMkLst>
      </pc:sldChg>
      <pc:sldChg chg="add">
        <pc:chgData name="Josh Reiss" userId="a90d6cd88c30b6c6" providerId="LiveId" clId="{0110CBF2-257D-447D-8377-E4C753B9F247}" dt="2021-01-23T19:29:44.653" v="34"/>
        <pc:sldMkLst>
          <pc:docMk/>
          <pc:sldMk cId="0" sldId="268"/>
        </pc:sldMkLst>
      </pc:sldChg>
      <pc:sldChg chg="modSp add mod">
        <pc:chgData name="Josh Reiss" userId="a90d6cd88c30b6c6" providerId="LiveId" clId="{0110CBF2-257D-447D-8377-E4C753B9F247}" dt="2021-01-23T19:41:40.719" v="195" actId="114"/>
        <pc:sldMkLst>
          <pc:docMk/>
          <pc:sldMk cId="0" sldId="271"/>
        </pc:sldMkLst>
        <pc:spChg chg="mod">
          <ac:chgData name="Josh Reiss" userId="a90d6cd88c30b6c6" providerId="LiveId" clId="{0110CBF2-257D-447D-8377-E4C753B9F247}" dt="2021-01-23T19:41:40.719" v="195" actId="114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Josh Reiss" userId="a90d6cd88c30b6c6" providerId="LiveId" clId="{0110CBF2-257D-447D-8377-E4C753B9F247}" dt="2021-01-23T19:26:21.327" v="33" actId="1076"/>
        <pc:sldMkLst>
          <pc:docMk/>
          <pc:sldMk cId="0" sldId="328"/>
        </pc:sldMkLst>
        <pc:spChg chg="mod">
          <ac:chgData name="Josh Reiss" userId="a90d6cd88c30b6c6" providerId="LiveId" clId="{0110CBF2-257D-447D-8377-E4C753B9F247}" dt="2021-01-23T19:26:21.327" v="33" actId="1076"/>
          <ac:spMkLst>
            <pc:docMk/>
            <pc:sldMk cId="0" sldId="328"/>
            <ac:spMk id="2" creationId="{00000000-0000-0000-0000-000000000000}"/>
          </ac:spMkLst>
        </pc:spChg>
      </pc:sldChg>
      <pc:sldChg chg="add">
        <pc:chgData name="Josh Reiss" userId="a90d6cd88c30b6c6" providerId="LiveId" clId="{0110CBF2-257D-447D-8377-E4C753B9F247}" dt="2021-01-23T19:31:04.113" v="35"/>
        <pc:sldMkLst>
          <pc:docMk/>
          <pc:sldMk cId="986948253" sldId="329"/>
        </pc:sldMkLst>
      </pc:sldChg>
      <pc:sldChg chg="addSp delSp modSp new mod">
        <pc:chgData name="Josh Reiss" userId="a90d6cd88c30b6c6" providerId="LiveId" clId="{0110CBF2-257D-447D-8377-E4C753B9F247}" dt="2021-01-23T19:38:55.506" v="146" actId="1076"/>
        <pc:sldMkLst>
          <pc:docMk/>
          <pc:sldMk cId="3561293367" sldId="330"/>
        </pc:sldMkLst>
        <pc:spChg chg="mod">
          <ac:chgData name="Josh Reiss" userId="a90d6cd88c30b6c6" providerId="LiveId" clId="{0110CBF2-257D-447D-8377-E4C753B9F247}" dt="2021-01-23T19:31:31.600" v="69" actId="20577"/>
          <ac:spMkLst>
            <pc:docMk/>
            <pc:sldMk cId="3561293367" sldId="330"/>
            <ac:spMk id="2" creationId="{7B5D5D3E-1FF8-4BED-B4B7-2120A8C91A28}"/>
          </ac:spMkLst>
        </pc:spChg>
        <pc:spChg chg="del">
          <ac:chgData name="Josh Reiss" userId="a90d6cd88c30b6c6" providerId="LiveId" clId="{0110CBF2-257D-447D-8377-E4C753B9F247}" dt="2021-01-23T19:31:39.347" v="70" actId="478"/>
          <ac:spMkLst>
            <pc:docMk/>
            <pc:sldMk cId="3561293367" sldId="330"/>
            <ac:spMk id="3" creationId="{3C819108-C427-4541-AA53-423C4CC32BDE}"/>
          </ac:spMkLst>
        </pc:spChg>
        <pc:picChg chg="add mod">
          <ac:chgData name="Josh Reiss" userId="a90d6cd88c30b6c6" providerId="LiveId" clId="{0110CBF2-257D-447D-8377-E4C753B9F247}" dt="2021-01-23T19:38:24.409" v="142" actId="1076"/>
          <ac:picMkLst>
            <pc:docMk/>
            <pc:sldMk cId="3561293367" sldId="330"/>
            <ac:picMk id="5" creationId="{348685AD-5B44-4B28-8908-87E7F86B408D}"/>
          </ac:picMkLst>
        </pc:picChg>
        <pc:picChg chg="add mod">
          <ac:chgData name="Josh Reiss" userId="a90d6cd88c30b6c6" providerId="LiveId" clId="{0110CBF2-257D-447D-8377-E4C753B9F247}" dt="2021-01-23T19:38:55.506" v="146" actId="1076"/>
          <ac:picMkLst>
            <pc:docMk/>
            <pc:sldMk cId="3561293367" sldId="330"/>
            <ac:picMk id="6" creationId="{44573732-8D35-4866-B7E6-0E472D2BA953}"/>
          </ac:picMkLst>
        </pc:picChg>
        <pc:picChg chg="add mod">
          <ac:chgData name="Josh Reiss" userId="a90d6cd88c30b6c6" providerId="LiveId" clId="{0110CBF2-257D-447D-8377-E4C753B9F247}" dt="2021-01-23T19:38:32.051" v="144" actId="1076"/>
          <ac:picMkLst>
            <pc:docMk/>
            <pc:sldMk cId="3561293367" sldId="330"/>
            <ac:picMk id="1026" creationId="{50B95A25-7C21-4D0A-AEEF-ABA2755F2753}"/>
          </ac:picMkLst>
        </pc:picChg>
        <pc:picChg chg="add">
          <ac:chgData name="Josh Reiss" userId="a90d6cd88c30b6c6" providerId="LiveId" clId="{0110CBF2-257D-447D-8377-E4C753B9F247}" dt="2021-01-23T19:32:46.702" v="73"/>
          <ac:picMkLst>
            <pc:docMk/>
            <pc:sldMk cId="3561293367" sldId="330"/>
            <ac:picMk id="1028" creationId="{1385F942-F7BA-4B89-8D62-923285E12B0E}"/>
          </ac:picMkLst>
        </pc:picChg>
        <pc:picChg chg="add mod">
          <ac:chgData name="Josh Reiss" userId="a90d6cd88c30b6c6" providerId="LiveId" clId="{0110CBF2-257D-447D-8377-E4C753B9F247}" dt="2021-01-23T19:33:11.139" v="75" actId="1076"/>
          <ac:picMkLst>
            <pc:docMk/>
            <pc:sldMk cId="3561293367" sldId="330"/>
            <ac:picMk id="1030" creationId="{C8194F37-696A-48FB-83D6-BB3B21BF035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35C1B-6835-420E-A37D-D18F7EFA7251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6F8FF6-4E45-44CD-936E-2FC9E2980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6637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7535D412-A53D-47F0-9503-56AD1F100DEB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7F7EC4A-0275-45E3-A0F4-AF5C5664F2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1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DAA9BB8-4E62-43F6-B5DC-6AF0029D38E4}" type="datetime1">
              <a:rPr lang="en-US" smtClean="0"/>
              <a:t>1/30/2022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67526A8-D763-494A-84F8-22C87B46733A}" type="datetime1">
              <a:rPr lang="en-US" smtClean="0"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165AC96-4607-449A-9705-23B54F28DC3E}" type="datetime1">
              <a:rPr lang="en-US" smtClean="0"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F7CE338-C4F6-47FE-8382-9E7E6284953F}" type="datetime1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4A8BFE8-E353-47FE-AAE9-D76A798182A5}" type="datetime1">
              <a:rPr lang="en-US" smtClean="0"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FE8D7-18F6-48C7-83D8-250356BDF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8634A-180C-49AF-A8DA-713BEF210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5534A-F828-4E38-9CF1-8243897E7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4DEE-3499-47A0-A356-C020AEF16AD8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5C89E-30B1-4668-B555-F9C34A2F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8554A-A955-44BB-9C01-FD3254B0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C25A-8594-40B0-AB53-D34F67124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478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D9299-B98A-4097-B153-29FBD480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E0A62-D21E-4797-8727-646269444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C952E-AF25-4A88-876B-9BDEFA776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4DEE-3499-47A0-A356-C020AEF16AD8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66C84-1E9E-4885-BA0B-0FE295255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C2ADA-AB1F-4D1B-86E8-EA205ED3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C25A-8594-40B0-AB53-D34F67124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044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BD20B-B47B-4C83-9074-1267E0C6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3586A-AD13-4903-980A-6D9E59E1B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334E8-DDFD-47C4-9123-51E6EC1CA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4DEE-3499-47A0-A356-C020AEF16AD8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AA95D-1262-445C-85C1-E697B84BA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98A3E-4399-45DC-9D95-DEE2C2C8F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C25A-8594-40B0-AB53-D34F67124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460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63B6-C079-4DC8-AEC4-D65051FC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2F8F8-BB5F-44C2-9322-9499056F7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F72-93DC-4A6F-AAE2-3E82F1D1F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61710-F7E6-4427-8CEA-0EA96E00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4DEE-3499-47A0-A356-C020AEF16AD8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2FEA0-69AC-4AE0-9FAD-C37C7FF9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C073A-A2A6-43A9-B548-E7F04E9D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C25A-8594-40B0-AB53-D34F67124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748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B3F5-EAA4-42CC-801E-3499DA46D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DE492-7955-4A05-8ABE-78DD22C94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BF925-9D20-4B95-A5CC-10912FB68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84DBE-3D85-43A0-B996-BD758EAA32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DB1F9-9C9C-4B22-8E09-2F610576B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D8C78-0696-40B4-A8FC-C23C3BBC3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4DEE-3499-47A0-A356-C020AEF16AD8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9FE269-CBE1-4002-8ECB-F5B640EAE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BDE4E-BD21-48D0-91E0-3D752727E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C25A-8594-40B0-AB53-D34F67124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530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F3E3A-CB28-44CC-A570-186074BCC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DA0ADE-BEF6-4543-A54B-D13C16731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4DEE-3499-47A0-A356-C020AEF16AD8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2B36C-519D-4E9F-BC19-D65CD7FB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1B72B-60AD-4779-B479-C319B13CC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C25A-8594-40B0-AB53-D34F67124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195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CA3C3-D3D9-4B26-87A2-0A286489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4DEE-3499-47A0-A356-C020AEF16AD8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402F1D-78F9-44A7-93D9-3CFFB369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D67CF-833A-4428-A0C3-24F601BF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C25A-8594-40B0-AB53-D34F67124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4829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7DE1E-61A3-47A7-8CA0-8719186C1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3529E-66E2-4562-936B-0AB09AB7E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E6830-E91B-4003-90CF-C962A72F9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9C53F-673F-4085-8313-B02D8EBA5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4DEE-3499-47A0-A356-C020AEF16AD8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92E44-877C-4B4E-9822-70F51249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4E162-E981-42A0-9B34-982DEE71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C25A-8594-40B0-AB53-D34F67124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464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B43C0-9FCC-4E23-88C7-3382A5CE9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91BF0F-B99B-4248-9FAB-E1D14CE1F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2A320-5C42-4188-AC00-9A7431F47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8948B-2879-45B2-82AA-E079490D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4DEE-3499-47A0-A356-C020AEF16AD8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BA4CB-2C5E-4A51-8FF0-05F245B9D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D5F03-6793-412C-BCA0-7759C0AC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C25A-8594-40B0-AB53-D34F67124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5224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C2F4-C02B-42A9-AD82-D489250B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D9F07-96AF-48E7-9926-E2821657E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85E11-9242-44E6-8EB4-2BAD38C87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4DEE-3499-47A0-A356-C020AEF16AD8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9A63B-3264-481F-B5A7-FB7358AA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478B6-A70C-4BD6-BFF1-D60A1FC3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C25A-8594-40B0-AB53-D34F67124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413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5CF61-7586-4BBD-95E2-9481C1D59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ED490-26E4-4B47-8E4D-9F1EF6C1D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8E1C-C78F-4286-A03D-EC5EF0CF0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4DEE-3499-47A0-A356-C020AEF16AD8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339AF-C4A1-43F8-8FE4-A6925EDD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38659-D98B-48EB-A8E2-EAF496BE8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C25A-8594-40B0-AB53-D34F67124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17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066800"/>
            <a:ext cx="121920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 txBox="1">
            <a:spLocks/>
          </p:cNvSpPr>
          <p:nvPr userDrawn="1"/>
        </p:nvSpPr>
        <p:spPr>
          <a:xfrm>
            <a:off x="0" y="6324600"/>
            <a:ext cx="121920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A537BE-DC1F-400A-920E-FFFCC08CC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88D5E-B091-483F-A999-4C671FDEC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29B9-8454-4B48-A526-A57E20E19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A4DEE-3499-47A0-A356-C020AEF16AD8}" type="datetimeFigureOut">
              <a:rPr lang="en-GB" smtClean="0"/>
              <a:t>30/01/2022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9A851-1F65-41D0-BBB0-78356750C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3A7F1-646E-46E3-A588-6A3FDC066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BC25A-8594-40B0-AB53-D34F67124D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38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hyperlink" Target="https://twitter.com/IntelSoundEng" TargetMode="External"/><Relationship Id="rId7" Type="http://schemas.openxmlformats.org/officeDocument/2006/relationships/image" Target="../media/image2.jpeg"/><Relationship Id="rId2" Type="http://schemas.openxmlformats.org/officeDocument/2006/relationships/hyperlink" Target="https://intelligentsoundengineering.wordpress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hyperlink" Target="http://www.eecs.qmul.ac.uk/~josh/publications.htm" TargetMode="External"/><Relationship Id="rId4" Type="http://schemas.openxmlformats.org/officeDocument/2006/relationships/hyperlink" Target="http://www.youtube.com/user/IntelligentSoundEn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29131" y="0"/>
            <a:ext cx="6400800" cy="1657224"/>
          </a:xfrm>
        </p:spPr>
        <p:txBody>
          <a:bodyPr>
            <a:normAutofit/>
          </a:bodyPr>
          <a:lstStyle/>
          <a:p>
            <a:r>
              <a:rPr lang="en-GB" dirty="0"/>
              <a:t>Loading, playing and recording audio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734" y="4845588"/>
            <a:ext cx="6400800" cy="2056926"/>
          </a:xfrm>
        </p:spPr>
        <p:txBody>
          <a:bodyPr>
            <a:normAutofit/>
          </a:bodyPr>
          <a:lstStyle/>
          <a:p>
            <a:r>
              <a:rPr lang="en-US" sz="3400" dirty="0"/>
              <a:t>Josh Reiss</a:t>
            </a:r>
          </a:p>
          <a:p>
            <a:r>
              <a:rPr lang="en-GB" sz="3400" dirty="0"/>
              <a:t>Professor of Audio Engineering</a:t>
            </a:r>
          </a:p>
          <a:p>
            <a:r>
              <a:rPr lang="en-GB" sz="3400" dirty="0"/>
              <a:t>Queen Mary University of London </a:t>
            </a:r>
            <a:r>
              <a:rPr lang="en-GB" dirty="0"/>
              <a:t> 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429531" y="5029200"/>
            <a:ext cx="5791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Blog: </a:t>
            </a:r>
            <a:r>
              <a:rPr lang="en-GB" u="sng" dirty="0">
                <a:hlinkClick r:id="rId2"/>
              </a:rPr>
              <a:t>intelligentsoundengineering.wordpress.com/</a:t>
            </a:r>
            <a:r>
              <a:rPr lang="en-GB" dirty="0"/>
              <a:t> </a:t>
            </a:r>
          </a:p>
          <a:p>
            <a:r>
              <a:rPr lang="en-GB" dirty="0"/>
              <a:t>Twitter: </a:t>
            </a:r>
            <a:r>
              <a:rPr lang="en-GB" u="sng" dirty="0">
                <a:hlinkClick r:id="rId3"/>
              </a:rPr>
              <a:t>@</a:t>
            </a:r>
            <a:r>
              <a:rPr lang="en-GB" u="sng" dirty="0" err="1">
                <a:hlinkClick r:id="rId3"/>
              </a:rPr>
              <a:t>IntelSoundEng</a:t>
            </a:r>
            <a:r>
              <a:rPr lang="en-GB" dirty="0"/>
              <a:t> </a:t>
            </a:r>
          </a:p>
          <a:p>
            <a:r>
              <a:rPr lang="en-GB" dirty="0" err="1"/>
              <a:t>Youtube</a:t>
            </a:r>
            <a:r>
              <a:rPr lang="en-GB" dirty="0"/>
              <a:t>: </a:t>
            </a:r>
            <a:r>
              <a:rPr lang="en-GB" u="sng" dirty="0">
                <a:hlinkClick r:id="rId4"/>
              </a:rPr>
              <a:t>www.youtube.com/user/IntelligentSoundEng</a:t>
            </a:r>
            <a:r>
              <a:rPr lang="en-GB" dirty="0"/>
              <a:t> </a:t>
            </a:r>
          </a:p>
          <a:p>
            <a:r>
              <a:rPr lang="en-GB" dirty="0"/>
              <a:t>Publications: </a:t>
            </a:r>
            <a:r>
              <a:rPr lang="en-GB" u="sng" dirty="0">
                <a:hlinkClick r:id="rId5"/>
              </a:rPr>
              <a:t>www.eecs.qmul.ac.uk/~josh/publications.htm</a:t>
            </a:r>
            <a:endParaRPr lang="en-GB" dirty="0"/>
          </a:p>
        </p:txBody>
      </p:sp>
      <p:pic>
        <p:nvPicPr>
          <p:cNvPr id="1026" name="Picture 2" descr="3 Best Ways to Record Remote for a Podcast | Resonate Recordings">
            <a:extLst>
              <a:ext uri="{FF2B5EF4-FFF2-40B4-BE49-F238E27FC236}">
                <a16:creationId xmlns:a16="http://schemas.microsoft.com/office/drawing/2014/main" id="{8CC5F32B-143B-4D66-B938-4C368297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657224"/>
            <a:ext cx="428625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Brief History of Recording to ca. 1950">
            <a:extLst>
              <a:ext uri="{FF2B5EF4-FFF2-40B4-BE49-F238E27FC236}">
                <a16:creationId xmlns:a16="http://schemas.microsoft.com/office/drawing/2014/main" id="{AAA75616-B978-4208-9C96-041B2C67E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26326"/>
            <a:ext cx="3429000" cy="263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0 Top Tips for Recording &amp; Mixing Better-Sounding Podcasts | Waves">
            <a:extLst>
              <a:ext uri="{FF2B5EF4-FFF2-40B4-BE49-F238E27FC236}">
                <a16:creationId xmlns:a16="http://schemas.microsoft.com/office/drawing/2014/main" id="{5E6BB7D1-5E44-4936-A59B-1FBEFCC4B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172174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C300-B1E9-4920-B7F0-11E4C44C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&lt;audio&gt; element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4A7F2-234A-4292-84D2-445D75836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11582400" cy="5257800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0000CC"/>
                </a:solidFill>
              </a:rPr>
              <a:t>Embeds sound content on web page</a:t>
            </a:r>
          </a:p>
          <a:p>
            <a:r>
              <a:rPr lang="en-GB" dirty="0" err="1">
                <a:solidFill>
                  <a:srgbClr val="0000CC"/>
                </a:solidFill>
              </a:rPr>
              <a:t>Buillt</a:t>
            </a:r>
            <a:r>
              <a:rPr lang="en-GB" dirty="0">
                <a:solidFill>
                  <a:srgbClr val="0000CC"/>
                </a:solidFill>
              </a:rPr>
              <a:t> in buffering and streaming support</a:t>
            </a:r>
          </a:p>
          <a:p>
            <a:r>
              <a:rPr lang="en-GB" dirty="0">
                <a:solidFill>
                  <a:srgbClr val="0000CC"/>
                </a:solidFill>
              </a:rPr>
              <a:t>Ideal for music playback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i="1" dirty="0"/>
              <a:t>But</a:t>
            </a:r>
            <a:endParaRPr lang="en-GB" dirty="0"/>
          </a:p>
          <a:p>
            <a:r>
              <a:rPr lang="en-GB" dirty="0">
                <a:solidFill>
                  <a:srgbClr val="C00000"/>
                </a:solidFill>
              </a:rPr>
              <a:t>No precise timing controls</a:t>
            </a:r>
          </a:p>
          <a:p>
            <a:r>
              <a:rPr lang="en-GB" dirty="0">
                <a:solidFill>
                  <a:srgbClr val="C00000"/>
                </a:solidFill>
              </a:rPr>
              <a:t>Low limit for the number of sounds played at once</a:t>
            </a:r>
          </a:p>
          <a:p>
            <a:r>
              <a:rPr lang="en-GB" dirty="0">
                <a:solidFill>
                  <a:srgbClr val="C00000"/>
                </a:solidFill>
              </a:rPr>
              <a:t>No way to reliably pre-buffer a sound</a:t>
            </a:r>
          </a:p>
          <a:p>
            <a:r>
              <a:rPr lang="en-GB" dirty="0">
                <a:solidFill>
                  <a:srgbClr val="C00000"/>
                </a:solidFill>
              </a:rPr>
              <a:t>No ability to apply real-time effects</a:t>
            </a:r>
          </a:p>
          <a:p>
            <a:r>
              <a:rPr lang="en-GB" dirty="0">
                <a:solidFill>
                  <a:srgbClr val="C00000"/>
                </a:solidFill>
              </a:rPr>
              <a:t>No way to </a:t>
            </a:r>
            <a:r>
              <a:rPr lang="en-GB" dirty="0" err="1">
                <a:solidFill>
                  <a:srgbClr val="C00000"/>
                </a:solidFill>
              </a:rPr>
              <a:t>analyze</a:t>
            </a:r>
            <a:r>
              <a:rPr lang="en-GB" dirty="0">
                <a:solidFill>
                  <a:srgbClr val="C00000"/>
                </a:solidFill>
              </a:rPr>
              <a:t> sounds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A4595-BA66-41F4-B2E6-73072001E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671" y="2438400"/>
            <a:ext cx="5715000" cy="11535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F06B06-0A51-4430-8076-35A80E33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389" y="4419600"/>
            <a:ext cx="4733511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8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092E-7040-4C52-90CD-6F321E78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MediaElementAudioSourceNode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8911-94C0-40C6-9509-C499A7F9A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11125200" cy="5257800"/>
          </a:xfrm>
        </p:spPr>
        <p:txBody>
          <a:bodyPr>
            <a:normAutofit/>
          </a:bodyPr>
          <a:lstStyle/>
          <a:p>
            <a:r>
              <a:rPr lang="en-GB" sz="3600" dirty="0"/>
              <a:t>Wraps an existing &lt;audio&gt; or &lt;video&gt; tag</a:t>
            </a:r>
          </a:p>
          <a:p>
            <a:r>
              <a:rPr lang="en-GB" sz="3600" dirty="0"/>
              <a:t>Behaves like other source nodes</a:t>
            </a:r>
          </a:p>
          <a:p>
            <a:r>
              <a:rPr lang="en-GB" sz="3600" dirty="0"/>
              <a:t>rendered audio be re-routed</a:t>
            </a:r>
          </a:p>
          <a:p>
            <a:pPr lvl="1"/>
            <a:r>
              <a:rPr lang="en-GB" sz="3200" dirty="0"/>
              <a:t>No longer be heard directly as an </a:t>
            </a:r>
            <a:r>
              <a:rPr lang="en-GB" sz="3200" dirty="0" err="1"/>
              <a:t>HTMLMediaElement</a:t>
            </a:r>
            <a:endParaRPr lang="en-GB" sz="3200" dirty="0"/>
          </a:p>
          <a:p>
            <a:pPr lvl="1"/>
            <a:r>
              <a:rPr lang="en-GB" sz="3200" dirty="0"/>
              <a:t>Heard as consequence of node being connected through audio graph</a:t>
            </a:r>
          </a:p>
          <a:p>
            <a:pPr lvl="1"/>
            <a:r>
              <a:rPr lang="en-GB" sz="3200" dirty="0"/>
              <a:t>Other media element attributes unchanged</a:t>
            </a:r>
          </a:p>
          <a:p>
            <a:pPr lvl="1"/>
            <a:r>
              <a:rPr lang="en-GB" sz="3200" dirty="0"/>
              <a:t>Pausing, volume etc behave as normal for the audio element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64300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092E-7040-4C52-90CD-6F321E78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8911-94C0-40C6-9509-C499A7F9A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4800600" cy="5257800"/>
          </a:xfrm>
        </p:spPr>
        <p:txBody>
          <a:bodyPr>
            <a:normAutofit/>
          </a:bodyPr>
          <a:lstStyle/>
          <a:p>
            <a:r>
              <a:rPr lang="en-GB" dirty="0"/>
              <a:t>Instead of 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&lt;audio&gt;</a:t>
            </a:r>
            <a:r>
              <a:rPr lang="en-GB" dirty="0"/>
              <a:t>, could have used</a:t>
            </a:r>
          </a:p>
          <a:p>
            <a:pPr lvl="1"/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&lt;video&gt;</a:t>
            </a:r>
            <a:r>
              <a:rPr lang="en-GB" sz="2400" dirty="0">
                <a:cs typeface="Courier New" panose="02070309020205020404" pitchFamily="49" charset="0"/>
              </a:rPr>
              <a:t> </a:t>
            </a:r>
            <a:r>
              <a:rPr lang="en-GB" dirty="0"/>
              <a:t>as long as it has an audio stream</a:t>
            </a:r>
          </a:p>
          <a:p>
            <a:pPr lvl="1"/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audio()</a:t>
            </a:r>
            <a:r>
              <a:rPr lang="en-GB" sz="2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GB" dirty="0"/>
              <a:t>constructor in </a:t>
            </a:r>
            <a:r>
              <a:rPr lang="en-GB" dirty="0" err="1"/>
              <a:t>javascript</a:t>
            </a:r>
            <a:endParaRPr lang="en-GB" dirty="0"/>
          </a:p>
          <a:p>
            <a:r>
              <a:rPr lang="en-GB" dirty="0"/>
              <a:t># output channels from  node equals # channels in the audio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6971648-539F-4C4F-B64F-03BA0B2E5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"/>
            <a:ext cx="2366379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56A6A5FB-F094-4704-A6A1-D74565C93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295400"/>
            <a:ext cx="7315200" cy="4069081"/>
          </a:xfrm>
          <a:prstGeom prst="rect">
            <a:avLst/>
          </a:prstGeom>
          <a:solidFill>
            <a:srgbClr val="1C1A1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&lt;audio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controls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id=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'file'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onplay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'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context.resume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()'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&lt;source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src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"viper.mp3"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&lt;/audio&gt;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&lt;script&gt;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context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new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AudioContext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let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source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context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createMediaElementSource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file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let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gainNode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new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GainNode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context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,{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gain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0.5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})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source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connect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gainNode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).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connect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context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destination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Calibri" panose="020F0502020204030204" pitchFamily="34" charset="0"/>
                <a:cs typeface="Monaco"/>
              </a:rPr>
              <a:t>&lt;/script&gt;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FAB470-BCE1-4028-A4A9-7B99EAFDBC33}"/>
              </a:ext>
            </a:extLst>
          </p:cNvPr>
          <p:cNvSpPr txBox="1"/>
          <p:nvPr/>
        </p:nvSpPr>
        <p:spPr>
          <a:xfrm>
            <a:off x="0" y="5830282"/>
            <a:ext cx="11898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a scheduled source node, so don’t need start() to begin playing</a:t>
            </a:r>
          </a:p>
        </p:txBody>
      </p:sp>
    </p:spTree>
    <p:extLst>
      <p:ext uri="{BB962C8B-B14F-4D97-AF65-F5344CB8AC3E}">
        <p14:creationId xmlns:p14="http://schemas.microsoft.com/office/powerpoint/2010/main" val="393894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092E-7040-4C52-90CD-6F321E78E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"/>
          </a:xfrm>
        </p:spPr>
        <p:txBody>
          <a:bodyPr>
            <a:normAutofit fontScale="90000"/>
          </a:bodyPr>
          <a:lstStyle/>
          <a:p>
            <a:r>
              <a:rPr lang="en-GB" dirty="0"/>
              <a:t>Audio buffers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8911-94C0-40C6-9509-C499A7F9A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12192000" cy="5486406"/>
          </a:xfrm>
        </p:spPr>
        <p:txBody>
          <a:bodyPr>
            <a:normAutofit/>
          </a:bodyPr>
          <a:lstStyle/>
          <a:p>
            <a:r>
              <a:rPr lang="en-US" sz="2700" dirty="0" err="1">
                <a:solidFill>
                  <a:srgbClr val="0000CC"/>
                </a:solidFill>
                <a:effectLst/>
                <a:ea typeface="Courier New" panose="02070309020205020404" pitchFamily="49" charset="0"/>
              </a:rPr>
              <a:t>AudioBuffer</a:t>
            </a:r>
            <a:r>
              <a:rPr lang="en-US" sz="2700" dirty="0">
                <a:effectLst/>
                <a:ea typeface="Times New Roman" panose="02020603050405020304" pitchFamily="18" charset="0"/>
              </a:rPr>
              <a:t> stores multiple audio channels</a:t>
            </a:r>
          </a:p>
          <a:p>
            <a:pPr lvl="1"/>
            <a:r>
              <a:rPr lang="en-US" sz="2400" dirty="0">
                <a:ea typeface="Times New Roman" panose="02020603050405020304" pitchFamily="18" charset="0"/>
              </a:rPr>
              <a:t>R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epresented as arrays of floating-point numbers normalized between −1 and 1</a:t>
            </a:r>
          </a:p>
          <a:p>
            <a:pPr lvl="1"/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AudioBuffer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(options)</a:t>
            </a:r>
            <a:r>
              <a:rPr lang="en-US" sz="2000" dirty="0"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or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context.createBuffer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nChannels,length,sampleRate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700" dirty="0" err="1">
                <a:solidFill>
                  <a:srgbClr val="0000CC"/>
                </a:solidFill>
                <a:ea typeface="Times New Roman" panose="02020603050405020304" pitchFamily="18" charset="0"/>
              </a:rPr>
              <a:t>AudioBufferSourceNode</a:t>
            </a:r>
            <a:r>
              <a:rPr lang="en-US" sz="2700" dirty="0">
                <a:ea typeface="Times New Roman" panose="02020603050405020304" pitchFamily="18" charset="0"/>
              </a:rPr>
              <a:t> is a source node holding the in-memory audio buffer</a:t>
            </a:r>
          </a:p>
          <a:p>
            <a:pPr lvl="1"/>
            <a:r>
              <a:rPr lang="en-US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context.createBufferSource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 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or 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AudioBufferSourceNode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context,options</a:t>
            </a:r>
            <a:r>
              <a:rPr lang="en-US" sz="2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36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D436FA2-F0DE-43C0-BC7F-911C26558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5" name="Text Box 1">
            <a:extLst>
              <a:ext uri="{FF2B5EF4-FFF2-40B4-BE49-F238E27FC236}">
                <a16:creationId xmlns:a16="http://schemas.microsoft.com/office/drawing/2014/main" id="{53777243-FBFA-4A4D-A72A-BBB864801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406141"/>
            <a:ext cx="9906000" cy="3451859"/>
          </a:xfrm>
          <a:prstGeom prst="rect">
            <a:avLst/>
          </a:prstGeom>
          <a:solidFill>
            <a:srgbClr val="1C1A1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&lt;button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id=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'start'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onclick=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'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context.resume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()'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&gt;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Make noise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&lt;/button&gt;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&lt;script&gt;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let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i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,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context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=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new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AudioContext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();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let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source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=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context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.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createBufferSource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();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source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.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buffer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=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context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.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createBuffer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(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1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,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1024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,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context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.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sampleRate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);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 for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(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i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=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0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;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i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&lt;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1024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;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i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++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)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source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.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buffer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.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getChannelData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(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0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)[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i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]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=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2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*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Math.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random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()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-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1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;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source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.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start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();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  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source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.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connect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(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context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.</a:t>
            </a:r>
            <a:r>
              <a:rPr kumimoji="0" lang="en-GB" altLang="en-US" sz="2400" b="0" i="0" u="none" strike="noStrike" cap="none" normalizeH="0" baseline="0" dirty="0" err="1">
                <a:ln>
                  <a:noFill/>
                </a:ln>
                <a:solidFill>
                  <a:srgbClr val="A6E22E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destination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);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F92672"/>
                </a:solidFill>
                <a:effectLst/>
                <a:latin typeface="Monaco"/>
                <a:ea typeface="Times New Roman" panose="02020603050405020304" pitchFamily="18" charset="0"/>
                <a:cs typeface="Monaco"/>
              </a:rPr>
              <a:t>&lt;/script&gt;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aco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7D3283-2D07-4DEC-85E3-D25B498996C8}"/>
              </a:ext>
            </a:extLst>
          </p:cNvPr>
          <p:cNvGrpSpPr/>
          <p:nvPr/>
        </p:nvGrpSpPr>
        <p:grpSpPr>
          <a:xfrm>
            <a:off x="5846826" y="3625325"/>
            <a:ext cx="1430200" cy="1221527"/>
            <a:chOff x="6418333" y="4145471"/>
            <a:chExt cx="1430200" cy="122152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B0DC91-3574-4C6F-9373-38DABCA70B34}"/>
                </a:ext>
              </a:extLst>
            </p:cNvPr>
            <p:cNvSpPr txBox="1"/>
            <p:nvPr/>
          </p:nvSpPr>
          <p:spPr>
            <a:xfrm>
              <a:off x="6418333" y="4145471"/>
              <a:ext cx="14302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800" dirty="0">
                  <a:latin typeface="Monaco"/>
                </a:rPr>
                <a:t># of channels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BE911EC-DBBC-43B4-B81C-9C91A878B908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flipH="1">
              <a:off x="6620608" y="4514803"/>
              <a:ext cx="512825" cy="852195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90405F8-6D8A-4B5E-9F0B-6FCC8167E9A0}"/>
              </a:ext>
            </a:extLst>
          </p:cNvPr>
          <p:cNvGrpSpPr/>
          <p:nvPr/>
        </p:nvGrpSpPr>
        <p:grpSpPr>
          <a:xfrm>
            <a:off x="6561926" y="4006328"/>
            <a:ext cx="1362874" cy="957624"/>
            <a:chOff x="6524386" y="4550051"/>
            <a:chExt cx="1362874" cy="95762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C737FCC-7D7A-459A-AA84-BAC800FEFE3F}"/>
                </a:ext>
              </a:extLst>
            </p:cNvPr>
            <p:cNvSpPr txBox="1"/>
            <p:nvPr/>
          </p:nvSpPr>
          <p:spPr>
            <a:xfrm>
              <a:off x="6524386" y="4550051"/>
              <a:ext cx="136287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800" dirty="0">
                  <a:latin typeface="Monaco"/>
                </a:rPr>
                <a:t># of samples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BC65099-0B69-4A97-8529-8B8223B1B0F1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 flipH="1">
              <a:off x="6637717" y="4919383"/>
              <a:ext cx="568106" cy="588292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250C003-BDBB-490A-8B15-ECD658523DFF}"/>
              </a:ext>
            </a:extLst>
          </p:cNvPr>
          <p:cNvGrpSpPr/>
          <p:nvPr/>
        </p:nvGrpSpPr>
        <p:grpSpPr>
          <a:xfrm>
            <a:off x="7869519" y="4284388"/>
            <a:ext cx="2055050" cy="679564"/>
            <a:chOff x="6524386" y="4550051"/>
            <a:chExt cx="2055050" cy="67956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33B0BAD-2875-4D21-ADBE-D46F0C930077}"/>
                </a:ext>
              </a:extLst>
            </p:cNvPr>
            <p:cNvSpPr txBox="1"/>
            <p:nvPr/>
          </p:nvSpPr>
          <p:spPr>
            <a:xfrm>
              <a:off x="6524386" y="4550051"/>
              <a:ext cx="205505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Monaco"/>
                </a:rPr>
                <a:t>Samples per second</a:t>
              </a:r>
              <a:endParaRPr lang="en-GB" sz="1800" dirty="0">
                <a:latin typeface="Monaco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289F61B-FFED-4FC1-A3A2-2BE5A117B857}"/>
                </a:ext>
              </a:extLst>
            </p:cNvPr>
            <p:cNvCxnSpPr>
              <a:cxnSpLocks/>
              <a:stCxn id="35" idx="2"/>
            </p:cNvCxnSpPr>
            <p:nvPr/>
          </p:nvCxnSpPr>
          <p:spPr>
            <a:xfrm flipH="1">
              <a:off x="6676249" y="4919383"/>
              <a:ext cx="875662" cy="310232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61DB62-1988-43A0-888C-227424D562E4}"/>
              </a:ext>
            </a:extLst>
          </p:cNvPr>
          <p:cNvGrpSpPr/>
          <p:nvPr/>
        </p:nvGrpSpPr>
        <p:grpSpPr>
          <a:xfrm>
            <a:off x="6310956" y="5530328"/>
            <a:ext cx="1378775" cy="718072"/>
            <a:chOff x="6328697" y="4213985"/>
            <a:chExt cx="1378775" cy="71807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06C886A-373A-4B2E-AF7A-30C04264D585}"/>
                </a:ext>
              </a:extLst>
            </p:cNvPr>
            <p:cNvSpPr txBox="1"/>
            <p:nvPr/>
          </p:nvSpPr>
          <p:spPr>
            <a:xfrm>
              <a:off x="6328697" y="4562725"/>
              <a:ext cx="137877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800" dirty="0">
                  <a:latin typeface="Monaco"/>
                </a:rPr>
                <a:t>First channel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72C1EA5-89D3-43AF-8B3A-1F1DAE934F2F}"/>
                </a:ext>
              </a:extLst>
            </p:cNvPr>
            <p:cNvCxnSpPr>
              <a:cxnSpLocks/>
              <a:stCxn id="40" idx="0"/>
            </p:cNvCxnSpPr>
            <p:nvPr/>
          </p:nvCxnSpPr>
          <p:spPr>
            <a:xfrm flipV="1">
              <a:off x="7018085" y="4213985"/>
              <a:ext cx="619656" cy="34874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981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092E-7040-4C52-90CD-6F321E78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Loading an audio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8911-94C0-40C6-9509-C499A7F9A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6200" y="2209800"/>
            <a:ext cx="3886200" cy="40386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en-GB" sz="2800" dirty="0" err="1">
                <a:solidFill>
                  <a:srgbClr val="0000CC"/>
                </a:solidFill>
                <a:effectLst/>
                <a:ea typeface="Times New Roman" panose="02020603050405020304" pitchFamily="18" charset="0"/>
              </a:rPr>
              <a:t>XMLHttpRequest</a:t>
            </a:r>
            <a:r>
              <a:rPr lang="en-GB" sz="2800" dirty="0">
                <a:effectLst/>
                <a:ea typeface="Times New Roman" panose="02020603050405020304" pitchFamily="18" charset="0"/>
              </a:rPr>
              <a:t> to load audio sample</a:t>
            </a:r>
          </a:p>
          <a:p>
            <a:pPr lvl="1">
              <a:spcBef>
                <a:spcPts val="400"/>
              </a:spcBef>
            </a:pPr>
            <a:r>
              <a:rPr lang="en-GB" sz="2400" dirty="0">
                <a:effectLst/>
                <a:ea typeface="Times New Roman" panose="02020603050405020304" pitchFamily="18" charset="0"/>
              </a:rPr>
              <a:t>Audio can be any format supported by audio element</a:t>
            </a:r>
          </a:p>
          <a:p>
            <a:pPr>
              <a:spcBef>
                <a:spcPts val="400"/>
              </a:spcBef>
            </a:pPr>
            <a:r>
              <a:rPr lang="en-GB" sz="2800" dirty="0">
                <a:effectLst/>
                <a:ea typeface="Times New Roman" panose="02020603050405020304" pitchFamily="18" charset="0"/>
              </a:rPr>
              <a:t>Process results with </a:t>
            </a:r>
            <a:r>
              <a:rPr lang="en-GB" sz="2800" dirty="0" err="1">
                <a:effectLst/>
                <a:ea typeface="Times New Roman" panose="02020603050405020304" pitchFamily="18" charset="0"/>
              </a:rPr>
              <a:t>decodeAudioData</a:t>
            </a:r>
            <a:endParaRPr lang="en-GB" sz="28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D436FA2-F0DE-43C0-BC7F-911C26558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9B75A283-E836-444A-AD05-A4A1EC7F8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371599"/>
            <a:ext cx="8534400" cy="5181601"/>
          </a:xfrm>
          <a:prstGeom prst="rect">
            <a:avLst/>
          </a:prstGeom>
          <a:solidFill>
            <a:srgbClr val="1C1A1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92672"/>
                </a:solidFill>
                <a:latin typeface="Monaco"/>
              </a:rPr>
              <a:t>&lt;button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"play"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onclick=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GB" sz="1900" dirty="0" err="1">
                <a:solidFill>
                  <a:srgbClr val="E6DB74"/>
                </a:solidFill>
                <a:latin typeface="Monaco"/>
              </a:rPr>
              <a:t>context.resume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()'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&gt;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Play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&lt;/button&gt;&lt;</a:t>
            </a:r>
            <a:r>
              <a:rPr lang="en-GB" sz="1900" dirty="0" err="1">
                <a:solidFill>
                  <a:srgbClr val="F92672"/>
                </a:solidFill>
                <a:latin typeface="Monaco"/>
              </a:rPr>
              <a:t>br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&gt;</a:t>
            </a:r>
            <a:endParaRPr lang="en-GB" sz="1900" dirty="0">
              <a:solidFill>
                <a:srgbClr val="F8F8F2"/>
              </a:solidFill>
              <a:latin typeface="Monaco"/>
            </a:endParaRP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Playback rate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&lt;input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"</a:t>
            </a:r>
            <a:r>
              <a:rPr lang="en-GB" sz="1900" dirty="0" err="1">
                <a:solidFill>
                  <a:srgbClr val="E6DB74"/>
                </a:solidFill>
                <a:latin typeface="Monaco"/>
              </a:rPr>
              <a:t>playRate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"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type=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"range"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min=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0.3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max=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3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step=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0.05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value=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1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&gt;</a:t>
            </a:r>
            <a:endParaRPr lang="en-GB" sz="1900" dirty="0">
              <a:solidFill>
                <a:srgbClr val="F8F8F2"/>
              </a:solidFill>
              <a:latin typeface="Monaco"/>
            </a:endParaRP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92672"/>
                </a:solidFill>
                <a:latin typeface="Monaco"/>
              </a:rPr>
              <a:t>&lt;script&gt;</a:t>
            </a:r>
            <a:endParaRPr lang="en-GB" sz="1900" dirty="0">
              <a:solidFill>
                <a:srgbClr val="F8F8F2"/>
              </a:solidFill>
              <a:latin typeface="Monaco"/>
            </a:endParaRP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900" dirty="0">
                <a:solidFill>
                  <a:srgbClr val="66D9EF"/>
                </a:solidFill>
                <a:latin typeface="Monaco"/>
              </a:rPr>
              <a:t>let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AudioContext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900" dirty="0">
                <a:solidFill>
                  <a:srgbClr val="66D9EF"/>
                </a:solidFill>
                <a:latin typeface="Monaco"/>
              </a:rPr>
              <a:t>let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createBufferSource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connect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destination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)</a:t>
            </a: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start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request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XMLHttpRequest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request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open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'GET'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,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'viper.mp3'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, </a:t>
            </a:r>
            <a:r>
              <a:rPr lang="en-GB" sz="1900" dirty="0">
                <a:solidFill>
                  <a:srgbClr val="66D9EF"/>
                </a:solidFill>
                <a:latin typeface="Monaco"/>
              </a:rPr>
              <a:t>true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)</a:t>
            </a: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request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responseType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GB" sz="1900" dirty="0" err="1">
                <a:solidFill>
                  <a:srgbClr val="E6DB74"/>
                </a:solidFill>
                <a:latin typeface="Monaco"/>
              </a:rPr>
              <a:t>arraybuffer</a:t>
            </a:r>
            <a:r>
              <a:rPr lang="en-GB" sz="1900" dirty="0">
                <a:solidFill>
                  <a:srgbClr val="E6DB74"/>
                </a:solidFill>
                <a:latin typeface="Monaco"/>
              </a:rPr>
              <a:t>'</a:t>
            </a:r>
            <a:endParaRPr lang="en-GB" sz="1900" dirty="0">
              <a:solidFill>
                <a:srgbClr val="F8F8F2"/>
              </a:solidFill>
              <a:latin typeface="Monaco"/>
            </a:endParaRP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request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onload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() 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=&gt;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{</a:t>
            </a: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   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decodeAudioData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request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response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, (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buffer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) 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=&gt;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{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buffer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A6E22E"/>
                </a:solidFill>
                <a:latin typeface="Monaco"/>
              </a:rPr>
              <a:t>buffer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})</a:t>
            </a: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  }</a:t>
            </a: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request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send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playRate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oninput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() 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=&gt;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{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source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playbackRate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playRate</a:t>
            </a:r>
            <a:r>
              <a:rPr lang="en-GB" sz="19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9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900" dirty="0">
                <a:solidFill>
                  <a:srgbClr val="F8F8F2"/>
                </a:solidFill>
                <a:latin typeface="Monaco"/>
              </a:rPr>
              <a:t>}</a:t>
            </a:r>
          </a:p>
          <a:p>
            <a:pPr>
              <a:spcAft>
                <a:spcPts val="200"/>
              </a:spcAft>
            </a:pPr>
            <a:r>
              <a:rPr lang="en-GB" sz="1900" dirty="0">
                <a:solidFill>
                  <a:srgbClr val="F92672"/>
                </a:solidFill>
                <a:latin typeface="Monaco"/>
              </a:rPr>
              <a:t>&lt;/script&gt;</a:t>
            </a:r>
            <a:endParaRPr lang="en-GB" sz="1900" dirty="0">
              <a:solidFill>
                <a:srgbClr val="F8F8F2"/>
              </a:solidFill>
              <a:latin typeface="Monac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B14ECA-0376-4549-8F03-FE3501D6F44A}"/>
              </a:ext>
            </a:extLst>
          </p:cNvPr>
          <p:cNvGrpSpPr/>
          <p:nvPr/>
        </p:nvGrpSpPr>
        <p:grpSpPr>
          <a:xfrm>
            <a:off x="1638300" y="3657600"/>
            <a:ext cx="2171700" cy="2133600"/>
            <a:chOff x="1638300" y="3657600"/>
            <a:chExt cx="2171700" cy="2133600"/>
          </a:xfrm>
        </p:grpSpPr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FFF5EAA8-AD23-45C9-80B6-B9C6FC2C00DA}"/>
                </a:ext>
              </a:extLst>
            </p:cNvPr>
            <p:cNvSpPr/>
            <p:nvPr/>
          </p:nvSpPr>
          <p:spPr>
            <a:xfrm>
              <a:off x="2933700" y="3657600"/>
              <a:ext cx="876300" cy="2133600"/>
            </a:xfrm>
            <a:prstGeom prst="leftBrace">
              <a:avLst>
                <a:gd name="adj1" fmla="val 8333"/>
                <a:gd name="adj2" fmla="val 51243"/>
              </a:avLst>
            </a:prstGeom>
            <a:ln w="349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CFA366-FE68-4CA0-963B-7A86B294DEC5}"/>
                </a:ext>
              </a:extLst>
            </p:cNvPr>
            <p:cNvSpPr txBox="1"/>
            <p:nvPr/>
          </p:nvSpPr>
          <p:spPr>
            <a:xfrm>
              <a:off x="1638300" y="4343400"/>
              <a:ext cx="1295400" cy="92333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Monaco"/>
                </a:rPr>
                <a:t>Load a requested file</a:t>
              </a:r>
              <a:endParaRPr lang="en-GB" sz="1800" dirty="0">
                <a:latin typeface="Monaco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05D0BB-0B6C-483D-BC32-9134FB81AD64}"/>
              </a:ext>
            </a:extLst>
          </p:cNvPr>
          <p:cNvGrpSpPr/>
          <p:nvPr/>
        </p:nvGrpSpPr>
        <p:grpSpPr>
          <a:xfrm>
            <a:off x="4819263" y="3974068"/>
            <a:ext cx="2901820" cy="880949"/>
            <a:chOff x="2703196" y="4137165"/>
            <a:chExt cx="2901820" cy="88094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D13796-B944-467B-BBB8-1C20E5ADB6C3}"/>
                </a:ext>
              </a:extLst>
            </p:cNvPr>
            <p:cNvSpPr txBox="1"/>
            <p:nvPr/>
          </p:nvSpPr>
          <p:spPr>
            <a:xfrm>
              <a:off x="2703196" y="4137165"/>
              <a:ext cx="290182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800" dirty="0">
                  <a:latin typeface="Monaco"/>
                </a:rPr>
                <a:t>Decode the file into raw data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69F55BD-80DC-4E66-9419-93AC5D089511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flipH="1">
              <a:off x="3241386" y="4506497"/>
              <a:ext cx="912720" cy="511617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2D25DBE-84EE-4BCC-B728-A96C08F45DEF}"/>
              </a:ext>
            </a:extLst>
          </p:cNvPr>
          <p:cNvGrpSpPr/>
          <p:nvPr/>
        </p:nvGrpSpPr>
        <p:grpSpPr>
          <a:xfrm>
            <a:off x="9753600" y="3962399"/>
            <a:ext cx="2448756" cy="892618"/>
            <a:chOff x="2962649" y="4137164"/>
            <a:chExt cx="2448756" cy="8926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93930A-FB17-454C-89ED-BA4367ABAE3A}"/>
                </a:ext>
              </a:extLst>
            </p:cNvPr>
            <p:cNvSpPr txBox="1"/>
            <p:nvPr/>
          </p:nvSpPr>
          <p:spPr>
            <a:xfrm>
              <a:off x="3038848" y="4137164"/>
              <a:ext cx="2372557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sz="1800" dirty="0">
                  <a:latin typeface="Monaco"/>
                </a:rPr>
                <a:t>Make this the source node’s buffer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8BA3F2F-1A49-495C-A2AB-4061CDDD025D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>
              <a:off x="2962649" y="4783495"/>
              <a:ext cx="1262478" cy="246287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962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EDB76-9DFC-4694-B836-3BB80130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81600" cy="1371600"/>
          </a:xfrm>
        </p:spPr>
        <p:txBody>
          <a:bodyPr>
            <a:normAutofit/>
          </a:bodyPr>
          <a:lstStyle/>
          <a:p>
            <a:r>
              <a:rPr lang="en-GB" sz="3600" dirty="0"/>
              <a:t>Audio buffer attributes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6B975-D546-4E0D-B678-B830D8456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39" y="1438835"/>
            <a:ext cx="5867400" cy="53340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Attributes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solidFill>
                  <a:srgbClr val="0000CC"/>
                </a:solidFill>
              </a:rPr>
              <a:t>loop</a:t>
            </a:r>
            <a:r>
              <a:rPr lang="en-GB" dirty="0"/>
              <a:t>: if region of audio data between </a:t>
            </a:r>
            <a:r>
              <a:rPr lang="en-GB" dirty="0" err="1"/>
              <a:t>loopStart</a:t>
            </a:r>
            <a:r>
              <a:rPr lang="en-GB" dirty="0"/>
              <a:t> and </a:t>
            </a:r>
            <a:r>
              <a:rPr lang="en-GB" dirty="0" err="1"/>
              <a:t>loopEnd</a:t>
            </a:r>
            <a:r>
              <a:rPr lang="en-GB" dirty="0"/>
              <a:t> should keep repeating</a:t>
            </a:r>
          </a:p>
          <a:p>
            <a:pPr lvl="1">
              <a:lnSpc>
                <a:spcPct val="120000"/>
              </a:lnSpc>
            </a:pPr>
            <a:r>
              <a:rPr lang="en-GB" dirty="0" err="1">
                <a:solidFill>
                  <a:srgbClr val="0000CC"/>
                </a:solidFill>
              </a:rPr>
              <a:t>loopEnd</a:t>
            </a:r>
            <a:r>
              <a:rPr lang="en-GB" dirty="0"/>
              <a:t>: position where looping ends</a:t>
            </a:r>
          </a:p>
          <a:p>
            <a:pPr lvl="1">
              <a:lnSpc>
                <a:spcPct val="120000"/>
              </a:lnSpc>
            </a:pPr>
            <a:r>
              <a:rPr lang="en-GB" dirty="0" err="1">
                <a:solidFill>
                  <a:srgbClr val="0000CC"/>
                </a:solidFill>
              </a:rPr>
              <a:t>loopStart</a:t>
            </a:r>
            <a:r>
              <a:rPr lang="en-GB" dirty="0"/>
              <a:t>: position where looping begins</a:t>
            </a:r>
          </a:p>
          <a:p>
            <a:pPr lvl="1">
              <a:lnSpc>
                <a:spcPct val="120000"/>
              </a:lnSpc>
            </a:pPr>
            <a:r>
              <a:rPr lang="en-GB" dirty="0" err="1">
                <a:solidFill>
                  <a:srgbClr val="0000CC"/>
                </a:solidFill>
              </a:rPr>
              <a:t>playbackRate</a:t>
            </a:r>
            <a:r>
              <a:rPr lang="en-GB" dirty="0"/>
              <a:t>: speed at which audio rendered</a:t>
            </a:r>
          </a:p>
          <a:p>
            <a:pPr>
              <a:lnSpc>
                <a:spcPct val="120000"/>
              </a:lnSpc>
            </a:pPr>
            <a:r>
              <a:rPr lang="en-GB" dirty="0"/>
              <a:t>Methods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solidFill>
                  <a:srgbClr val="0000CC"/>
                </a:solidFill>
              </a:rPr>
              <a:t>start</a:t>
            </a:r>
            <a:r>
              <a:rPr lang="en-GB" dirty="0"/>
              <a:t>(when, offset, duration): </a:t>
            </a:r>
          </a:p>
          <a:p>
            <a:pPr lvl="2">
              <a:lnSpc>
                <a:spcPct val="120000"/>
              </a:lnSpc>
            </a:pPr>
            <a:r>
              <a:rPr lang="en-GB" dirty="0"/>
              <a:t>when: time sound should start playing.</a:t>
            </a:r>
          </a:p>
          <a:p>
            <a:pPr lvl="2">
              <a:lnSpc>
                <a:spcPct val="120000"/>
              </a:lnSpc>
            </a:pPr>
            <a:r>
              <a:rPr lang="en-GB" dirty="0"/>
              <a:t>offset: position where playback will begin</a:t>
            </a:r>
          </a:p>
          <a:p>
            <a:pPr lvl="2">
              <a:lnSpc>
                <a:spcPct val="120000"/>
              </a:lnSpc>
            </a:pPr>
            <a:r>
              <a:rPr lang="en-GB" dirty="0"/>
              <a:t>duration: duration of sound to be played</a:t>
            </a:r>
          </a:p>
          <a:p>
            <a:pPr>
              <a:lnSpc>
                <a:spcPct val="120000"/>
              </a:lnSpc>
            </a:pPr>
            <a:endParaRPr lang="en-GB" dirty="0"/>
          </a:p>
        </p:txBody>
      </p:sp>
      <p:pic>
        <p:nvPicPr>
          <p:cNvPr id="4" name="Picture 3" descr="AudioBufferSourceNode subsample loop playback">
            <a:extLst>
              <a:ext uri="{FF2B5EF4-FFF2-40B4-BE49-F238E27FC236}">
                <a16:creationId xmlns:a16="http://schemas.microsoft.com/office/drawing/2014/main" id="{865C0FC9-F80D-4B46-B31B-CB1F5026A67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79819"/>
            <a:ext cx="7584762" cy="659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898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6C3C05-2145-4DF3-B6A4-9EBECC111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526" y="37431"/>
            <a:ext cx="3744793" cy="12299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73D2AB-CE99-45A5-B945-5D86D2372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525" y="1362716"/>
            <a:ext cx="3740220" cy="12299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EFE42E-8A4D-45C8-B4A0-7F884F41E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526" y="2688001"/>
            <a:ext cx="3744793" cy="12299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2F1C8F-7306-45D6-ADA4-42E125485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526" y="4013286"/>
            <a:ext cx="3744793" cy="12254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018494-AF5A-445F-B4F7-684A384428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2526" y="5334000"/>
            <a:ext cx="3744793" cy="12254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5F8ED51-41BB-4CA4-BB2D-F2BD4FB5F074}"/>
              </a:ext>
            </a:extLst>
          </p:cNvPr>
          <p:cNvSpPr txBox="1"/>
          <p:nvPr/>
        </p:nvSpPr>
        <p:spPr>
          <a:xfrm>
            <a:off x="3812404" y="76200"/>
            <a:ext cx="380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(a)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2DFB5E-DE3D-4266-A5AA-81CE7F7DE0EE}"/>
              </a:ext>
            </a:extLst>
          </p:cNvPr>
          <p:cNvSpPr txBox="1"/>
          <p:nvPr/>
        </p:nvSpPr>
        <p:spPr>
          <a:xfrm>
            <a:off x="3806794" y="1409700"/>
            <a:ext cx="3882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(b)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1073F6-FB05-4A48-AC9B-F547EC249D0C}"/>
              </a:ext>
            </a:extLst>
          </p:cNvPr>
          <p:cNvSpPr txBox="1"/>
          <p:nvPr/>
        </p:nvSpPr>
        <p:spPr>
          <a:xfrm>
            <a:off x="3812404" y="2743200"/>
            <a:ext cx="369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(c)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B67F29-EE98-4AA2-BDCA-10A1D4D67097}"/>
              </a:ext>
            </a:extLst>
          </p:cNvPr>
          <p:cNvSpPr txBox="1"/>
          <p:nvPr/>
        </p:nvSpPr>
        <p:spPr>
          <a:xfrm>
            <a:off x="3806794" y="4076700"/>
            <a:ext cx="3882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(d)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04DD1C-B337-4AFC-8436-AE72259413A9}"/>
              </a:ext>
            </a:extLst>
          </p:cNvPr>
          <p:cNvSpPr txBox="1"/>
          <p:nvPr/>
        </p:nvSpPr>
        <p:spPr>
          <a:xfrm>
            <a:off x="3810000" y="541020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(e)</a:t>
            </a:r>
          </a:p>
        </p:txBody>
      </p:sp>
    </p:spTree>
    <p:extLst>
      <p:ext uri="{BB962C8B-B14F-4D97-AF65-F5344CB8AC3E}">
        <p14:creationId xmlns:p14="http://schemas.microsoft.com/office/powerpoint/2010/main" val="2261561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092E-7040-4C52-90CD-6F321E78E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419600" cy="1447800"/>
          </a:xfrm>
        </p:spPr>
        <p:txBody>
          <a:bodyPr/>
          <a:lstStyle/>
          <a:p>
            <a:r>
              <a:rPr lang="en-GB" dirty="0"/>
              <a:t>Recording an audio node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8911-94C0-40C6-9509-C499A7F9A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82" y="1752599"/>
            <a:ext cx="4881282" cy="4952999"/>
          </a:xfrm>
        </p:spPr>
        <p:txBody>
          <a:bodyPr>
            <a:normAutofit/>
          </a:bodyPr>
          <a:lstStyle/>
          <a:p>
            <a:r>
              <a:rPr lang="en-GB" sz="2400" dirty="0" err="1">
                <a:solidFill>
                  <a:srgbClr val="0000CC"/>
                </a:solidFill>
              </a:rPr>
              <a:t>MediaStreamAudioDestination</a:t>
            </a:r>
            <a:r>
              <a:rPr lang="en-GB" sz="2400" dirty="0"/>
              <a:t> routes audio to a MediaStream</a:t>
            </a:r>
          </a:p>
          <a:p>
            <a:r>
              <a:rPr lang="en-GB" sz="2400" dirty="0"/>
              <a:t>Use with </a:t>
            </a:r>
            <a:r>
              <a:rPr lang="en-GB" sz="2400" dirty="0" err="1">
                <a:solidFill>
                  <a:srgbClr val="0000CC"/>
                </a:solidFill>
              </a:rPr>
              <a:t>MediaRecorder</a:t>
            </a:r>
            <a:r>
              <a:rPr lang="en-GB" sz="2400" dirty="0"/>
              <a:t> in the MediaStream Recording API to record audio from any node </a:t>
            </a:r>
          </a:p>
          <a:p>
            <a:r>
              <a:rPr lang="en-GB" sz="2400" dirty="0" err="1"/>
              <a:t>MediaRecorder</a:t>
            </a:r>
            <a:r>
              <a:rPr lang="en-GB" sz="2400" dirty="0"/>
              <a:t> does not support wav filetype, the most popular format for uncompressed audio files</a:t>
            </a:r>
          </a:p>
          <a:p>
            <a:pPr lvl="1"/>
            <a:r>
              <a:rPr lang="en-GB" sz="2000" dirty="0"/>
              <a:t>Can use third party recorder.js instead</a:t>
            </a:r>
          </a:p>
          <a:p>
            <a:endParaRPr lang="en-GB" sz="3600" dirty="0"/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98DEBB87-44C5-4830-83F7-56FC4AAB3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28600"/>
            <a:ext cx="7086600" cy="6476999"/>
          </a:xfrm>
          <a:prstGeom prst="rect">
            <a:avLst/>
          </a:prstGeom>
          <a:solidFill>
            <a:srgbClr val="1C1A1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&lt;button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onclick=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"Start()"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Start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&lt;/button&gt;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&lt;button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onclick=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"Stop()"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Stop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&lt;/button&gt;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&lt;audio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controls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'audio'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&gt;&lt;/audio&gt;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&lt;script&gt;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chunks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[]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AudioContext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createOscillator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Destination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createMediaStreamDestination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Recorder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MediaRecorder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Destination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stream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connect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Destination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Start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 {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Recorder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start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start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}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Stop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 {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Recorder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stop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stop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}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Recorder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ondataavailable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evt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{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chunks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push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evt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data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 } </a:t>
            </a:r>
            <a:endParaRPr lang="en-GB" sz="1800" dirty="0">
              <a:solidFill>
                <a:srgbClr val="75715E"/>
              </a:solidFill>
              <a:latin typeface="Monaco"/>
            </a:endParaRP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Recorder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onstop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()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{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audio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src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URL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createObjectURL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Blob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chunks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,{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GB" sz="1800" dirty="0" err="1">
                <a:solidFill>
                  <a:srgbClr val="E6DB74"/>
                </a:solidFill>
                <a:latin typeface="Monaco"/>
              </a:rPr>
              <a:t>type'</a:t>
            </a:r>
            <a:r>
              <a:rPr lang="en-GB" sz="1800" dirty="0" err="1">
                <a:solidFill>
                  <a:srgbClr val="F92672"/>
                </a:solidFill>
                <a:latin typeface="Monaco"/>
              </a:rPr>
              <a:t>:</a:t>
            </a:r>
            <a:r>
              <a:rPr lang="en-GB" sz="1800" dirty="0" err="1">
                <a:solidFill>
                  <a:srgbClr val="E6DB74"/>
                </a:solidFill>
                <a:latin typeface="Monaco"/>
              </a:rPr>
              <a:t>'audio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/</a:t>
            </a:r>
            <a:r>
              <a:rPr lang="en-GB" sz="1800" dirty="0" err="1">
                <a:solidFill>
                  <a:srgbClr val="E6DB74"/>
                </a:solidFill>
                <a:latin typeface="Monaco"/>
              </a:rPr>
              <a:t>ogg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}))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}</a:t>
            </a: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&lt;/script&gt;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81F2CE-FA8C-413A-99A3-D242DA540DA5}"/>
              </a:ext>
            </a:extLst>
          </p:cNvPr>
          <p:cNvGrpSpPr/>
          <p:nvPr/>
        </p:nvGrpSpPr>
        <p:grpSpPr>
          <a:xfrm>
            <a:off x="8534400" y="4376851"/>
            <a:ext cx="3533147" cy="880949"/>
            <a:chOff x="6418333" y="4145471"/>
            <a:chExt cx="3533147" cy="88094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205560D-9E85-4699-9737-C39E9616A099}"/>
                </a:ext>
              </a:extLst>
            </p:cNvPr>
            <p:cNvSpPr txBox="1"/>
            <p:nvPr/>
          </p:nvSpPr>
          <p:spPr>
            <a:xfrm>
              <a:off x="6418333" y="4145471"/>
              <a:ext cx="353314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800" dirty="0">
                  <a:latin typeface="Monaco"/>
                </a:rPr>
                <a:t>Push each chunk of data to an array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093247F-AEEA-4646-A01D-F1313C6B8BB4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6956512" y="4514803"/>
              <a:ext cx="1228395" cy="511617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6CB8C59-D267-4970-8F7A-55031D0065B0}"/>
              </a:ext>
            </a:extLst>
          </p:cNvPr>
          <p:cNvGrpSpPr/>
          <p:nvPr/>
        </p:nvGrpSpPr>
        <p:grpSpPr>
          <a:xfrm>
            <a:off x="5443057" y="6019801"/>
            <a:ext cx="3389518" cy="747178"/>
            <a:chOff x="6161057" y="4302436"/>
            <a:chExt cx="3389518" cy="74717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BF54AA-59EE-4F9A-A789-90340D4D91BA}"/>
                </a:ext>
              </a:extLst>
            </p:cNvPr>
            <p:cNvSpPr txBox="1"/>
            <p:nvPr/>
          </p:nvSpPr>
          <p:spPr>
            <a:xfrm>
              <a:off x="6161057" y="4680282"/>
              <a:ext cx="338951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sz="1800" dirty="0">
                  <a:latin typeface="Monaco"/>
                </a:rPr>
                <a:t>Makes URL representing an object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4FE87C9-3850-433A-A95A-13926C1AD093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7855816" y="4302436"/>
              <a:ext cx="482184" cy="37784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48A134-EDAB-467E-A132-EB59EFCB1B7D}"/>
              </a:ext>
            </a:extLst>
          </p:cNvPr>
          <p:cNvGrpSpPr/>
          <p:nvPr/>
        </p:nvGrpSpPr>
        <p:grpSpPr>
          <a:xfrm>
            <a:off x="9372600" y="6019801"/>
            <a:ext cx="2819400" cy="767056"/>
            <a:chOff x="6620947" y="4158953"/>
            <a:chExt cx="2819400" cy="76705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85C8B8-6F80-4E06-99C5-7B9524138608}"/>
                </a:ext>
              </a:extLst>
            </p:cNvPr>
            <p:cNvSpPr txBox="1"/>
            <p:nvPr/>
          </p:nvSpPr>
          <p:spPr>
            <a:xfrm>
              <a:off x="6783338" y="4556677"/>
              <a:ext cx="265700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Monaco"/>
                </a:rPr>
                <a:t>File-like object of raw data</a:t>
              </a:r>
              <a:endParaRPr lang="en-GB" sz="1800" dirty="0">
                <a:latin typeface="Monaco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D846818-A4A6-48B5-976D-98A25751923E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H="1" flipV="1">
              <a:off x="6620947" y="4158953"/>
              <a:ext cx="1490896" cy="397724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279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</Words>
  <Application>Microsoft Office PowerPoint</Application>
  <PresentationFormat>Widescreen</PresentationFormat>
  <Paragraphs>130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Monaco</vt:lpstr>
      <vt:lpstr>Office Theme</vt:lpstr>
      <vt:lpstr>1_Office Theme</vt:lpstr>
      <vt:lpstr>Loading, playing and recording audio</vt:lpstr>
      <vt:lpstr>The &lt;audio&gt; element </vt:lpstr>
      <vt:lpstr>MediaElementAudioSourceNode </vt:lpstr>
      <vt:lpstr>Example</vt:lpstr>
      <vt:lpstr>Audio buffers</vt:lpstr>
      <vt:lpstr>Loading an audio sample</vt:lpstr>
      <vt:lpstr>Audio buffer attributes and methods</vt:lpstr>
      <vt:lpstr>PowerPoint Presentation</vt:lpstr>
      <vt:lpstr>Recording an audio node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 design for game developers</dc:title>
  <dc:creator>Josh Reiss</dc:creator>
  <cp:lastModifiedBy>Joshua Reiss</cp:lastModifiedBy>
  <cp:revision>196</cp:revision>
  <cp:lastPrinted>2019-01-09T08:48:09Z</cp:lastPrinted>
  <dcterms:created xsi:type="dcterms:W3CDTF">2006-08-16T00:00:00Z</dcterms:created>
  <dcterms:modified xsi:type="dcterms:W3CDTF">2022-01-30T22:47:52Z</dcterms:modified>
</cp:coreProperties>
</file>