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756" r:id="rId8"/>
    <p:sldMasterId id="2147483768" r:id="rId9"/>
  </p:sldMasterIdLst>
  <p:notesMasterIdLst>
    <p:notesMasterId r:id="rId19"/>
  </p:notesMasterIdLst>
  <p:handoutMasterIdLst>
    <p:handoutMasterId r:id="rId20"/>
  </p:handoutMasterIdLst>
  <p:sldIdLst>
    <p:sldId id="328" r:id="rId10"/>
    <p:sldId id="297" r:id="rId11"/>
    <p:sldId id="330" r:id="rId12"/>
    <p:sldId id="311" r:id="rId13"/>
    <p:sldId id="312" r:id="rId14"/>
    <p:sldId id="283" r:id="rId15"/>
    <p:sldId id="284" r:id="rId16"/>
    <p:sldId id="331" r:id="rId17"/>
    <p:sldId id="334" r:id="rId18"/>
  </p:sldIdLst>
  <p:sldSz cx="17340263" cy="9753600"/>
  <p:notesSz cx="7099300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176"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354"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530"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706"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5884" algn="l" defTabSz="914354" rtl="0" eaLnBrk="1" latinLnBrk="0" hangingPunct="1"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060" algn="l" defTabSz="914354" rtl="0" eaLnBrk="1" latinLnBrk="0" hangingPunct="1"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236" algn="l" defTabSz="914354" rtl="0" eaLnBrk="1" latinLnBrk="0" hangingPunct="1"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413" algn="l" defTabSz="914354" rtl="0" eaLnBrk="1" latinLnBrk="0" hangingPunct="1"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2437B2-91A2-44F0-99AB-249D38CAD714}" v="4" dt="2021-10-04T08:48:20.1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06" autoAdjust="0"/>
    <p:restoredTop sz="87646" autoAdjust="0"/>
  </p:normalViewPr>
  <p:slideViewPr>
    <p:cSldViewPr>
      <p:cViewPr varScale="1">
        <p:scale>
          <a:sx n="80" d="100"/>
          <a:sy n="80" d="100"/>
        </p:scale>
        <p:origin x="162" y="96"/>
      </p:cViewPr>
      <p:guideLst>
        <p:guide orient="horz" pos="3072"/>
        <p:guide pos="5462"/>
      </p:guideLst>
    </p:cSldViewPr>
  </p:slideViewPr>
  <p:outlineViewPr>
    <p:cViewPr>
      <p:scale>
        <a:sx n="33" d="100"/>
        <a:sy n="33" d="100"/>
      </p:scale>
      <p:origin x="36" y="19494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43484233-2621-45CC-9FA1-7271584A6934}"/>
    <pc:docChg chg="undo redo custSel addSld delSld modSld sldOrd delMainMaster modMainMaster modNotesMaster">
      <pc:chgData name="Josh Reiss" userId="a90d6cd88c30b6c6" providerId="LiveId" clId="{43484233-2621-45CC-9FA1-7271584A6934}" dt="2021-02-17T10:41:44.036" v="2533" actId="729"/>
      <pc:docMkLst>
        <pc:docMk/>
      </pc:docMkLst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0" sldId="258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58"/>
            <ac:spMk id="4096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58"/>
            <ac:spMk id="4096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58"/>
            <ac:spMk id="4096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58"/>
            <ac:spMk id="4096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58"/>
            <ac:spMk id="4096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58"/>
            <ac:spMk id="40969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58"/>
            <ac:picMk id="30724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7:37:49.194" v="459" actId="47"/>
        <pc:sldMkLst>
          <pc:docMk/>
          <pc:sldMk cId="0" sldId="276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6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7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7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8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8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8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8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29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0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1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2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3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3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3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3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3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3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3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6"/>
            <ac:spMk id="11337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71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72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73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74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75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76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79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80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81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82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83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84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6"/>
            <ac:grpSpMk id="11285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76"/>
            <ac:picMk id="11268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76"/>
            <ac:picMk id="11269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76"/>
            <ac:picMk id="11270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7:37:55.937" v="460" actId="47"/>
        <pc:sldMkLst>
          <pc:docMk/>
          <pc:sldMk cId="0" sldId="277"/>
        </pc:sldMkLst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77"/>
            <ac:picMk id="12292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32:11.136" v="1132" actId="47"/>
        <pc:sldMkLst>
          <pc:docMk/>
          <pc:sldMk cId="0" sldId="278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2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3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3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3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3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3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3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3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3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78"/>
            <ac:spMk id="1038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278"/>
            <ac:grpSpMk id="1029" creationId="{00000000-0000-0000-0000-000000000000}"/>
          </ac:grpSpMkLst>
        </pc:grpChg>
        <pc:graphicFrameChg chg="mod">
          <ac:chgData name="Josh Reiss" userId="a90d6cd88c30b6c6" providerId="LiveId" clId="{43484233-2621-45CC-9FA1-7271584A6934}" dt="2021-02-17T07:29:38.960" v="335"/>
          <ac:graphicFrameMkLst>
            <pc:docMk/>
            <pc:sldMk cId="0" sldId="278"/>
            <ac:graphicFrameMk id="1026" creationId="{00000000-0000-0000-0000-000000000000}"/>
          </ac:graphicFrameMkLst>
        </pc:graphicFrameChg>
      </pc:sldChg>
      <pc:sldChg chg="modSp del">
        <pc:chgData name="Josh Reiss" userId="a90d6cd88c30b6c6" providerId="LiveId" clId="{43484233-2621-45CC-9FA1-7271584A6934}" dt="2021-02-17T08:32:11.136" v="1132" actId="47"/>
        <pc:sldMkLst>
          <pc:docMk/>
          <pc:sldMk cId="0" sldId="279"/>
        </pc:sldMkLst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79"/>
            <ac:picMk id="13316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79"/>
            <ac:picMk id="13317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79"/>
            <ac:picMk id="13318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27:32.302" v="1130" actId="47"/>
        <pc:sldMkLst>
          <pc:docMk/>
          <pc:sldMk cId="0" sldId="280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0"/>
            <ac:spMk id="1434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0"/>
            <ac:spMk id="1434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0"/>
            <ac:spMk id="1434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0"/>
            <ac:spMk id="1434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0"/>
            <ac:spMk id="14345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0"/>
            <ac:picMk id="14338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08:14.961" v="848" actId="47"/>
        <pc:sldMkLst>
          <pc:docMk/>
          <pc:sldMk cId="0" sldId="281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1"/>
            <ac:spMk id="1536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1"/>
            <ac:spMk id="1536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1"/>
            <ac:spMk id="15369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1"/>
            <ac:picMk id="15364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1"/>
            <ac:picMk id="15366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1"/>
            <ac:picMk id="15368" creationId="{00000000-0000-0000-0000-000000000000}"/>
          </ac:picMkLst>
        </pc:picChg>
      </pc:sldChg>
      <pc:sldChg chg="modSp ord">
        <pc:chgData name="Josh Reiss" userId="a90d6cd88c30b6c6" providerId="LiveId" clId="{43484233-2621-45CC-9FA1-7271584A6934}" dt="2021-02-17T08:26:32.113" v="1127"/>
        <pc:sldMkLst>
          <pc:docMk/>
          <pc:sldMk cId="0" sldId="283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3"/>
            <ac:spMk id="1638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3"/>
            <ac:spMk id="1639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3"/>
            <ac:spMk id="1639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3"/>
            <ac:spMk id="1639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3"/>
            <ac:spMk id="1639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3"/>
            <ac:spMk id="1639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3"/>
            <ac:spMk id="16399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3"/>
            <ac:picMk id="16388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3"/>
            <ac:picMk id="16389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3"/>
            <ac:picMk id="16390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3"/>
            <ac:picMk id="16391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3"/>
            <ac:picMk id="16392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3"/>
            <ac:picMk id="16395" creationId="{00000000-0000-0000-0000-000000000000}"/>
          </ac:picMkLst>
        </pc:picChg>
      </pc:sldChg>
      <pc:sldChg chg="modSp mod">
        <pc:chgData name="Josh Reiss" userId="a90d6cd88c30b6c6" providerId="LiveId" clId="{43484233-2621-45CC-9FA1-7271584A6934}" dt="2021-02-17T08:27:20.596" v="1129" actId="2711"/>
        <pc:sldMkLst>
          <pc:docMk/>
          <pc:sldMk cId="0" sldId="284"/>
        </pc:sldMkLst>
        <pc:spChg chg="mod">
          <ac:chgData name="Josh Reiss" userId="a90d6cd88c30b6c6" providerId="LiveId" clId="{43484233-2621-45CC-9FA1-7271584A6934}" dt="2021-02-17T08:27:20.596" v="1129" actId="2711"/>
          <ac:spMkLst>
            <pc:docMk/>
            <pc:sldMk cId="0" sldId="284"/>
            <ac:spMk id="1741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4"/>
            <ac:spMk id="1741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4"/>
            <ac:spMk id="17415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84"/>
            <ac:picMk id="17413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08:23.786" v="854" actId="47"/>
        <pc:sldMkLst>
          <pc:docMk/>
          <pc:sldMk cId="0" sldId="287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0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0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0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1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2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3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3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3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3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3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3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3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87"/>
            <ac:spMk id="21537" creationId="{00000000-0000-0000-0000-000000000000}"/>
          </ac:spMkLst>
        </pc:spChg>
      </pc:sldChg>
      <pc:sldChg chg="addSp delSp modSp mod modShow">
        <pc:chgData name="Josh Reiss" userId="a90d6cd88c30b6c6" providerId="LiveId" clId="{43484233-2621-45CC-9FA1-7271584A6934}" dt="2021-02-17T10:26:37.068" v="2532" actId="20577"/>
        <pc:sldMkLst>
          <pc:docMk/>
          <pc:sldMk cId="0" sldId="297"/>
        </pc:sldMkLst>
        <pc:spChg chg="add del">
          <ac:chgData name="Josh Reiss" userId="a90d6cd88c30b6c6" providerId="LiveId" clId="{43484233-2621-45CC-9FA1-7271584A6934}" dt="2021-02-17T07:18:50.114" v="186"/>
          <ac:spMkLst>
            <pc:docMk/>
            <pc:sldMk cId="0" sldId="297"/>
            <ac:spMk id="2" creationId="{F0C0AF95-C64D-4B31-8E82-A83C7C5530CF}"/>
          </ac:spMkLst>
        </pc:spChg>
        <pc:spChg chg="del">
          <ac:chgData name="Josh Reiss" userId="a90d6cd88c30b6c6" providerId="LiveId" clId="{43484233-2621-45CC-9FA1-7271584A6934}" dt="2021-02-17T07:11:06.497" v="182" actId="478"/>
          <ac:spMkLst>
            <pc:docMk/>
            <pc:sldMk cId="0" sldId="297"/>
            <ac:spMk id="23" creationId="{00000000-0000-0000-0000-000000000000}"/>
          </ac:spMkLst>
        </pc:spChg>
        <pc:spChg chg="add del">
          <ac:chgData name="Josh Reiss" userId="a90d6cd88c30b6c6" providerId="LiveId" clId="{43484233-2621-45CC-9FA1-7271584A6934}" dt="2021-02-17T07:45:05.519" v="492" actId="22"/>
          <ac:spMkLst>
            <pc:docMk/>
            <pc:sldMk cId="0" sldId="297"/>
            <ac:spMk id="24" creationId="{58D49CC5-F02B-4B8E-AECD-72C83E89707F}"/>
          </ac:spMkLst>
        </pc:spChg>
        <pc:spChg chg="mod">
          <ac:chgData name="Josh Reiss" userId="a90d6cd88c30b6c6" providerId="LiveId" clId="{43484233-2621-45CC-9FA1-7271584A6934}" dt="2021-02-17T10:26:37.068" v="2532" actId="20577"/>
          <ac:spMkLst>
            <pc:docMk/>
            <pc:sldMk cId="0" sldId="297"/>
            <ac:spMk id="10243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1:06.497" v="182" actId="478"/>
          <ac:spMkLst>
            <pc:docMk/>
            <pc:sldMk cId="0" sldId="297"/>
            <ac:spMk id="10245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1:06.497" v="182" actId="478"/>
          <ac:spMkLst>
            <pc:docMk/>
            <pc:sldMk cId="0" sldId="297"/>
            <ac:spMk id="10246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1:21.649" v="183" actId="478"/>
          <ac:spMkLst>
            <pc:docMk/>
            <pc:sldMk cId="0" sldId="297"/>
            <ac:spMk id="10248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0:59.854" v="181" actId="478"/>
          <ac:spMkLst>
            <pc:docMk/>
            <pc:sldMk cId="0" sldId="297"/>
            <ac:spMk id="10249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1:21.649" v="183" actId="478"/>
          <ac:spMkLst>
            <pc:docMk/>
            <pc:sldMk cId="0" sldId="297"/>
            <ac:spMk id="10250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0:59.854" v="181" actId="478"/>
          <ac:spMkLst>
            <pc:docMk/>
            <pc:sldMk cId="0" sldId="297"/>
            <ac:spMk id="10251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1:21.649" v="183" actId="478"/>
          <ac:spMkLst>
            <pc:docMk/>
            <pc:sldMk cId="0" sldId="297"/>
            <ac:spMk id="10252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1:06.497" v="182" actId="478"/>
          <ac:spMkLst>
            <pc:docMk/>
            <pc:sldMk cId="0" sldId="297"/>
            <ac:spMk id="10253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1:06.497" v="182" actId="478"/>
          <ac:spMkLst>
            <pc:docMk/>
            <pc:sldMk cId="0" sldId="297"/>
            <ac:spMk id="10254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0:59.854" v="181" actId="478"/>
          <ac:spMkLst>
            <pc:docMk/>
            <pc:sldMk cId="0" sldId="297"/>
            <ac:spMk id="10255" creationId="{00000000-0000-0000-0000-000000000000}"/>
          </ac:spMkLst>
        </pc:spChg>
        <pc:spChg chg="del">
          <ac:chgData name="Josh Reiss" userId="a90d6cd88c30b6c6" providerId="LiveId" clId="{43484233-2621-45CC-9FA1-7271584A6934}" dt="2021-02-17T07:11:06.497" v="182" actId="478"/>
          <ac:spMkLst>
            <pc:docMk/>
            <pc:sldMk cId="0" sldId="297"/>
            <ac:spMk id="10256" creationId="{00000000-0000-0000-0000-000000000000}"/>
          </ac:spMkLst>
        </pc:spChg>
        <pc:grpChg chg="del">
          <ac:chgData name="Josh Reiss" userId="a90d6cd88c30b6c6" providerId="LiveId" clId="{43484233-2621-45CC-9FA1-7271584A6934}" dt="2021-02-17T07:11:21.649" v="183" actId="478"/>
          <ac:grpSpMkLst>
            <pc:docMk/>
            <pc:sldMk cId="0" sldId="297"/>
            <ac:grpSpMk id="10244" creationId="{00000000-0000-0000-0000-000000000000}"/>
          </ac:grpSpMkLst>
        </pc:grpChg>
        <pc:grpChg chg="del">
          <ac:chgData name="Josh Reiss" userId="a90d6cd88c30b6c6" providerId="LiveId" clId="{43484233-2621-45CC-9FA1-7271584A6934}" dt="2021-02-17T07:11:06.497" v="182" actId="478"/>
          <ac:grpSpMkLst>
            <pc:docMk/>
            <pc:sldMk cId="0" sldId="297"/>
            <ac:grpSpMk id="10247" creationId="{00000000-0000-0000-0000-000000000000}"/>
          </ac:grpSpMkLst>
        </pc:grpChg>
      </pc:sldChg>
      <pc:sldChg chg="modSp del">
        <pc:chgData name="Josh Reiss" userId="a90d6cd88c30b6c6" providerId="LiveId" clId="{43484233-2621-45CC-9FA1-7271584A6934}" dt="2021-02-17T07:37:46.344" v="458" actId="47"/>
        <pc:sldMkLst>
          <pc:docMk/>
          <pc:sldMk cId="0" sldId="298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98"/>
            <ac:spMk id="1433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298"/>
            <ac:spMk id="14342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98"/>
            <ac:picMk id="14340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298"/>
            <ac:picMk id="14341" creationId="{00000000-0000-0000-0000-000000000000}"/>
          </ac:picMkLst>
        </pc:picChg>
      </pc:sldChg>
      <pc:sldChg chg="modSp del modNotes">
        <pc:chgData name="Josh Reiss" userId="a90d6cd88c30b6c6" providerId="LiveId" clId="{43484233-2621-45CC-9FA1-7271584A6934}" dt="2021-02-17T08:08:16.561" v="850" actId="47"/>
        <pc:sldMkLst>
          <pc:docMk/>
          <pc:sldMk cId="0" sldId="300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2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3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4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6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7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8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9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9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639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639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639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639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639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639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639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1640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734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0"/>
            <ac:spMk id="57350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300"/>
            <ac:grpSpMk id="16" creationId="{00000000-0000-0000-0000-000000000000}"/>
          </ac:grpSpMkLst>
        </pc:grpChg>
      </pc:sldChg>
      <pc:sldChg chg="modSp del modNotes">
        <pc:chgData name="Josh Reiss" userId="a90d6cd88c30b6c6" providerId="LiveId" clId="{43484233-2621-45CC-9FA1-7271584A6934}" dt="2021-02-17T08:08:18.218" v="852" actId="47"/>
        <pc:sldMkLst>
          <pc:docMk/>
          <pc:sldMk cId="0" sldId="303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3"/>
            <ac:spMk id="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3"/>
            <ac:spMk id="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3"/>
            <ac:spMk id="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3"/>
            <ac:spMk id="17411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0" sldId="303"/>
            <ac:picMk id="5" creationId="{00000000-0000-0000-0000-000000000000}"/>
          </ac:picMkLst>
        </pc:picChg>
      </pc:sldChg>
      <pc:sldChg chg="modSp del modNotes">
        <pc:chgData name="Josh Reiss" userId="a90d6cd88c30b6c6" providerId="LiveId" clId="{43484233-2621-45CC-9FA1-7271584A6934}" dt="2021-02-17T08:08:22.362" v="853" actId="47"/>
        <pc:sldMkLst>
          <pc:docMk/>
          <pc:sldMk cId="0" sldId="304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4"/>
            <ac:spMk id="4101" creationId="{00000000-0000-0000-0000-000000000000}"/>
          </ac:spMkLst>
        </pc:spChg>
        <pc:graphicFrameChg chg="mod">
          <ac:chgData name="Josh Reiss" userId="a90d6cd88c30b6c6" providerId="LiveId" clId="{43484233-2621-45CC-9FA1-7271584A6934}" dt="2021-02-17T07:29:38.960" v="335"/>
          <ac:graphicFrameMkLst>
            <pc:docMk/>
            <pc:sldMk cId="0" sldId="304"/>
            <ac:graphicFrameMk id="4098" creationId="{00000000-0000-0000-0000-000000000000}"/>
          </ac:graphicFrameMkLst>
        </pc:graphicFrameChg>
        <pc:graphicFrameChg chg="mod">
          <ac:chgData name="Josh Reiss" userId="a90d6cd88c30b6c6" providerId="LiveId" clId="{43484233-2621-45CC-9FA1-7271584A6934}" dt="2021-02-17T07:29:38.960" v="335"/>
          <ac:graphicFrameMkLst>
            <pc:docMk/>
            <pc:sldMk cId="0" sldId="304"/>
            <ac:graphicFrameMk id="4099" creationId="{00000000-0000-0000-0000-000000000000}"/>
          </ac:graphicFrameMkLst>
        </pc:graphicFrameChg>
      </pc:sldChg>
      <pc:sldChg chg="modSp del">
        <pc:chgData name="Josh Reiss" userId="a90d6cd88c30b6c6" providerId="LiveId" clId="{43484233-2621-45CC-9FA1-7271584A6934}" dt="2021-02-17T08:08:17.155" v="851" actId="47"/>
        <pc:sldMkLst>
          <pc:docMk/>
          <pc:sldMk cId="0" sldId="306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3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3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4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4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4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4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4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4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4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4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4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5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5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5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5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5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5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6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7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7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7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7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7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7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7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7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7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8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49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50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50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50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50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50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50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50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50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0" sldId="306"/>
            <ac:spMk id="18508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306"/>
            <ac:grpSpMk id="2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306"/>
            <ac:grpSpMk id="3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306"/>
            <ac:grpSpMk id="4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306"/>
            <ac:grpSpMk id="5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306"/>
            <ac:grpSpMk id="6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306"/>
            <ac:grpSpMk id="7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306"/>
            <ac:grpSpMk id="8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0" sldId="306"/>
            <ac:grpSpMk id="9" creationId="{00000000-0000-0000-0000-000000000000}"/>
          </ac:grpSpMkLst>
        </pc:grpChg>
      </pc:sldChg>
      <pc:sldChg chg="addSp delSp modSp mod ord">
        <pc:chgData name="Josh Reiss" userId="a90d6cd88c30b6c6" providerId="LiveId" clId="{43484233-2621-45CC-9FA1-7271584A6934}" dt="2021-02-17T08:24:21.378" v="1115" actId="403"/>
        <pc:sldMkLst>
          <pc:docMk/>
          <pc:sldMk cId="1794092413" sldId="311"/>
        </pc:sldMkLst>
        <pc:spChg chg="add mod">
          <ac:chgData name="Josh Reiss" userId="a90d6cd88c30b6c6" providerId="LiveId" clId="{43484233-2621-45CC-9FA1-7271584A6934}" dt="2021-02-17T08:23:01.870" v="1095" actId="14100"/>
          <ac:spMkLst>
            <pc:docMk/>
            <pc:sldMk cId="1794092413" sldId="311"/>
            <ac:spMk id="5" creationId="{C4D55280-0212-44DC-8E1C-440A4267DD9F}"/>
          </ac:spMkLst>
        </pc:spChg>
        <pc:spChg chg="add del mod">
          <ac:chgData name="Josh Reiss" userId="a90d6cd88c30b6c6" providerId="LiveId" clId="{43484233-2621-45CC-9FA1-7271584A6934}" dt="2021-02-17T08:23:07.013" v="1097" actId="478"/>
          <ac:spMkLst>
            <pc:docMk/>
            <pc:sldMk cId="1794092413" sldId="311"/>
            <ac:spMk id="63" creationId="{179B41D7-E025-4E77-93C1-35A827C1C73B}"/>
          </ac:spMkLst>
        </pc:spChg>
        <pc:spChg chg="add del mod">
          <ac:chgData name="Josh Reiss" userId="a90d6cd88c30b6c6" providerId="LiveId" clId="{43484233-2621-45CC-9FA1-7271584A6934}" dt="2021-02-17T08:23:28.127" v="1100" actId="478"/>
          <ac:spMkLst>
            <pc:docMk/>
            <pc:sldMk cId="1794092413" sldId="311"/>
            <ac:spMk id="64" creationId="{D88D592D-F9BC-4B0F-B175-25B27E735F80}"/>
          </ac:spMkLst>
        </pc:spChg>
        <pc:spChg chg="add del mod">
          <ac:chgData name="Josh Reiss" userId="a90d6cd88c30b6c6" providerId="LiveId" clId="{43484233-2621-45CC-9FA1-7271584A6934}" dt="2021-02-17T08:23:35.331" v="1102" actId="478"/>
          <ac:spMkLst>
            <pc:docMk/>
            <pc:sldMk cId="1794092413" sldId="311"/>
            <ac:spMk id="65" creationId="{E8CB33BD-7872-4FDC-99AB-B3BCA42553F5}"/>
          </ac:spMkLst>
        </pc:spChg>
        <pc:spChg chg="add del mod">
          <ac:chgData name="Josh Reiss" userId="a90d6cd88c30b6c6" providerId="LiveId" clId="{43484233-2621-45CC-9FA1-7271584A6934}" dt="2021-02-17T08:23:31.920" v="1101" actId="478"/>
          <ac:spMkLst>
            <pc:docMk/>
            <pc:sldMk cId="1794092413" sldId="311"/>
            <ac:spMk id="66" creationId="{63FE3C92-792C-4680-ADB2-A1798EF101DD}"/>
          </ac:spMkLst>
        </pc:spChg>
        <pc:spChg chg="add del mod">
          <ac:chgData name="Josh Reiss" userId="a90d6cd88c30b6c6" providerId="LiveId" clId="{43484233-2621-45CC-9FA1-7271584A6934}" dt="2021-02-17T08:23:20.485" v="1099" actId="478"/>
          <ac:spMkLst>
            <pc:docMk/>
            <pc:sldMk cId="1794092413" sldId="311"/>
            <ac:spMk id="67" creationId="{7283D2A7-C067-4920-8CD6-17B8C09DB657}"/>
          </ac:spMkLst>
        </pc:spChg>
        <pc:spChg chg="mod">
          <ac:chgData name="Josh Reiss" userId="a90d6cd88c30b6c6" providerId="LiveId" clId="{43484233-2621-45CC-9FA1-7271584A6934}" dt="2021-02-17T08:13:16.920" v="918" actId="14100"/>
          <ac:spMkLst>
            <pc:docMk/>
            <pc:sldMk cId="1794092413" sldId="311"/>
            <ac:spMk id="6146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48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49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50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51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56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57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58" creationId="{00000000-0000-0000-0000-000000000000}"/>
          </ac:spMkLst>
        </pc:spChg>
        <pc:spChg chg="del mod">
          <ac:chgData name="Josh Reiss" userId="a90d6cd88c30b6c6" providerId="LiveId" clId="{43484233-2621-45CC-9FA1-7271584A6934}" dt="2021-02-17T08:12:50.851" v="911" actId="478"/>
          <ac:spMkLst>
            <pc:docMk/>
            <pc:sldMk cId="1794092413" sldId="311"/>
            <ac:spMk id="6164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65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68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70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73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74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75" creationId="{00000000-0000-0000-0000-000000000000}"/>
          </ac:spMkLst>
        </pc:spChg>
        <pc:spChg chg="del mod">
          <ac:chgData name="Josh Reiss" userId="a90d6cd88c30b6c6" providerId="LiveId" clId="{43484233-2621-45CC-9FA1-7271584A6934}" dt="2021-02-17T08:22:53.644" v="1094" actId="478"/>
          <ac:spMkLst>
            <pc:docMk/>
            <pc:sldMk cId="1794092413" sldId="311"/>
            <ac:spMk id="6179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80" creationId="{00000000-0000-0000-0000-000000000000}"/>
          </ac:spMkLst>
        </pc:spChg>
        <pc:spChg chg="del mod">
          <ac:chgData name="Josh Reiss" userId="a90d6cd88c30b6c6" providerId="LiveId" clId="{43484233-2621-45CC-9FA1-7271584A6934}" dt="2021-02-17T08:12:46.918" v="910" actId="478"/>
          <ac:spMkLst>
            <pc:docMk/>
            <pc:sldMk cId="1794092413" sldId="311"/>
            <ac:spMk id="6183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84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85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86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87" creationId="{00000000-0000-0000-0000-000000000000}"/>
          </ac:spMkLst>
        </pc:spChg>
        <pc:spChg chg="del mod">
          <ac:chgData name="Josh Reiss" userId="a90d6cd88c30b6c6" providerId="LiveId" clId="{43484233-2621-45CC-9FA1-7271584A6934}" dt="2021-02-17T08:11:12.741" v="885" actId="478"/>
          <ac:spMkLst>
            <pc:docMk/>
            <pc:sldMk cId="1794092413" sldId="311"/>
            <ac:spMk id="6194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97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98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199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4:21.378" v="1115" actId="403"/>
          <ac:spMkLst>
            <pc:docMk/>
            <pc:sldMk cId="1794092413" sldId="311"/>
            <ac:spMk id="6201" creationId="{00000000-0000-0000-0000-000000000000}"/>
          </ac:spMkLst>
        </pc:spChg>
        <pc:grpChg chg="add mod">
          <ac:chgData name="Josh Reiss" userId="a90d6cd88c30b6c6" providerId="LiveId" clId="{43484233-2621-45CC-9FA1-7271584A6934}" dt="2021-02-17T08:21:47.498" v="1064" actId="1038"/>
          <ac:grpSpMkLst>
            <pc:docMk/>
            <pc:sldMk cId="1794092413" sldId="311"/>
            <ac:grpSpMk id="4" creationId="{EA0EAE76-05AE-4ED8-B639-B8E5C71EA8EE}"/>
          </ac:grpSpMkLst>
        </pc:grpChg>
        <pc:grpChg chg="mod">
          <ac:chgData name="Josh Reiss" userId="a90d6cd88c30b6c6" providerId="LiveId" clId="{43484233-2621-45CC-9FA1-7271584A6934}" dt="2021-02-17T08:13:02.765" v="912" actId="164"/>
          <ac:grpSpMkLst>
            <pc:docMk/>
            <pc:sldMk cId="1794092413" sldId="311"/>
            <ac:grpSpMk id="6147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1794092413" sldId="311"/>
            <ac:grpSpMk id="6152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1794092413" sldId="311"/>
            <ac:grpSpMk id="6153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1794092413" sldId="311"/>
            <ac:grpSpMk id="6166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1794092413" sldId="311"/>
            <ac:grpSpMk id="6188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1794092413" sldId="311"/>
            <ac:grpSpMk id="6200" creationId="{00000000-0000-0000-0000-000000000000}"/>
          </ac:grpSpMkLst>
        </pc:grp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2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24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26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28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29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3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3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3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4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45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5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5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58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59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6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6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6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75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76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77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78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79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9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794092413" sldId="311"/>
            <ac:cxnSpMk id="96" creationId="{00000000-0000-0000-0000-000000000000}"/>
          </ac:cxnSpMkLst>
        </pc:cxnChg>
      </pc:sldChg>
      <pc:sldChg chg="addSp delSp modSp mod ord">
        <pc:chgData name="Josh Reiss" userId="a90d6cd88c30b6c6" providerId="LiveId" clId="{43484233-2621-45CC-9FA1-7271584A6934}" dt="2021-02-17T08:25:00.193" v="1125"/>
        <pc:sldMkLst>
          <pc:docMk/>
          <pc:sldMk cId="102687631" sldId="312"/>
        </pc:sldMkLst>
        <pc:spChg chg="add mod">
          <ac:chgData name="Josh Reiss" userId="a90d6cd88c30b6c6" providerId="LiveId" clId="{43484233-2621-45CC-9FA1-7271584A6934}" dt="2021-02-17T08:24:47.427" v="1123" actId="20577"/>
          <ac:spMkLst>
            <pc:docMk/>
            <pc:sldMk cId="102687631" sldId="312"/>
            <ac:spMk id="63" creationId="{D4ED5AB4-ED8E-4C54-AE01-790186E3FFC3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102687631" sldId="312"/>
            <ac:spMk id="7170" creationId="{00000000-0000-0000-0000-000000000000}"/>
          </ac:spMkLst>
        </pc:spChg>
        <pc:spChg chg="del mod">
          <ac:chgData name="Josh Reiss" userId="a90d6cd88c30b6c6" providerId="LiveId" clId="{43484233-2621-45CC-9FA1-7271584A6934}" dt="2021-02-17T08:19:18.087" v="938" actId="478"/>
          <ac:spMkLst>
            <pc:docMk/>
            <pc:sldMk cId="102687631" sldId="312"/>
            <ac:spMk id="7171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74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75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76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78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79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82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83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84" creationId="{00000000-0000-0000-0000-000000000000}"/>
          </ac:spMkLst>
        </pc:spChg>
        <pc:spChg chg="del mod">
          <ac:chgData name="Josh Reiss" userId="a90d6cd88c30b6c6" providerId="LiveId" clId="{43484233-2621-45CC-9FA1-7271584A6934}" dt="2021-02-17T08:19:18.087" v="938" actId="478"/>
          <ac:spMkLst>
            <pc:docMk/>
            <pc:sldMk cId="102687631" sldId="312"/>
            <ac:spMk id="7186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87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88" creationId="{00000000-0000-0000-0000-000000000000}"/>
          </ac:spMkLst>
        </pc:spChg>
        <pc:spChg chg="del mod">
          <ac:chgData name="Josh Reiss" userId="a90d6cd88c30b6c6" providerId="LiveId" clId="{43484233-2621-45CC-9FA1-7271584A6934}" dt="2021-02-17T08:19:18.087" v="938" actId="478"/>
          <ac:spMkLst>
            <pc:docMk/>
            <pc:sldMk cId="102687631" sldId="312"/>
            <ac:spMk id="7191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92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93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94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95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197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200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201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202" creationId="{00000000-0000-0000-0000-000000000000}"/>
          </ac:spMkLst>
        </pc:spChg>
        <pc:spChg chg="del mod">
          <ac:chgData name="Josh Reiss" userId="a90d6cd88c30b6c6" providerId="LiveId" clId="{43484233-2621-45CC-9FA1-7271584A6934}" dt="2021-02-17T08:19:18.087" v="938" actId="478"/>
          <ac:spMkLst>
            <pc:docMk/>
            <pc:sldMk cId="102687631" sldId="312"/>
            <ac:spMk id="7204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205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206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207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49.161" v="944" actId="404"/>
          <ac:spMkLst>
            <pc:docMk/>
            <pc:sldMk cId="102687631" sldId="312"/>
            <ac:spMk id="7208" creationId="{00000000-0000-0000-0000-000000000000}"/>
          </ac:spMkLst>
        </pc:spChg>
        <pc:spChg chg="mod">
          <ac:chgData name="Josh Reiss" userId="a90d6cd88c30b6c6" providerId="LiveId" clId="{43484233-2621-45CC-9FA1-7271584A6934}" dt="2021-02-17T08:20:04.209" v="946" actId="14100"/>
          <ac:spMkLst>
            <pc:docMk/>
            <pc:sldMk cId="102687631" sldId="312"/>
            <ac:spMk id="7209" creationId="{00000000-0000-0000-0000-000000000000}"/>
          </ac:spMkLst>
        </pc:spChg>
        <pc:spChg chg="mod">
          <ac:chgData name="Josh Reiss" userId="a90d6cd88c30b6c6" providerId="LiveId" clId="{43484233-2621-45CC-9FA1-7271584A6934}" dt="2021-02-17T08:19:58.938" v="945" actId="14100"/>
          <ac:spMkLst>
            <pc:docMk/>
            <pc:sldMk cId="102687631" sldId="312"/>
            <ac:spMk id="7210" creationId="{00000000-0000-0000-0000-000000000000}"/>
          </ac:spMkLst>
        </pc:spChg>
        <pc:grpChg chg="add mod">
          <ac:chgData name="Josh Reiss" userId="a90d6cd88c30b6c6" providerId="LiveId" clId="{43484233-2621-45CC-9FA1-7271584A6934}" dt="2021-02-17T08:24:09.120" v="1113" actId="1038"/>
          <ac:grpSpMkLst>
            <pc:docMk/>
            <pc:sldMk cId="102687631" sldId="312"/>
            <ac:grpSpMk id="4" creationId="{A4303B5B-2323-42AE-90D1-4BD87BEBA60F}"/>
          </ac:grpSpMkLst>
        </pc:grpChg>
        <pc:grpChg chg="mod">
          <ac:chgData name="Josh Reiss" userId="a90d6cd88c30b6c6" providerId="LiveId" clId="{43484233-2621-45CC-9FA1-7271584A6934}" dt="2021-02-17T08:19:31.961" v="939" actId="164"/>
          <ac:grpSpMkLst>
            <pc:docMk/>
            <pc:sldMk cId="102687631" sldId="312"/>
            <ac:grpSpMk id="7177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8:19:31.961" v="939" actId="164"/>
          <ac:grpSpMkLst>
            <pc:docMk/>
            <pc:sldMk cId="102687631" sldId="312"/>
            <ac:grpSpMk id="7185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8:19:31.961" v="939" actId="164"/>
          <ac:grpSpMkLst>
            <pc:docMk/>
            <pc:sldMk cId="102687631" sldId="312"/>
            <ac:grpSpMk id="7196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8:19:31.961" v="939" actId="164"/>
          <ac:grpSpMkLst>
            <pc:docMk/>
            <pc:sldMk cId="102687631" sldId="312"/>
            <ac:grpSpMk id="7203" creationId="{00000000-0000-0000-0000-000000000000}"/>
          </ac:grpSpMkLst>
        </pc:grpChg>
        <pc:cxnChg chg="mod">
          <ac:chgData name="Josh Reiss" userId="a90d6cd88c30b6c6" providerId="LiveId" clId="{43484233-2621-45CC-9FA1-7271584A6934}" dt="2021-02-17T08:19:31.961" v="939" actId="164"/>
          <ac:cxnSpMkLst>
            <pc:docMk/>
            <pc:sldMk cId="102687631" sldId="312"/>
            <ac:cxnSpMk id="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8:19:31.961" v="939" actId="164"/>
          <ac:cxnSpMkLst>
            <pc:docMk/>
            <pc:sldMk cId="102687631" sldId="312"/>
            <ac:cxnSpMk id="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2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24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26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28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29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3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8:19:31.961" v="939" actId="164"/>
          <ac:cxnSpMkLst>
            <pc:docMk/>
            <pc:sldMk cId="102687631" sldId="312"/>
            <ac:cxnSpMk id="3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8:19:31.961" v="939" actId="164"/>
          <ac:cxnSpMkLst>
            <pc:docMk/>
            <pc:sldMk cId="102687631" sldId="312"/>
            <ac:cxnSpMk id="3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8:19:31.961" v="939" actId="164"/>
          <ac:cxnSpMkLst>
            <pc:docMk/>
            <pc:sldMk cId="102687631" sldId="312"/>
            <ac:cxnSpMk id="4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8:19:31.961" v="939" actId="164"/>
          <ac:cxnSpMkLst>
            <pc:docMk/>
            <pc:sldMk cId="102687631" sldId="312"/>
            <ac:cxnSpMk id="45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8:19:31.961" v="939" actId="164"/>
          <ac:cxnSpMkLst>
            <pc:docMk/>
            <pc:sldMk cId="102687631" sldId="312"/>
            <ac:cxnSpMk id="5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8:19:31.961" v="939" actId="164"/>
          <ac:cxnSpMkLst>
            <pc:docMk/>
            <pc:sldMk cId="102687631" sldId="312"/>
            <ac:cxnSpMk id="5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58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59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6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6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6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75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76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77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78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102687631" sldId="312"/>
            <ac:cxnSpMk id="79" creationId="{00000000-0000-0000-0000-000000000000}"/>
          </ac:cxnSpMkLst>
        </pc:cxn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906059815" sldId="313"/>
        </pc:sldMkLst>
        <pc:picChg chg="mod">
          <ac:chgData name="Josh Reiss" userId="a90d6cd88c30b6c6" providerId="LiveId" clId="{43484233-2621-45CC-9FA1-7271584A6934}" dt="2021-02-17T07:29:38.960" v="335"/>
          <ac:picMkLst>
            <pc:docMk/>
            <pc:sldMk cId="906059815" sldId="313"/>
            <ac:picMk id="9219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906059815" sldId="313"/>
            <ac:picMk id="9220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3096822631" sldId="314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7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7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7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7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8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8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8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8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8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8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8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9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9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9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096822631" sldId="314"/>
            <ac:spMk id="3098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3096822631" sldId="314"/>
            <ac:grpSpMk id="3097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3096822631" sldId="314"/>
            <ac:grpSpMk id="3099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096822631" sldId="314"/>
            <ac:picMk id="3094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096822631" sldId="314"/>
            <ac:picMk id="3095" creationId="{00000000-0000-0000-0000-000000000000}"/>
          </ac:picMkLst>
        </pc:pic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4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5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19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2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2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3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3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4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45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5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096822631" sldId="314"/>
            <ac:cxnSpMk id="51" creationId="{00000000-0000-0000-0000-000000000000}"/>
          </ac:cxnSpMkLst>
        </pc:cxn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3337988976" sldId="315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0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0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0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0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0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0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0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0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1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1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1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1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1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1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2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337988976" sldId="315"/>
            <ac:spMk id="4121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3337988976" sldId="315"/>
            <ac:grpSpMk id="4119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3337988976" sldId="315"/>
            <ac:grpSpMk id="4123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337988976" sldId="315"/>
            <ac:picMk id="4117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337988976" sldId="315"/>
            <ac:picMk id="4122" creationId="{00000000-0000-0000-0000-000000000000}"/>
          </ac:picMkLst>
        </pc:pic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4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5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19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2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3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3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4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4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4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337988976" sldId="315"/>
            <ac:cxnSpMk id="45" creationId="{00000000-0000-0000-0000-000000000000}"/>
          </ac:cxnSpMkLst>
        </pc:cxn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3608245471" sldId="316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3608245471" sldId="316"/>
            <ac:spMk id="819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608245471" sldId="316"/>
            <ac:spMk id="819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608245471" sldId="316"/>
            <ac:spMk id="819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608245471" sldId="316"/>
            <ac:spMk id="820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608245471" sldId="316"/>
            <ac:spMk id="820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608245471" sldId="316"/>
            <ac:spMk id="820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608245471" sldId="316"/>
            <ac:spMk id="820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608245471" sldId="316"/>
            <ac:spMk id="820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608245471" sldId="316"/>
            <ac:spMk id="8206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3608245471" sldId="316"/>
            <ac:grpSpMk id="8202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608245471" sldId="316"/>
            <ac:picMk id="8194" creationId="{00000000-0000-0000-0000-000000000000}"/>
          </ac:picMkLst>
        </pc:pic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608245471" sldId="316"/>
            <ac:cxnSpMk id="5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608245471" sldId="316"/>
            <ac:cxnSpMk id="6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608245471" sldId="316"/>
            <ac:cxnSpMk id="14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608245471" sldId="316"/>
            <ac:cxnSpMk id="15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608245471" sldId="316"/>
            <ac:cxnSpMk id="21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608245471" sldId="316"/>
            <ac:cxnSpMk id="2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608245471" sldId="316"/>
            <ac:cxnSpMk id="25" creationId="{00000000-0000-0000-0000-000000000000}"/>
          </ac:cxnSpMkLst>
        </pc:cxn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3161857971" sldId="317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3161857971" sldId="317"/>
            <ac:spMk id="205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161857971" sldId="317"/>
            <ac:spMk id="205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161857971" sldId="317"/>
            <ac:spMk id="205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161857971" sldId="317"/>
            <ac:spMk id="205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161857971" sldId="317"/>
            <ac:spMk id="205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161857971" sldId="317"/>
            <ac:spMk id="206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161857971" sldId="317"/>
            <ac:spMk id="206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161857971" sldId="317"/>
            <ac:spMk id="206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3161857971" sldId="317"/>
            <ac:spMk id="2066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161857971" sldId="317"/>
            <ac:picMk id="2056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161857971" sldId="317"/>
            <ac:picMk id="2063" creationId="{00000000-0000-0000-0000-000000000000}"/>
          </ac:picMkLst>
        </pc:pic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161857971" sldId="317"/>
            <ac:cxnSpMk id="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161857971" sldId="317"/>
            <ac:cxnSpMk id="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161857971" sldId="317"/>
            <ac:cxnSpMk id="3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161857971" sldId="317"/>
            <ac:cxnSpMk id="3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161857971" sldId="317"/>
            <ac:cxnSpMk id="4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3161857971" sldId="317"/>
            <ac:cxnSpMk id="44" creationId="{00000000-0000-0000-0000-000000000000}"/>
          </ac:cxnSpMkLst>
        </pc:cxnChg>
      </pc:sldChg>
      <pc:sldChg chg="modSp del modNotes">
        <pc:chgData name="Josh Reiss" userId="a90d6cd88c30b6c6" providerId="LiveId" clId="{43484233-2621-45CC-9FA1-7271584A6934}" dt="2021-02-17T08:29:16.516" v="1131" actId="47"/>
        <pc:sldMkLst>
          <pc:docMk/>
          <pc:sldMk cId="2207450341" sldId="318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2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2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2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2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512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512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512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513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513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513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513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2207450341" sldId="318"/>
            <ac:spMk id="5136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2207450341" sldId="318"/>
            <ac:picMk id="5137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2207450341" sldId="318"/>
            <ac:picMk id="5139" creationId="{00000000-0000-0000-0000-000000000000}"/>
          </ac:picMkLst>
        </pc:pic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2207450341" sldId="318"/>
            <ac:cxnSpMk id="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2207450341" sldId="318"/>
            <ac:cxnSpMk id="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2207450341" sldId="318"/>
            <ac:cxnSpMk id="26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2207450341" sldId="318"/>
            <ac:cxnSpMk id="28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2207450341" sldId="318"/>
            <ac:cxnSpMk id="30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2207450341" sldId="318"/>
            <ac:cxnSpMk id="32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2207450341" sldId="318"/>
            <ac:cxnSpMk id="3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2207450341" sldId="318"/>
            <ac:cxnSpMk id="43" creationId="{00000000-0000-0000-0000-000000000000}"/>
          </ac:cxnSpMkLst>
        </pc:cxnChg>
        <pc:cxnChg chg="mod">
          <ac:chgData name="Josh Reiss" userId="a90d6cd88c30b6c6" providerId="LiveId" clId="{43484233-2621-45CC-9FA1-7271584A6934}" dt="2021-02-17T07:29:38.960" v="335"/>
          <ac:cxnSpMkLst>
            <pc:docMk/>
            <pc:sldMk cId="2207450341" sldId="318"/>
            <ac:cxnSpMk id="44" creationId="{00000000-0000-0000-0000-000000000000}"/>
          </ac:cxnSpMkLst>
        </pc:cxn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4249526756" sldId="319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4249526756" sldId="319"/>
            <ac:spMk id="10242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4249526756" sldId="319"/>
            <ac:grpSpMk id="6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249526756" sldId="319"/>
            <ac:picMk id="10243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249526756" sldId="319"/>
            <ac:picMk id="10244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249526756" sldId="319"/>
            <ac:picMk id="10245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4027556809" sldId="320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4027556809" sldId="320"/>
            <ac:spMk id="11266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4027556809" sldId="320"/>
            <ac:grpSpMk id="11267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027556809" sldId="320"/>
            <ac:picMk id="11268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027556809" sldId="320"/>
            <ac:picMk id="11269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027556809" sldId="320"/>
            <ac:picMk id="11270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1824416708" sldId="321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1824416708" sldId="321"/>
            <ac:spMk id="12290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1824416708" sldId="321"/>
            <ac:grpSpMk id="12291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1824416708" sldId="321"/>
            <ac:picMk id="12292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1824416708" sldId="321"/>
            <ac:picMk id="12293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1824416708" sldId="321"/>
            <ac:picMk id="12294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3497570684" sldId="322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3497570684" sldId="322"/>
            <ac:spMk id="13314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3497570684" sldId="322"/>
            <ac:grpSpMk id="6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497570684" sldId="322"/>
            <ac:picMk id="13315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497570684" sldId="322"/>
            <ac:picMk id="13316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497570684" sldId="322"/>
            <ac:picMk id="13317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1649368856" sldId="323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1649368856" sldId="323"/>
            <ac:spMk id="14338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1649368856" sldId="323"/>
            <ac:grpSpMk id="6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1649368856" sldId="323"/>
            <ac:picMk id="14339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1649368856" sldId="323"/>
            <ac:picMk id="14340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1649368856" sldId="323"/>
            <ac:picMk id="14341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4139135939" sldId="324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4139135939" sldId="324"/>
            <ac:spMk id="15362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4139135939" sldId="324"/>
            <ac:grpSpMk id="6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139135939" sldId="324"/>
            <ac:picMk id="15363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139135939" sldId="324"/>
            <ac:picMk id="15364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139135939" sldId="324"/>
            <ac:picMk id="15365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4081661180" sldId="325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4081661180" sldId="325"/>
            <ac:spMk id="16386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4081661180" sldId="325"/>
            <ac:grpSpMk id="6" creationId="{00000000-0000-0000-0000-000000000000}"/>
          </ac:grpSpMkLst>
        </pc:gr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081661180" sldId="325"/>
            <ac:picMk id="16387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081661180" sldId="325"/>
            <ac:picMk id="16388" creationId="{00000000-0000-0000-0000-000000000000}"/>
          </ac:picMkLst>
        </pc:pic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081661180" sldId="325"/>
            <ac:picMk id="16389" creationId="{00000000-0000-0000-0000-000000000000}"/>
          </ac:picMkLst>
        </pc:picChg>
      </pc:sldChg>
      <pc:sldChg chg="modSp del">
        <pc:chgData name="Josh Reiss" userId="a90d6cd88c30b6c6" providerId="LiveId" clId="{43484233-2621-45CC-9FA1-7271584A6934}" dt="2021-02-17T08:29:16.516" v="1131" actId="47"/>
        <pc:sldMkLst>
          <pc:docMk/>
          <pc:sldMk cId="4043173856" sldId="326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4043173856" sldId="326"/>
            <ac:spMk id="18434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4043173856" sldId="326"/>
            <ac:picMk id="18435" creationId="{00000000-0000-0000-0000-000000000000}"/>
          </ac:picMkLst>
        </pc:picChg>
      </pc:sldChg>
      <pc:sldChg chg="del">
        <pc:chgData name="Josh Reiss" userId="a90d6cd88c30b6c6" providerId="LiveId" clId="{43484233-2621-45CC-9FA1-7271584A6934}" dt="2021-02-17T07:00:22.202" v="1" actId="47"/>
        <pc:sldMkLst>
          <pc:docMk/>
          <pc:sldMk cId="1654418628" sldId="327"/>
        </pc:sldMkLst>
      </pc:sldChg>
      <pc:sldChg chg="modSp mod">
        <pc:chgData name="Josh Reiss" userId="a90d6cd88c30b6c6" providerId="LiveId" clId="{43484233-2621-45CC-9FA1-7271584A6934}" dt="2021-02-17T10:21:43.401" v="2528"/>
        <pc:sldMkLst>
          <pc:docMk/>
          <pc:sldMk cId="3382638097" sldId="328"/>
        </pc:sldMkLst>
        <pc:spChg chg="mod">
          <ac:chgData name="Josh Reiss" userId="a90d6cd88c30b6c6" providerId="LiveId" clId="{43484233-2621-45CC-9FA1-7271584A6934}" dt="2021-02-17T10:21:43.401" v="2528"/>
          <ac:spMkLst>
            <pc:docMk/>
            <pc:sldMk cId="3382638097" sldId="328"/>
            <ac:spMk id="8194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k cId="3382638097" sldId="328"/>
            <ac:picMk id="8195" creationId="{00000000-0000-0000-0000-000000000000}"/>
          </ac:picMkLst>
        </pc:picChg>
      </pc:sldChg>
      <pc:sldChg chg="modSp del modNotes">
        <pc:chgData name="Josh Reiss" userId="a90d6cd88c30b6c6" providerId="LiveId" clId="{43484233-2621-45CC-9FA1-7271584A6934}" dt="2021-02-17T08:08:15.900" v="849" actId="47"/>
        <pc:sldMkLst>
          <pc:docMk/>
          <pc:sldMk cId="846132358" sldId="329"/>
        </pc:sldMkLst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8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8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9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0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1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2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3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4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3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6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61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6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367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36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369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k cId="846132358" sldId="329"/>
            <ac:spMk id="15370" creationId="{00000000-0000-0000-0000-000000000000}"/>
          </ac:spMkLst>
        </pc:s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846132358" sldId="329"/>
            <ac:grpSpMk id="2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846132358" sldId="329"/>
            <ac:grpSpMk id="3" creationId="{00000000-0000-0000-0000-000000000000}"/>
          </ac:grpSpMkLst>
        </pc:grpChg>
        <pc:grpChg chg="mod">
          <ac:chgData name="Josh Reiss" userId="a90d6cd88c30b6c6" providerId="LiveId" clId="{43484233-2621-45CC-9FA1-7271584A6934}" dt="2021-02-17T07:29:38.960" v="335"/>
          <ac:grpSpMkLst>
            <pc:docMk/>
            <pc:sldMk cId="846132358" sldId="329"/>
            <ac:grpSpMk id="87" creationId="{00000000-0000-0000-0000-000000000000}"/>
          </ac:grpSpMkLst>
        </pc:grpChg>
      </pc:sldChg>
      <pc:sldChg chg="addSp modSp add mod modAnim modShow">
        <pc:chgData name="Josh Reiss" userId="a90d6cd88c30b6c6" providerId="LiveId" clId="{43484233-2621-45CC-9FA1-7271584A6934}" dt="2021-02-17T10:23:29.449" v="2530" actId="729"/>
        <pc:sldMkLst>
          <pc:docMk/>
          <pc:sldMk cId="2911302806" sldId="330"/>
        </pc:sldMkLst>
        <pc:spChg chg="add mod">
          <ac:chgData name="Josh Reiss" userId="a90d6cd88c30b6c6" providerId="LiveId" clId="{43484233-2621-45CC-9FA1-7271584A6934}" dt="2021-02-17T08:05:47.794" v="823" actId="1036"/>
          <ac:spMkLst>
            <pc:docMk/>
            <pc:sldMk cId="2911302806" sldId="330"/>
            <ac:spMk id="2" creationId="{405A534B-BE5D-40F6-AE4A-55CB27760A09}"/>
          </ac:spMkLst>
        </pc:spChg>
        <pc:spChg chg="add mod">
          <ac:chgData name="Josh Reiss" userId="a90d6cd88c30b6c6" providerId="LiveId" clId="{43484233-2621-45CC-9FA1-7271584A6934}" dt="2021-02-17T08:06:01.342" v="827" actId="1037"/>
          <ac:spMkLst>
            <pc:docMk/>
            <pc:sldMk cId="2911302806" sldId="330"/>
            <ac:spMk id="5" creationId="{37AF81A4-6152-4B17-9015-12DCD0702F5F}"/>
          </ac:spMkLst>
        </pc:spChg>
        <pc:spChg chg="add mod">
          <ac:chgData name="Josh Reiss" userId="a90d6cd88c30b6c6" providerId="LiveId" clId="{43484233-2621-45CC-9FA1-7271584A6934}" dt="2021-02-17T08:07:22.476" v="847" actId="14100"/>
          <ac:spMkLst>
            <pc:docMk/>
            <pc:sldMk cId="2911302806" sldId="330"/>
            <ac:spMk id="6" creationId="{040D517E-9A16-4979-A867-287D0C015AD8}"/>
          </ac:spMkLst>
        </pc:spChg>
        <pc:spChg chg="mod">
          <ac:chgData name="Josh Reiss" userId="a90d6cd88c30b6c6" providerId="LiveId" clId="{43484233-2621-45CC-9FA1-7271584A6934}" dt="2021-02-17T08:07:13.475" v="846" actId="20577"/>
          <ac:spMkLst>
            <pc:docMk/>
            <pc:sldMk cId="2911302806" sldId="330"/>
            <ac:spMk id="10243" creationId="{00000000-0000-0000-0000-000000000000}"/>
          </ac:spMkLst>
        </pc:spChg>
        <pc:cxnChg chg="add mod">
          <ac:chgData name="Josh Reiss" userId="a90d6cd88c30b6c6" providerId="LiveId" clId="{43484233-2621-45CC-9FA1-7271584A6934}" dt="2021-02-17T08:07:22.476" v="847" actId="14100"/>
          <ac:cxnSpMkLst>
            <pc:docMk/>
            <pc:sldMk cId="2911302806" sldId="330"/>
            <ac:cxnSpMk id="4" creationId="{E4148B37-66CF-4E84-BF73-4274EC479041}"/>
          </ac:cxnSpMkLst>
        </pc:cxnChg>
        <pc:cxnChg chg="add mod">
          <ac:chgData name="Josh Reiss" userId="a90d6cd88c30b6c6" providerId="LiveId" clId="{43484233-2621-45CC-9FA1-7271584A6934}" dt="2021-02-17T08:05:47.794" v="823" actId="1036"/>
          <ac:cxnSpMkLst>
            <pc:docMk/>
            <pc:sldMk cId="2911302806" sldId="330"/>
            <ac:cxnSpMk id="11" creationId="{1A4EB88A-BB80-400F-82AE-88D6980AB6AC}"/>
          </ac:cxnSpMkLst>
        </pc:cxnChg>
      </pc:sldChg>
      <pc:sldChg chg="del">
        <pc:chgData name="Josh Reiss" userId="a90d6cd88c30b6c6" providerId="LiveId" clId="{43484233-2621-45CC-9FA1-7271584A6934}" dt="2021-02-17T06:59:24.899" v="0" actId="47"/>
        <pc:sldMkLst>
          <pc:docMk/>
          <pc:sldMk cId="3075605553" sldId="330"/>
        </pc:sldMkLst>
      </pc:sldChg>
      <pc:sldChg chg="addSp delSp modSp add del mod">
        <pc:chgData name="Josh Reiss" userId="a90d6cd88c30b6c6" providerId="LiveId" clId="{43484233-2621-45CC-9FA1-7271584A6934}" dt="2021-02-17T08:52:15.966" v="1179"/>
        <pc:sldMkLst>
          <pc:docMk/>
          <pc:sldMk cId="3242077079" sldId="331"/>
        </pc:sldMkLst>
        <pc:spChg chg="mod">
          <ac:chgData name="Josh Reiss" userId="a90d6cd88c30b6c6" providerId="LiveId" clId="{43484233-2621-45CC-9FA1-7271584A6934}" dt="2021-02-17T08:52:10.719" v="1176" actId="20577"/>
          <ac:spMkLst>
            <pc:docMk/>
            <pc:sldMk cId="3242077079" sldId="331"/>
            <ac:spMk id="16386" creationId="{00000000-0000-0000-0000-000000000000}"/>
          </ac:spMkLst>
        </pc:spChg>
        <pc:spChg chg="add del">
          <ac:chgData name="Josh Reiss" userId="a90d6cd88c30b6c6" providerId="LiveId" clId="{43484233-2621-45CC-9FA1-7271584A6934}" dt="2021-02-17T08:51:58.403" v="1169" actId="478"/>
          <ac:spMkLst>
            <pc:docMk/>
            <pc:sldMk cId="3242077079" sldId="331"/>
            <ac:spMk id="16387" creationId="{00000000-0000-0000-0000-000000000000}"/>
          </ac:spMkLst>
        </pc:spChg>
        <pc:spChg chg="add del">
          <ac:chgData name="Josh Reiss" userId="a90d6cd88c30b6c6" providerId="LiveId" clId="{43484233-2621-45CC-9FA1-7271584A6934}" dt="2021-02-17T08:51:58.403" v="1169" actId="478"/>
          <ac:spMkLst>
            <pc:docMk/>
            <pc:sldMk cId="3242077079" sldId="331"/>
            <ac:spMk id="16393" creationId="{00000000-0000-0000-0000-000000000000}"/>
          </ac:spMkLst>
        </pc:spChg>
        <pc:spChg chg="add del">
          <ac:chgData name="Josh Reiss" userId="a90d6cd88c30b6c6" providerId="LiveId" clId="{43484233-2621-45CC-9FA1-7271584A6934}" dt="2021-02-17T08:51:58.403" v="1169" actId="478"/>
          <ac:spMkLst>
            <pc:docMk/>
            <pc:sldMk cId="3242077079" sldId="331"/>
            <ac:spMk id="16394" creationId="{00000000-0000-0000-0000-000000000000}"/>
          </ac:spMkLst>
        </pc:spChg>
        <pc:spChg chg="add del">
          <ac:chgData name="Josh Reiss" userId="a90d6cd88c30b6c6" providerId="LiveId" clId="{43484233-2621-45CC-9FA1-7271584A6934}" dt="2021-02-17T08:51:58.403" v="1169" actId="478"/>
          <ac:spMkLst>
            <pc:docMk/>
            <pc:sldMk cId="3242077079" sldId="331"/>
            <ac:spMk id="16396" creationId="{00000000-0000-0000-0000-000000000000}"/>
          </ac:spMkLst>
        </pc:spChg>
        <pc:spChg chg="add del">
          <ac:chgData name="Josh Reiss" userId="a90d6cd88c30b6c6" providerId="LiveId" clId="{43484233-2621-45CC-9FA1-7271584A6934}" dt="2021-02-17T08:51:58.403" v="1169" actId="478"/>
          <ac:spMkLst>
            <pc:docMk/>
            <pc:sldMk cId="3242077079" sldId="331"/>
            <ac:spMk id="16397" creationId="{00000000-0000-0000-0000-000000000000}"/>
          </ac:spMkLst>
        </pc:spChg>
        <pc:spChg chg="add del">
          <ac:chgData name="Josh Reiss" userId="a90d6cd88c30b6c6" providerId="LiveId" clId="{43484233-2621-45CC-9FA1-7271584A6934}" dt="2021-02-17T08:51:58.403" v="1169" actId="478"/>
          <ac:spMkLst>
            <pc:docMk/>
            <pc:sldMk cId="3242077079" sldId="331"/>
            <ac:spMk id="16398" creationId="{00000000-0000-0000-0000-000000000000}"/>
          </ac:spMkLst>
        </pc:spChg>
        <pc:spChg chg="mod">
          <ac:chgData name="Josh Reiss" userId="a90d6cd88c30b6c6" providerId="LiveId" clId="{43484233-2621-45CC-9FA1-7271584A6934}" dt="2021-02-17T08:51:58.195" v="1168" actId="6549"/>
          <ac:spMkLst>
            <pc:docMk/>
            <pc:sldMk cId="3242077079" sldId="331"/>
            <ac:spMk id="16399" creationId="{00000000-0000-0000-0000-000000000000}"/>
          </ac:spMkLst>
        </pc:spChg>
        <pc:picChg chg="add del">
          <ac:chgData name="Josh Reiss" userId="a90d6cd88c30b6c6" providerId="LiveId" clId="{43484233-2621-45CC-9FA1-7271584A6934}" dt="2021-02-17T08:51:58.403" v="1169" actId="478"/>
          <ac:picMkLst>
            <pc:docMk/>
            <pc:sldMk cId="3242077079" sldId="331"/>
            <ac:picMk id="16388" creationId="{00000000-0000-0000-0000-000000000000}"/>
          </ac:picMkLst>
        </pc:picChg>
        <pc:picChg chg="add del">
          <ac:chgData name="Josh Reiss" userId="a90d6cd88c30b6c6" providerId="LiveId" clId="{43484233-2621-45CC-9FA1-7271584A6934}" dt="2021-02-17T08:51:58.403" v="1169" actId="478"/>
          <ac:picMkLst>
            <pc:docMk/>
            <pc:sldMk cId="3242077079" sldId="331"/>
            <ac:picMk id="16389" creationId="{00000000-0000-0000-0000-000000000000}"/>
          </ac:picMkLst>
        </pc:picChg>
        <pc:picChg chg="add del">
          <ac:chgData name="Josh Reiss" userId="a90d6cd88c30b6c6" providerId="LiveId" clId="{43484233-2621-45CC-9FA1-7271584A6934}" dt="2021-02-17T08:51:58.403" v="1169" actId="478"/>
          <ac:picMkLst>
            <pc:docMk/>
            <pc:sldMk cId="3242077079" sldId="331"/>
            <ac:picMk id="16390" creationId="{00000000-0000-0000-0000-000000000000}"/>
          </ac:picMkLst>
        </pc:picChg>
        <pc:picChg chg="add del">
          <ac:chgData name="Josh Reiss" userId="a90d6cd88c30b6c6" providerId="LiveId" clId="{43484233-2621-45CC-9FA1-7271584A6934}" dt="2021-02-17T08:51:58.403" v="1169" actId="478"/>
          <ac:picMkLst>
            <pc:docMk/>
            <pc:sldMk cId="3242077079" sldId="331"/>
            <ac:picMk id="16391" creationId="{00000000-0000-0000-0000-000000000000}"/>
          </ac:picMkLst>
        </pc:picChg>
        <pc:picChg chg="add del">
          <ac:chgData name="Josh Reiss" userId="a90d6cd88c30b6c6" providerId="LiveId" clId="{43484233-2621-45CC-9FA1-7271584A6934}" dt="2021-02-17T08:51:58.403" v="1169" actId="478"/>
          <ac:picMkLst>
            <pc:docMk/>
            <pc:sldMk cId="3242077079" sldId="331"/>
            <ac:picMk id="16392" creationId="{00000000-0000-0000-0000-000000000000}"/>
          </ac:picMkLst>
        </pc:picChg>
        <pc:picChg chg="add del">
          <ac:chgData name="Josh Reiss" userId="a90d6cd88c30b6c6" providerId="LiveId" clId="{43484233-2621-45CC-9FA1-7271584A6934}" dt="2021-02-17T08:51:58.403" v="1169" actId="478"/>
          <ac:picMkLst>
            <pc:docMk/>
            <pc:sldMk cId="3242077079" sldId="331"/>
            <ac:picMk id="16395" creationId="{00000000-0000-0000-0000-000000000000}"/>
          </ac:picMkLst>
        </pc:picChg>
      </pc:sldChg>
      <pc:sldChg chg="addSp delSp modSp add mod delAnim modAnim modShow">
        <pc:chgData name="Josh Reiss" userId="a90d6cd88c30b6c6" providerId="LiveId" clId="{43484233-2621-45CC-9FA1-7271584A6934}" dt="2021-02-17T10:41:44.036" v="2533" actId="729"/>
        <pc:sldMkLst>
          <pc:docMk/>
          <pc:sldMk cId="4044762517" sldId="331"/>
        </pc:sldMkLst>
        <pc:spChg chg="del">
          <ac:chgData name="Josh Reiss" userId="a90d6cd88c30b6c6" providerId="LiveId" clId="{43484233-2621-45CC-9FA1-7271584A6934}" dt="2021-02-17T08:59:10.546" v="1703" actId="478"/>
          <ac:spMkLst>
            <pc:docMk/>
            <pc:sldMk cId="4044762517" sldId="331"/>
            <ac:spMk id="2" creationId="{405A534B-BE5D-40F6-AE4A-55CB27760A09}"/>
          </ac:spMkLst>
        </pc:spChg>
        <pc:spChg chg="del">
          <ac:chgData name="Josh Reiss" userId="a90d6cd88c30b6c6" providerId="LiveId" clId="{43484233-2621-45CC-9FA1-7271584A6934}" dt="2021-02-17T08:59:10.546" v="1703" actId="478"/>
          <ac:spMkLst>
            <pc:docMk/>
            <pc:sldMk cId="4044762517" sldId="331"/>
            <ac:spMk id="5" creationId="{37AF81A4-6152-4B17-9015-12DCD0702F5F}"/>
          </ac:spMkLst>
        </pc:spChg>
        <pc:spChg chg="del">
          <ac:chgData name="Josh Reiss" userId="a90d6cd88c30b6c6" providerId="LiveId" clId="{43484233-2621-45CC-9FA1-7271584A6934}" dt="2021-02-17T08:59:10.546" v="1703" actId="478"/>
          <ac:spMkLst>
            <pc:docMk/>
            <pc:sldMk cId="4044762517" sldId="331"/>
            <ac:spMk id="6" creationId="{040D517E-9A16-4979-A867-287D0C015AD8}"/>
          </ac:spMkLst>
        </pc:spChg>
        <pc:spChg chg="mod">
          <ac:chgData name="Josh Reiss" userId="a90d6cd88c30b6c6" providerId="LiveId" clId="{43484233-2621-45CC-9FA1-7271584A6934}" dt="2021-02-17T08:52:42.327" v="1210" actId="20577"/>
          <ac:spMkLst>
            <pc:docMk/>
            <pc:sldMk cId="4044762517" sldId="331"/>
            <ac:spMk id="10242" creationId="{00000000-0000-0000-0000-000000000000}"/>
          </ac:spMkLst>
        </pc:spChg>
        <pc:spChg chg="mod">
          <ac:chgData name="Josh Reiss" userId="a90d6cd88c30b6c6" providerId="LiveId" clId="{43484233-2621-45CC-9FA1-7271584A6934}" dt="2021-02-17T10:04:42.100" v="2462" actId="5793"/>
          <ac:spMkLst>
            <pc:docMk/>
            <pc:sldMk cId="4044762517" sldId="331"/>
            <ac:spMk id="10243" creationId="{00000000-0000-0000-0000-000000000000}"/>
          </ac:spMkLst>
        </pc:spChg>
        <pc:cxnChg chg="del mod">
          <ac:chgData name="Josh Reiss" userId="a90d6cd88c30b6c6" providerId="LiveId" clId="{43484233-2621-45CC-9FA1-7271584A6934}" dt="2021-02-17T08:59:10.546" v="1703" actId="478"/>
          <ac:cxnSpMkLst>
            <pc:docMk/>
            <pc:sldMk cId="4044762517" sldId="331"/>
            <ac:cxnSpMk id="4" creationId="{E4148B37-66CF-4E84-BF73-4274EC479041}"/>
          </ac:cxnSpMkLst>
        </pc:cxnChg>
        <pc:cxnChg chg="add mod">
          <ac:chgData name="Josh Reiss" userId="a90d6cd88c30b6c6" providerId="LiveId" clId="{43484233-2621-45CC-9FA1-7271584A6934}" dt="2021-02-17T10:05:17.727" v="2465" actId="692"/>
          <ac:cxnSpMkLst>
            <pc:docMk/>
            <pc:sldMk cId="4044762517" sldId="331"/>
            <ac:cxnSpMk id="7" creationId="{5F438D3A-F7D7-4ADB-B1AC-D471A0B6D63D}"/>
          </ac:cxnSpMkLst>
        </pc:cxnChg>
        <pc:cxnChg chg="del mod">
          <ac:chgData name="Josh Reiss" userId="a90d6cd88c30b6c6" providerId="LiveId" clId="{43484233-2621-45CC-9FA1-7271584A6934}" dt="2021-02-17T08:59:10.546" v="1703" actId="478"/>
          <ac:cxnSpMkLst>
            <pc:docMk/>
            <pc:sldMk cId="4044762517" sldId="331"/>
            <ac:cxnSpMk id="11" creationId="{1A4EB88A-BB80-400F-82AE-88D6980AB6AC}"/>
          </ac:cxnSpMkLst>
        </pc:cxnChg>
        <pc:cxnChg chg="add mod">
          <ac:chgData name="Josh Reiss" userId="a90d6cd88c30b6c6" providerId="LiveId" clId="{43484233-2621-45CC-9FA1-7271584A6934}" dt="2021-02-17T10:05:41.052" v="2469" actId="14100"/>
          <ac:cxnSpMkLst>
            <pc:docMk/>
            <pc:sldMk cId="4044762517" sldId="331"/>
            <ac:cxnSpMk id="12" creationId="{3B115827-BAC0-4273-B646-D2D8D69FDBEB}"/>
          </ac:cxnSpMkLst>
        </pc:cxnChg>
      </pc:sldChg>
      <pc:sldChg chg="addSp delSp modSp new del mod">
        <pc:chgData name="Josh Reiss" userId="a90d6cd88c30b6c6" providerId="LiveId" clId="{43484233-2621-45CC-9FA1-7271584A6934}" dt="2021-02-17T09:47:11.558" v="2151" actId="47"/>
        <pc:sldMkLst>
          <pc:docMk/>
          <pc:sldMk cId="2236031689" sldId="332"/>
        </pc:sldMkLst>
        <pc:spChg chg="add del mod">
          <ac:chgData name="Josh Reiss" userId="a90d6cd88c30b6c6" providerId="LiveId" clId="{43484233-2621-45CC-9FA1-7271584A6934}" dt="2021-02-17T09:24:09.316" v="1855"/>
          <ac:spMkLst>
            <pc:docMk/>
            <pc:sldMk cId="2236031689" sldId="332"/>
            <ac:spMk id="3" creationId="{36695D65-1006-4A23-BFB4-182CCE4423EE}"/>
          </ac:spMkLst>
        </pc:spChg>
        <pc:graphicFrameChg chg="add del mod">
          <ac:chgData name="Josh Reiss" userId="a90d6cd88c30b6c6" providerId="LiveId" clId="{43484233-2621-45CC-9FA1-7271584A6934}" dt="2021-02-17T09:11:23.171" v="1835"/>
          <ac:graphicFrameMkLst>
            <pc:docMk/>
            <pc:sldMk cId="2236031689" sldId="332"/>
            <ac:graphicFrameMk id="4" creationId="{E1A10B85-99C9-45E6-BC88-77388C624CE0}"/>
          </ac:graphicFrameMkLst>
        </pc:graphicFrameChg>
        <pc:graphicFrameChg chg="add del mod">
          <ac:chgData name="Josh Reiss" userId="a90d6cd88c30b6c6" providerId="LiveId" clId="{43484233-2621-45CC-9FA1-7271584A6934}" dt="2021-02-17T09:11:28.758" v="1839"/>
          <ac:graphicFrameMkLst>
            <pc:docMk/>
            <pc:sldMk cId="2236031689" sldId="332"/>
            <ac:graphicFrameMk id="5" creationId="{74CD0D65-F5A5-4A62-8407-CFD5DA9C6BBF}"/>
          </ac:graphicFrameMkLst>
        </pc:graphicFrameChg>
        <pc:graphicFrameChg chg="add del mod">
          <ac:chgData name="Josh Reiss" userId="a90d6cd88c30b6c6" providerId="LiveId" clId="{43484233-2621-45CC-9FA1-7271584A6934}" dt="2021-02-17T09:11:31.325" v="1841"/>
          <ac:graphicFrameMkLst>
            <pc:docMk/>
            <pc:sldMk cId="2236031689" sldId="332"/>
            <ac:graphicFrameMk id="6" creationId="{88D57BA7-37FB-4F57-ABA6-8B3CD3ADB176}"/>
          </ac:graphicFrameMkLst>
        </pc:graphicFrameChg>
        <pc:graphicFrameChg chg="add del mod">
          <ac:chgData name="Josh Reiss" userId="a90d6cd88c30b6c6" providerId="LiveId" clId="{43484233-2621-45CC-9FA1-7271584A6934}" dt="2021-02-17T09:21:45.421" v="1846"/>
          <ac:graphicFrameMkLst>
            <pc:docMk/>
            <pc:sldMk cId="2236031689" sldId="332"/>
            <ac:graphicFrameMk id="7" creationId="{600091ED-0C31-41E9-B8E2-C85FD98AA810}"/>
          </ac:graphicFrameMkLst>
        </pc:graphicFrameChg>
        <pc:graphicFrameChg chg="add del mod modGraphic">
          <ac:chgData name="Josh Reiss" userId="a90d6cd88c30b6c6" providerId="LiveId" clId="{43484233-2621-45CC-9FA1-7271584A6934}" dt="2021-02-17T09:21:57.375" v="1850"/>
          <ac:graphicFrameMkLst>
            <pc:docMk/>
            <pc:sldMk cId="2236031689" sldId="332"/>
            <ac:graphicFrameMk id="8" creationId="{35CB4CC6-45AE-4EF8-A996-729E1B1A68FC}"/>
          </ac:graphicFrameMkLst>
        </pc:graphicFrameChg>
        <pc:graphicFrameChg chg="add del mod ord modGraphic">
          <ac:chgData name="Josh Reiss" userId="a90d6cd88c30b6c6" providerId="LiveId" clId="{43484233-2621-45CC-9FA1-7271584A6934}" dt="2021-02-17T09:22:09.956" v="1854" actId="3680"/>
          <ac:graphicFrameMkLst>
            <pc:docMk/>
            <pc:sldMk cId="2236031689" sldId="332"/>
            <ac:graphicFrameMk id="9" creationId="{3309B1C7-7727-4410-9825-48526E08F7F5}"/>
          </ac:graphicFrameMkLst>
        </pc:graphicFrameChg>
        <pc:graphicFrameChg chg="add del mod">
          <ac:chgData name="Josh Reiss" userId="a90d6cd88c30b6c6" providerId="LiveId" clId="{43484233-2621-45CC-9FA1-7271584A6934}" dt="2021-02-17T09:22:09.218" v="1853"/>
          <ac:graphicFrameMkLst>
            <pc:docMk/>
            <pc:sldMk cId="2236031689" sldId="332"/>
            <ac:graphicFrameMk id="10" creationId="{8A642620-F221-49B2-820A-696A92E8340C}"/>
          </ac:graphicFrameMkLst>
        </pc:graphicFrameChg>
        <pc:graphicFrameChg chg="add mod modGraphic">
          <ac:chgData name="Josh Reiss" userId="a90d6cd88c30b6c6" providerId="LiveId" clId="{43484233-2621-45CC-9FA1-7271584A6934}" dt="2021-02-17T09:25:57.004" v="1874" actId="14100"/>
          <ac:graphicFrameMkLst>
            <pc:docMk/>
            <pc:sldMk cId="2236031689" sldId="332"/>
            <ac:graphicFrameMk id="11" creationId="{0F0C1F49-6AB4-4C47-AD29-6B14A54ABE82}"/>
          </ac:graphicFrameMkLst>
        </pc:graphicFrameChg>
        <pc:graphicFrameChg chg="add del mod">
          <ac:chgData name="Josh Reiss" userId="a90d6cd88c30b6c6" providerId="LiveId" clId="{43484233-2621-45CC-9FA1-7271584A6934}" dt="2021-02-17T09:28:34.615" v="1876"/>
          <ac:graphicFrameMkLst>
            <pc:docMk/>
            <pc:sldMk cId="2236031689" sldId="332"/>
            <ac:graphicFrameMk id="12" creationId="{CBAA545F-1EDE-4FB9-8C9C-2E51533B1C1B}"/>
          </ac:graphicFrameMkLst>
        </pc:graphicFrameChg>
        <pc:graphicFrameChg chg="add del mod">
          <ac:chgData name="Josh Reiss" userId="a90d6cd88c30b6c6" providerId="LiveId" clId="{43484233-2621-45CC-9FA1-7271584A6934}" dt="2021-02-17T09:29:50.384" v="1880"/>
          <ac:graphicFrameMkLst>
            <pc:docMk/>
            <pc:sldMk cId="2236031689" sldId="332"/>
            <ac:graphicFrameMk id="13" creationId="{7A324C31-485C-4908-B198-6B437BA709E3}"/>
          </ac:graphicFrameMkLst>
        </pc:graphicFrameChg>
        <pc:graphicFrameChg chg="add del mod modGraphic">
          <ac:chgData name="Josh Reiss" userId="a90d6cd88c30b6c6" providerId="LiveId" clId="{43484233-2621-45CC-9FA1-7271584A6934}" dt="2021-02-17T09:47:05.619" v="2150"/>
          <ac:graphicFrameMkLst>
            <pc:docMk/>
            <pc:sldMk cId="2236031689" sldId="332"/>
            <ac:graphicFrameMk id="14" creationId="{943A5DAC-2E4A-44FD-97D1-C4279EA0B876}"/>
          </ac:graphicFrameMkLst>
        </pc:graphicFrameChg>
      </pc:sldChg>
      <pc:sldChg chg="addSp delSp modSp new del mod">
        <pc:chgData name="Josh Reiss" userId="a90d6cd88c30b6c6" providerId="LiveId" clId="{43484233-2621-45CC-9FA1-7271584A6934}" dt="2021-02-17T10:02:09.797" v="2443" actId="47"/>
        <pc:sldMkLst>
          <pc:docMk/>
          <pc:sldMk cId="4287973671" sldId="333"/>
        </pc:sldMkLst>
        <pc:spChg chg="del">
          <ac:chgData name="Josh Reiss" userId="a90d6cd88c30b6c6" providerId="LiveId" clId="{43484233-2621-45CC-9FA1-7271584A6934}" dt="2021-02-17T09:40:42.302" v="2025" actId="3680"/>
          <ac:spMkLst>
            <pc:docMk/>
            <pc:sldMk cId="4287973671" sldId="333"/>
            <ac:spMk id="3" creationId="{C49A81F9-463E-44F1-B3DA-589EC789446B}"/>
          </ac:spMkLst>
        </pc:spChg>
        <pc:spChg chg="add del mod">
          <ac:chgData name="Josh Reiss" userId="a90d6cd88c30b6c6" providerId="LiveId" clId="{43484233-2621-45CC-9FA1-7271584A6934}" dt="2021-02-17T09:41:37.187" v="2041" actId="478"/>
          <ac:spMkLst>
            <pc:docMk/>
            <pc:sldMk cId="4287973671" sldId="333"/>
            <ac:spMk id="6" creationId="{D1E9F652-4A96-4C38-956A-34B8F34EB86D}"/>
          </ac:spMkLst>
        </pc:spChg>
        <pc:graphicFrameChg chg="add del mod ord modGraphic">
          <ac:chgData name="Josh Reiss" userId="a90d6cd88c30b6c6" providerId="LiveId" clId="{43484233-2621-45CC-9FA1-7271584A6934}" dt="2021-02-17T09:41:34.808" v="2040" actId="478"/>
          <ac:graphicFrameMkLst>
            <pc:docMk/>
            <pc:sldMk cId="4287973671" sldId="333"/>
            <ac:graphicFrameMk id="4" creationId="{7F6FA3CF-6106-4847-ABFC-69BBB2CEF536}"/>
          </ac:graphicFrameMkLst>
        </pc:graphicFrameChg>
        <pc:graphicFrameChg chg="add mod modGraphic">
          <ac:chgData name="Josh Reiss" userId="a90d6cd88c30b6c6" providerId="LiveId" clId="{43484233-2621-45CC-9FA1-7271584A6934}" dt="2021-02-17T09:58:47.323" v="2393" actId="20577"/>
          <ac:graphicFrameMkLst>
            <pc:docMk/>
            <pc:sldMk cId="4287973671" sldId="333"/>
            <ac:graphicFrameMk id="7" creationId="{03EDE985-EDD1-429D-9F0F-4568B257B738}"/>
          </ac:graphicFrameMkLst>
        </pc:graphicFrameChg>
        <pc:graphicFrameChg chg="add del mod modGraphic">
          <ac:chgData name="Josh Reiss" userId="a90d6cd88c30b6c6" providerId="LiveId" clId="{43484233-2621-45CC-9FA1-7271584A6934}" dt="2021-02-17T09:43:32.809" v="2058" actId="478"/>
          <ac:graphicFrameMkLst>
            <pc:docMk/>
            <pc:sldMk cId="4287973671" sldId="333"/>
            <ac:graphicFrameMk id="8" creationId="{1AFA93E6-AF43-45C3-B320-C656230D8284}"/>
          </ac:graphicFrameMkLst>
        </pc:graphicFrameChg>
      </pc:sldChg>
      <pc:sldChg chg="addSp delSp modSp add mod">
        <pc:chgData name="Josh Reiss" userId="a90d6cd88c30b6c6" providerId="LiveId" clId="{43484233-2621-45CC-9FA1-7271584A6934}" dt="2021-02-17T10:02:02.030" v="2442" actId="20577"/>
        <pc:sldMkLst>
          <pc:docMk/>
          <pc:sldMk cId="2208179552" sldId="334"/>
        </pc:sldMkLst>
        <pc:spChg chg="mod">
          <ac:chgData name="Josh Reiss" userId="a90d6cd88c30b6c6" providerId="LiveId" clId="{43484233-2621-45CC-9FA1-7271584A6934}" dt="2021-02-17T10:02:02.030" v="2442" actId="20577"/>
          <ac:spMkLst>
            <pc:docMk/>
            <pc:sldMk cId="2208179552" sldId="334"/>
            <ac:spMk id="2" creationId="{5C9E1CDA-333C-4FF1-BF6A-FDBFE338F54F}"/>
          </ac:spMkLst>
        </pc:spChg>
        <pc:graphicFrameChg chg="add mod modGraphic">
          <ac:chgData name="Josh Reiss" userId="a90d6cd88c30b6c6" providerId="LiveId" clId="{43484233-2621-45CC-9FA1-7271584A6934}" dt="2021-02-17T10:01:39.185" v="2409" actId="14100"/>
          <ac:graphicFrameMkLst>
            <pc:docMk/>
            <pc:sldMk cId="2208179552" sldId="334"/>
            <ac:graphicFrameMk id="3" creationId="{260010B7-CCAE-48F9-A0C3-1269C29B3474}"/>
          </ac:graphicFrameMkLst>
        </pc:graphicFrameChg>
        <pc:graphicFrameChg chg="del">
          <ac:chgData name="Josh Reiss" userId="a90d6cd88c30b6c6" providerId="LiveId" clId="{43484233-2621-45CC-9FA1-7271584A6934}" dt="2021-02-17T09:59:13.367" v="2395" actId="478"/>
          <ac:graphicFrameMkLst>
            <pc:docMk/>
            <pc:sldMk cId="2208179552" sldId="334"/>
            <ac:graphicFrameMk id="7" creationId="{03EDE985-EDD1-429D-9F0F-4568B257B738}"/>
          </ac:graphicFrameMkLst>
        </pc:graphicFrameChg>
      </pc:sldChg>
      <pc:sldMasterChg chg="modSp modSldLayout">
        <pc:chgData name="Josh Reiss" userId="a90d6cd88c30b6c6" providerId="LiveId" clId="{43484233-2621-45CC-9FA1-7271584A6934}" dt="2021-02-17T07:29:38.960" v="335"/>
        <pc:sldMasterMkLst>
          <pc:docMk/>
          <pc:sldMasterMk cId="0" sldId="2147483648"/>
        </pc:sldMasterMkLst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48"/>
            <ac:spMk id="205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48"/>
            <ac:spMk id="2051" creationId="{00000000-0000-0000-0000-000000000000}"/>
          </ac:spMkLst>
        </pc:sp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8"/>
            <pc:sldLayoutMk cId="0" sldId="2147483655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8"/>
            <pc:sldLayoutMk cId="0" sldId="2147483657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8"/>
            <pc:sldLayoutMk cId="0" sldId="2147483658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8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8"/>
            <pc:sldLayoutMk cId="0" sldId="214748365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9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59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8"/>
            <pc:sldLayoutMk cId="0" sldId="2147483662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62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62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8"/>
            <pc:sldLayoutMk cId="0" sldId="2147483663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63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63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63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8"/>
            <pc:sldLayoutMk cId="0" sldId="2147483665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65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8"/>
              <pc:sldLayoutMk cId="0" sldId="2147483665"/>
              <ac:spMk id="3" creationId="{00000000-0000-0000-0000-000000000000}"/>
            </ac:spMkLst>
          </pc:spChg>
        </pc:sldLayoutChg>
      </pc:sldMasterChg>
      <pc:sldMasterChg chg="modSp modSldLayout">
        <pc:chgData name="Josh Reiss" userId="a90d6cd88c30b6c6" providerId="LiveId" clId="{43484233-2621-45CC-9FA1-7271584A6934}" dt="2021-02-17T07:29:38.960" v="335"/>
        <pc:sldMasterMkLst>
          <pc:docMk/>
          <pc:sldMasterMk cId="0" sldId="2147483649"/>
        </pc:sldMasterMkLst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49"/>
            <ac:spMk id="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49"/>
            <ac:spMk id="307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49"/>
            <ac:spMk id="3075" creationId="{00000000-0000-0000-0000-000000000000}"/>
          </ac:spMkLst>
        </pc:sp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9"/>
            <pc:sldLayoutMk cId="0" sldId="2147483666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66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66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9"/>
            <pc:sldLayoutMk cId="0" sldId="2147483668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68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68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9"/>
            <pc:sldLayoutMk cId="0" sldId="214748366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69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69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9"/>
            <pc:sldLayoutMk cId="0" sldId="2147483670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0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0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0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0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0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9"/>
            <pc:sldLayoutMk cId="0" sldId="2147483673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3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3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3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9"/>
            <pc:sldLayoutMk cId="0" sldId="2147483674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4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4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4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49"/>
            <pc:sldLayoutMk cId="0" sldId="2147483676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6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49"/>
              <pc:sldLayoutMk cId="0" sldId="2147483676"/>
              <ac:spMk id="3" creationId="{00000000-0000-0000-0000-000000000000}"/>
            </ac:spMkLst>
          </pc:spChg>
        </pc:sldLayoutChg>
      </pc:sldMasterChg>
      <pc:sldMasterChg chg="modSp modSldLayout">
        <pc:chgData name="Josh Reiss" userId="a90d6cd88c30b6c6" providerId="LiveId" clId="{43484233-2621-45CC-9FA1-7271584A6934}" dt="2021-02-17T07:29:38.960" v="335"/>
        <pc:sldMasterMkLst>
          <pc:docMk/>
          <pc:sldMasterMk cId="0" sldId="2147483650"/>
        </pc:sldMasterMkLst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0"/>
            <ac:spMk id="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0"/>
            <ac:spMk id="4098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0"/>
            <ac:spMk id="4099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asterMk cId="0" sldId="2147483650"/>
            <ac:picMk id="4100" creationId="{00000000-0000-0000-0000-000000000000}"/>
          </ac:picMkLst>
        </pc:pic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0"/>
            <pc:sldLayoutMk cId="0" sldId="2147483677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77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77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0"/>
            <pc:sldLayoutMk cId="0" sldId="214748367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79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79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0"/>
            <pc:sldLayoutMk cId="0" sldId="2147483680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0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0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0"/>
            <pc:sldLayoutMk cId="0" sldId="2147483681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1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1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1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1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1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0"/>
            <pc:sldLayoutMk cId="0" sldId="2147483684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4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4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4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0"/>
            <pc:sldLayoutMk cId="0" sldId="2147483685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5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5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5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0"/>
            <pc:sldLayoutMk cId="0" sldId="2147483687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7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0"/>
              <pc:sldLayoutMk cId="0" sldId="2147483687"/>
              <ac:spMk id="3" creationId="{00000000-0000-0000-0000-000000000000}"/>
            </ac:spMkLst>
          </pc:spChg>
        </pc:sldLayoutChg>
      </pc:sldMasterChg>
      <pc:sldMasterChg chg="modSp modSldLayout">
        <pc:chgData name="Josh Reiss" userId="a90d6cd88c30b6c6" providerId="LiveId" clId="{43484233-2621-45CC-9FA1-7271584A6934}" dt="2021-02-17T07:29:38.960" v="335"/>
        <pc:sldMasterMkLst>
          <pc:docMk/>
          <pc:sldMasterMk cId="0" sldId="2147483651"/>
        </pc:sldMasterMkLst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1"/>
            <ac:spMk id="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1"/>
            <ac:spMk id="5122" creationId="{00000000-0000-0000-0000-000000000000}"/>
          </ac:spMkLst>
        </pc:spChg>
        <pc:picChg chg="mod">
          <ac:chgData name="Josh Reiss" userId="a90d6cd88c30b6c6" providerId="LiveId" clId="{43484233-2621-45CC-9FA1-7271584A6934}" dt="2021-02-17T07:29:38.960" v="335"/>
          <ac:picMkLst>
            <pc:docMk/>
            <pc:sldMasterMk cId="0" sldId="2147483651"/>
            <ac:picMk id="5123" creationId="{00000000-0000-0000-0000-000000000000}"/>
          </ac:picMkLst>
        </pc:pic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1"/>
            <pc:sldLayoutMk cId="0" sldId="2147483688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88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88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1"/>
            <pc:sldLayoutMk cId="0" sldId="214748368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89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1"/>
            <pc:sldLayoutMk cId="0" sldId="2147483690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0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0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1"/>
            <pc:sldLayoutMk cId="0" sldId="2147483691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1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1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1"/>
            <pc:sldLayoutMk cId="0" sldId="2147483692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2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2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2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2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2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1"/>
            <pc:sldLayoutMk cId="0" sldId="2147483695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5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5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5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1"/>
            <pc:sldLayoutMk cId="0" sldId="2147483696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6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6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6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1"/>
            <pc:sldLayoutMk cId="0" sldId="2147483697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7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1"/>
            <pc:sldLayoutMk cId="0" sldId="2147483698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8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1"/>
              <pc:sldLayoutMk cId="0" sldId="2147483698"/>
              <ac:spMk id="3" creationId="{00000000-0000-0000-0000-000000000000}"/>
            </ac:spMkLst>
          </pc:spChg>
        </pc:sldLayoutChg>
      </pc:sldMasterChg>
      <pc:sldMasterChg chg="modSp modSldLayout">
        <pc:chgData name="Josh Reiss" userId="a90d6cd88c30b6c6" providerId="LiveId" clId="{43484233-2621-45CC-9FA1-7271584A6934}" dt="2021-02-17T07:29:38.960" v="335"/>
        <pc:sldMasterMkLst>
          <pc:docMk/>
          <pc:sldMasterMk cId="0" sldId="2147483652"/>
        </pc:sldMasterMkLst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2"/>
            <ac:spMk id="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2"/>
            <ac:spMk id="6146" creationId="{00000000-0000-0000-0000-000000000000}"/>
          </ac:spMkLst>
        </pc:sp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2"/>
            <pc:sldLayoutMk cId="0" sldId="214748369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699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699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2"/>
            <pc:sldLayoutMk cId="0" sldId="2147483700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0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2"/>
            <pc:sldLayoutMk cId="0" sldId="2147483701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1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1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2"/>
            <pc:sldLayoutMk cId="0" sldId="2147483702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2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2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2"/>
            <pc:sldLayoutMk cId="0" sldId="2147483703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3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3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3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3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3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2"/>
            <pc:sldLayoutMk cId="0" sldId="2147483706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6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6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6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2"/>
            <pc:sldLayoutMk cId="0" sldId="2147483707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7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7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7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2"/>
            <pc:sldLayoutMk cId="0" sldId="2147483708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8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2"/>
            <pc:sldLayoutMk cId="0" sldId="214748370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9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2"/>
              <pc:sldLayoutMk cId="0" sldId="2147483709"/>
              <ac:spMk id="3" creationId="{00000000-0000-0000-0000-000000000000}"/>
            </ac:spMkLst>
          </pc:spChg>
        </pc:sldLayoutChg>
      </pc:sldMasterChg>
      <pc:sldMasterChg chg="modSp modSldLayout">
        <pc:chgData name="Josh Reiss" userId="a90d6cd88c30b6c6" providerId="LiveId" clId="{43484233-2621-45CC-9FA1-7271584A6934}" dt="2021-02-17T07:29:38.960" v="335"/>
        <pc:sldMasterMkLst>
          <pc:docMk/>
          <pc:sldMasterMk cId="0" sldId="2147483653"/>
        </pc:sldMasterMkLst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3"/>
            <ac:spMk id="2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3"/>
            <ac:spMk id="7170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0" sldId="2147483653"/>
            <ac:spMk id="7171" creationId="{00000000-0000-0000-0000-000000000000}"/>
          </ac:spMkLst>
        </pc:sp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3"/>
            <pc:sldLayoutMk cId="0" sldId="2147483710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0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0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3"/>
            <pc:sldLayoutMk cId="0" sldId="2147483712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2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2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3"/>
            <pc:sldLayoutMk cId="0" sldId="2147483713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3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3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3"/>
            <pc:sldLayoutMk cId="0" sldId="2147483714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4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4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4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4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4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3"/>
            <pc:sldLayoutMk cId="0" sldId="2147483717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7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7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7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3"/>
            <pc:sldLayoutMk cId="0" sldId="2147483718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8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8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18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3"/>
            <pc:sldLayoutMk cId="0" sldId="2147483720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20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3"/>
              <pc:sldLayoutMk cId="0" sldId="2147483720"/>
              <ac:spMk id="3" creationId="{00000000-0000-0000-0000-000000000000}"/>
            </ac:spMkLst>
          </pc:spChg>
        </pc:sldLayoutChg>
      </pc:sldMasterChg>
      <pc:sldMasterChg chg="modSldLayout">
        <pc:chgData name="Josh Reiss" userId="a90d6cd88c30b6c6" providerId="LiveId" clId="{43484233-2621-45CC-9FA1-7271584A6934}" dt="2021-02-17T07:29:38.960" v="335"/>
        <pc:sldMasterMkLst>
          <pc:docMk/>
          <pc:sldMasterMk cId="0" sldId="2147483654"/>
        </pc:sldMasterMkLst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21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1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1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22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2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2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23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3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3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24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4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4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4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25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5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5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5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5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5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26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6"/>
              <ac:spMk id="2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28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8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8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8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2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9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9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29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30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30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30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0" sldId="2147483654"/>
            <pc:sldLayoutMk cId="0" sldId="2147483731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31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0" sldId="2147483654"/>
              <pc:sldLayoutMk cId="0" sldId="2147483731"/>
              <ac:spMk id="3" creationId="{00000000-0000-0000-0000-000000000000}"/>
            </ac:spMkLst>
          </pc:spChg>
        </pc:sldLayoutChg>
      </pc:sldMasterChg>
      <pc:sldMasterChg chg="modSp modSldLayout">
        <pc:chgData name="Josh Reiss" userId="a90d6cd88c30b6c6" providerId="LiveId" clId="{43484233-2621-45CC-9FA1-7271584A6934}" dt="2021-02-17T07:29:38.960" v="335"/>
        <pc:sldMasterMkLst>
          <pc:docMk/>
          <pc:sldMasterMk cId="3792619117" sldId="2147483756"/>
        </pc:sldMasterMkLst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3792619117" sldId="2147483756"/>
            <ac:spMk id="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3792619117" sldId="2147483756"/>
            <ac:spMk id="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3792619117" sldId="2147483756"/>
            <ac:spMk id="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3792619117" sldId="2147483756"/>
            <ac:spMk id="102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3792619117" sldId="2147483756"/>
            <ac:spMk id="1027" creationId="{00000000-0000-0000-0000-000000000000}"/>
          </ac:spMkLst>
        </pc:sp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3792619117" sldId="2147483756"/>
            <pc:sldLayoutMk cId="1863888169" sldId="2147483757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863888169" sldId="2147483757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863888169" sldId="2147483757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3792619117" sldId="2147483756"/>
            <pc:sldLayoutMk cId="417190691" sldId="214748375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417190691" sldId="2147483759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417190691" sldId="2147483759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3792619117" sldId="2147483756"/>
            <pc:sldLayoutMk cId="2898731369" sldId="2147483760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2898731369" sldId="2147483760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2898731369" sldId="2147483760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3792619117" sldId="2147483756"/>
            <pc:sldLayoutMk cId="1965814257" sldId="2147483761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965814257" sldId="2147483761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965814257" sldId="2147483761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965814257" sldId="2147483761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965814257" sldId="2147483761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3792619117" sldId="2147483756"/>
            <pc:sldLayoutMk cId="1045209208" sldId="2147483764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045209208" sldId="2147483764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045209208" sldId="2147483764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045209208" sldId="2147483764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3792619117" sldId="2147483756"/>
            <pc:sldLayoutMk cId="2106444724" sldId="2147483765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2106444724" sldId="2147483765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2106444724" sldId="2147483765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2106444724" sldId="2147483765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3792619117" sldId="2147483756"/>
            <pc:sldLayoutMk cId="1831630086" sldId="2147483767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831630086" sldId="2147483767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3792619117" sldId="2147483756"/>
              <pc:sldLayoutMk cId="1831630086" sldId="2147483767"/>
              <ac:spMk id="3" creationId="{00000000-0000-0000-0000-000000000000}"/>
            </ac:spMkLst>
          </pc:spChg>
        </pc:sldLayoutChg>
      </pc:sldMasterChg>
      <pc:sldMasterChg chg="modSp modSldLayout">
        <pc:chgData name="Josh Reiss" userId="a90d6cd88c30b6c6" providerId="LiveId" clId="{43484233-2621-45CC-9FA1-7271584A6934}" dt="2021-02-17T07:29:38.960" v="335"/>
        <pc:sldMasterMkLst>
          <pc:docMk/>
          <pc:sldMasterMk cId="1010482647" sldId="2147483768"/>
        </pc:sldMasterMkLst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010482647" sldId="2147483768"/>
            <ac:spMk id="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010482647" sldId="2147483768"/>
            <ac:spMk id="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010482647" sldId="2147483768"/>
            <ac:spMk id="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010482647" sldId="2147483768"/>
            <ac:spMk id="102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010482647" sldId="2147483768"/>
            <ac:spMk id="1027" creationId="{00000000-0000-0000-0000-000000000000}"/>
          </ac:spMkLst>
        </pc:sp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1010482647" sldId="2147483768"/>
            <pc:sldLayoutMk cId="493639993" sldId="214748376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493639993" sldId="2147483769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493639993" sldId="2147483769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1010482647" sldId="2147483768"/>
            <pc:sldLayoutMk cId="1871955187" sldId="2147483771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1871955187" sldId="2147483771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1871955187" sldId="2147483771"/>
              <ac:spMk id="3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1010482647" sldId="2147483768"/>
            <pc:sldLayoutMk cId="4140311141" sldId="2147483772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4140311141" sldId="2147483772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4140311141" sldId="2147483772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1010482647" sldId="2147483768"/>
            <pc:sldLayoutMk cId="3787429238" sldId="2147483773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3787429238" sldId="2147483773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3787429238" sldId="2147483773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3787429238" sldId="2147483773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3787429238" sldId="2147483773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1010482647" sldId="2147483768"/>
            <pc:sldLayoutMk cId="2043928959" sldId="2147483776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2043928959" sldId="2147483776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2043928959" sldId="2147483776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2043928959" sldId="2147483776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1010482647" sldId="2147483768"/>
            <pc:sldLayoutMk cId="2248240794" sldId="2147483777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2248240794" sldId="2147483777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2248240794" sldId="2147483777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2248240794" sldId="2147483777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43484233-2621-45CC-9FA1-7271584A6934}" dt="2021-02-17T07:29:38.960" v="335"/>
          <pc:sldLayoutMkLst>
            <pc:docMk/>
            <pc:sldMasterMk cId="1010482647" sldId="2147483768"/>
            <pc:sldLayoutMk cId="3849968852" sldId="214748377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3849968852" sldId="2147483779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010482647" sldId="2147483768"/>
              <pc:sldLayoutMk cId="3849968852" sldId="2147483779"/>
              <ac:spMk id="3" creationId="{00000000-0000-0000-0000-000000000000}"/>
            </ac:spMkLst>
          </pc:spChg>
        </pc:sldLayoutChg>
      </pc:sldMasterChg>
      <pc:sldMasterChg chg="modSp del delSldLayout modSldLayout">
        <pc:chgData name="Josh Reiss" userId="a90d6cd88c30b6c6" providerId="LiveId" clId="{43484233-2621-45CC-9FA1-7271584A6934}" dt="2021-02-17T08:29:16.516" v="1131" actId="47"/>
        <pc:sldMasterMkLst>
          <pc:docMk/>
          <pc:sldMasterMk cId="1822063134" sldId="2147483780"/>
        </pc:sldMasterMkLst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822063134" sldId="2147483780"/>
            <ac:spMk id="4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822063134" sldId="2147483780"/>
            <ac:spMk id="5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822063134" sldId="2147483780"/>
            <ac:spMk id="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822063134" sldId="2147483780"/>
            <ac:spMk id="1026" creationId="{00000000-0000-0000-0000-000000000000}"/>
          </ac:spMkLst>
        </pc:spChg>
        <pc:spChg chg="mod">
          <ac:chgData name="Josh Reiss" userId="a90d6cd88c30b6c6" providerId="LiveId" clId="{43484233-2621-45CC-9FA1-7271584A6934}" dt="2021-02-17T07:29:38.960" v="335"/>
          <ac:spMkLst>
            <pc:docMk/>
            <pc:sldMasterMk cId="1822063134" sldId="2147483780"/>
            <ac:spMk id="1027" creationId="{00000000-0000-0000-0000-000000000000}"/>
          </ac:spMkLst>
        </pc:spChg>
        <pc:sldLayoutChg chg="modSp 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936310236" sldId="2147483781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936310236" sldId="2147483781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936310236" sldId="2147483781"/>
              <ac:spMk id="3" creationId="{00000000-0000-0000-0000-000000000000}"/>
            </ac:spMkLst>
          </pc:spChg>
        </pc:sldLayoutChg>
        <pc:sldLayoutChg chg="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3209676395" sldId="2147483782"/>
          </pc:sldLayoutMkLst>
        </pc:sldLayoutChg>
        <pc:sldLayoutChg chg="modSp 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4141642388" sldId="2147483783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4141642388" sldId="2147483783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4141642388" sldId="2147483783"/>
              <ac:spMk id="3" creationId="{00000000-0000-0000-0000-000000000000}"/>
            </ac:spMkLst>
          </pc:spChg>
        </pc:sldLayoutChg>
        <pc:sldLayoutChg chg="modSp 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3421118067" sldId="2147483784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3421118067" sldId="2147483784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3421118067" sldId="2147483784"/>
              <ac:spMk id="4" creationId="{00000000-0000-0000-0000-000000000000}"/>
            </ac:spMkLst>
          </pc:spChg>
        </pc:sldLayoutChg>
        <pc:sldLayoutChg chg="modSp 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2432651705" sldId="2147483785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2432651705" sldId="2147483785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2432651705" sldId="2147483785"/>
              <ac:spMk id="4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2432651705" sldId="2147483785"/>
              <ac:spMk id="5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2432651705" sldId="2147483785"/>
              <ac:spMk id="6" creationId="{00000000-0000-0000-0000-000000000000}"/>
            </ac:spMkLst>
          </pc:spChg>
        </pc:sldLayoutChg>
        <pc:sldLayoutChg chg="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1081517605" sldId="2147483786"/>
          </pc:sldLayoutMkLst>
        </pc:sldLayoutChg>
        <pc:sldLayoutChg chg="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2436601826" sldId="2147483787"/>
          </pc:sldLayoutMkLst>
        </pc:sldLayoutChg>
        <pc:sldLayoutChg chg="modSp 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1889792295" sldId="2147483788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1889792295" sldId="2147483788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1889792295" sldId="2147483788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1889792295" sldId="2147483788"/>
              <ac:spMk id="4" creationId="{00000000-0000-0000-0000-000000000000}"/>
            </ac:spMkLst>
          </pc:spChg>
        </pc:sldLayoutChg>
        <pc:sldLayoutChg chg="modSp 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1180752392" sldId="2147483789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1180752392" sldId="2147483789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1180752392" sldId="2147483789"/>
              <ac:spMk id="3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1180752392" sldId="2147483789"/>
              <ac:spMk id="4" creationId="{00000000-0000-0000-0000-000000000000}"/>
            </ac:spMkLst>
          </pc:spChg>
        </pc:sldLayoutChg>
        <pc:sldLayoutChg chg="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2376667499" sldId="2147483790"/>
          </pc:sldLayoutMkLst>
        </pc:sldLayoutChg>
        <pc:sldLayoutChg chg="modSp del">
          <pc:chgData name="Josh Reiss" userId="a90d6cd88c30b6c6" providerId="LiveId" clId="{43484233-2621-45CC-9FA1-7271584A6934}" dt="2021-02-17T08:29:16.516" v="1131" actId="47"/>
          <pc:sldLayoutMkLst>
            <pc:docMk/>
            <pc:sldMasterMk cId="1822063134" sldId="2147483780"/>
            <pc:sldLayoutMk cId="158600062" sldId="2147483791"/>
          </pc:sldLayoutMkLst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158600062" sldId="2147483791"/>
              <ac:spMk id="2" creationId="{00000000-0000-0000-0000-000000000000}"/>
            </ac:spMkLst>
          </pc:spChg>
          <pc:spChg chg="mod">
            <ac:chgData name="Josh Reiss" userId="a90d6cd88c30b6c6" providerId="LiveId" clId="{43484233-2621-45CC-9FA1-7271584A6934}" dt="2021-02-17T07:29:38.960" v="335"/>
            <ac:spMkLst>
              <pc:docMk/>
              <pc:sldMasterMk cId="1822063134" sldId="2147483780"/>
              <pc:sldLayoutMk cId="158600062" sldId="2147483791"/>
              <ac:spMk id="3" creationId="{00000000-0000-0000-0000-000000000000}"/>
            </ac:spMkLst>
          </pc:spChg>
        </pc:sldLayoutChg>
      </pc:sldMasterChg>
    </pc:docChg>
  </pc:docChgLst>
  <pc:docChgLst>
    <pc:chgData name="Josh Reiss" userId="a90d6cd88c30b6c6" providerId="LiveId" clId="{72A0F1F6-EEAD-4C03-9AF7-BC8C17F8B6AE}"/>
    <pc:docChg chg="undo custSel addSld modSld">
      <pc:chgData name="Josh Reiss" userId="a90d6cd88c30b6c6" providerId="LiveId" clId="{72A0F1F6-EEAD-4C03-9AF7-BC8C17F8B6AE}" dt="2021-05-30T09:14:34.191" v="91" actId="164"/>
      <pc:docMkLst>
        <pc:docMk/>
      </pc:docMkLst>
      <pc:sldChg chg="addSp delSp modSp mod">
        <pc:chgData name="Josh Reiss" userId="a90d6cd88c30b6c6" providerId="LiveId" clId="{72A0F1F6-EEAD-4C03-9AF7-BC8C17F8B6AE}" dt="2021-05-30T09:14:34.191" v="91" actId="164"/>
        <pc:sldMkLst>
          <pc:docMk/>
          <pc:sldMk cId="1794092413" sldId="311"/>
        </pc:sldMkLst>
        <pc:spChg chg="add del">
          <ac:chgData name="Josh Reiss" userId="a90d6cd88c30b6c6" providerId="LiveId" clId="{72A0F1F6-EEAD-4C03-9AF7-BC8C17F8B6AE}" dt="2021-05-30T09:11:42.643" v="62" actId="22"/>
          <ac:spMkLst>
            <pc:docMk/>
            <pc:sldMk cId="1794092413" sldId="311"/>
            <ac:spMk id="63" creationId="{C0B60A7D-76C6-45B2-AE34-A984E86B2FC6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67" creationId="{F2BE88A6-6820-4061-880E-787CC4ADBFBA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68" creationId="{A6BC5B9C-8E02-418A-BACE-BE42BA4B9D64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69" creationId="{87B733B7-14F2-4899-915C-B7D8C4576728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71" creationId="{06DB8C25-6BC4-45E6-9148-6DCA04832ED6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72" creationId="{0E3AA37C-AB02-40AB-B77A-914A994E16ED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80" creationId="{9400FD2B-8F25-4B9A-A37D-9C88875E0E4C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81" creationId="{6E5AABBF-F7DF-479F-A7D7-8C4CCE81F910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82" creationId="{1E26825D-1623-43B5-8704-3C8197F51276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84" creationId="{B5AAA527-91EB-47C0-AE1D-D392357085E1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85" creationId="{81A2CDBE-EBB7-4C02-883D-DACD491D23D1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88" creationId="{6150EEF6-3D14-44F9-96BE-38A0314553AB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89" creationId="{2E7475FF-83F7-461E-9CF7-EFAD9BDDF2B1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90" creationId="{125A821F-971A-4964-AE23-D52CFA7AC847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91" creationId="{C7467EBB-FDAA-457A-BA1E-DFB262105336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94" creationId="{040F8C2C-153F-47D4-88F8-8AB5A2467D0B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98" creationId="{5037A2D7-3590-43BA-8121-836DAF033145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99" creationId="{5F5F7147-2D7C-47DA-9DB0-8101CE1A96C7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100" creationId="{497677BD-3DD3-4FFC-B084-01AD122BEE8F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102" creationId="{1F76A85B-778A-44F8-9148-DA75DDF8B766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103" creationId="{BF441C2E-5A8E-406B-8988-94268FB94292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104" creationId="{314CFFCF-4E14-456B-B407-57719315B4BD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105" creationId="{D16AB45C-9A5E-4E2C-B320-1E7C67567160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106" creationId="{D72AE14A-3C4E-4A10-A8EB-2A3876FB3920}"/>
          </ac:spMkLst>
        </pc:spChg>
        <pc:spChg chg="mod topLvl">
          <ac:chgData name="Josh Reiss" userId="a90d6cd88c30b6c6" providerId="LiveId" clId="{72A0F1F6-EEAD-4C03-9AF7-BC8C17F8B6AE}" dt="2021-05-30T09:14:34.191" v="91" actId="164"/>
          <ac:spMkLst>
            <pc:docMk/>
            <pc:sldMk cId="1794092413" sldId="311"/>
            <ac:spMk id="107" creationId="{C63DD312-E08F-47B4-A58D-B56719E2B2E2}"/>
          </ac:spMkLst>
        </pc:spChg>
        <pc:spChg chg="mod">
          <ac:chgData name="Josh Reiss" userId="a90d6cd88c30b6c6" providerId="LiveId" clId="{72A0F1F6-EEAD-4C03-9AF7-BC8C17F8B6AE}" dt="2021-05-30T09:10:41.166" v="21" actId="1076"/>
          <ac:spMkLst>
            <pc:docMk/>
            <pc:sldMk cId="1794092413" sldId="311"/>
            <ac:spMk id="6146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48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49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50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51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56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57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58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65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68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70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73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74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75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80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84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85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86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87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97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98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199" creationId="{00000000-0000-0000-0000-000000000000}"/>
          </ac:spMkLst>
        </pc:spChg>
        <pc:spChg chg="mod">
          <ac:chgData name="Josh Reiss" userId="a90d6cd88c30b6c6" providerId="LiveId" clId="{72A0F1F6-EEAD-4C03-9AF7-BC8C17F8B6AE}" dt="2021-05-30T09:12:49.682" v="68" actId="404"/>
          <ac:spMkLst>
            <pc:docMk/>
            <pc:sldMk cId="1794092413" sldId="311"/>
            <ac:spMk id="6201" creationId="{00000000-0000-0000-0000-000000000000}"/>
          </ac:spMkLst>
        </pc:spChg>
        <pc:grpChg chg="mod">
          <ac:chgData name="Josh Reiss" userId="a90d6cd88c30b6c6" providerId="LiveId" clId="{72A0F1F6-EEAD-4C03-9AF7-BC8C17F8B6AE}" dt="2021-05-30T09:14:34.191" v="91" actId="164"/>
          <ac:grpSpMkLst>
            <pc:docMk/>
            <pc:sldMk cId="1794092413" sldId="311"/>
            <ac:grpSpMk id="4" creationId="{EA0EAE76-05AE-4ED8-B639-B8E5C71EA8EE}"/>
          </ac:grpSpMkLst>
        </pc:grpChg>
        <pc:grpChg chg="add mod">
          <ac:chgData name="Josh Reiss" userId="a90d6cd88c30b6c6" providerId="LiveId" clId="{72A0F1F6-EEAD-4C03-9AF7-BC8C17F8B6AE}" dt="2021-05-30T09:14:34.191" v="91" actId="164"/>
          <ac:grpSpMkLst>
            <pc:docMk/>
            <pc:sldMk cId="1794092413" sldId="311"/>
            <ac:grpSpMk id="8" creationId="{A177A51E-5CB2-4F5B-B8FC-D5B5259CDF68}"/>
          </ac:grpSpMkLst>
        </pc:grpChg>
        <pc:grpChg chg="add del mod">
          <ac:chgData name="Josh Reiss" userId="a90d6cd88c30b6c6" providerId="LiveId" clId="{72A0F1F6-EEAD-4C03-9AF7-BC8C17F8B6AE}" dt="2021-05-30T09:13:06.289" v="69" actId="165"/>
          <ac:grpSpMkLst>
            <pc:docMk/>
            <pc:sldMk cId="1794092413" sldId="311"/>
            <ac:grpSpMk id="64" creationId="{2D9A5446-3D56-4371-8D4F-CB2552C3D278}"/>
          </ac:grpSpMkLst>
        </pc:grpChg>
        <pc:grpChg chg="mod topLvl">
          <ac:chgData name="Josh Reiss" userId="a90d6cd88c30b6c6" providerId="LiveId" clId="{72A0F1F6-EEAD-4C03-9AF7-BC8C17F8B6AE}" dt="2021-05-30T09:14:34.191" v="91" actId="164"/>
          <ac:grpSpMkLst>
            <pc:docMk/>
            <pc:sldMk cId="1794092413" sldId="311"/>
            <ac:grpSpMk id="70" creationId="{86479D8A-44A3-447D-9F0B-8D948E66A257}"/>
          </ac:grpSpMkLst>
        </pc:grpChg>
        <pc:grpChg chg="mod topLvl">
          <ac:chgData name="Josh Reiss" userId="a90d6cd88c30b6c6" providerId="LiveId" clId="{72A0F1F6-EEAD-4C03-9AF7-BC8C17F8B6AE}" dt="2021-05-30T09:14:34.191" v="91" actId="164"/>
          <ac:grpSpMkLst>
            <pc:docMk/>
            <pc:sldMk cId="1794092413" sldId="311"/>
            <ac:grpSpMk id="83" creationId="{61007459-D790-4EC1-A7CD-5F19ABE0351F}"/>
          </ac:grpSpMkLst>
        </pc:grpChg>
        <pc:grpChg chg="mod topLvl">
          <ac:chgData name="Josh Reiss" userId="a90d6cd88c30b6c6" providerId="LiveId" clId="{72A0F1F6-EEAD-4C03-9AF7-BC8C17F8B6AE}" dt="2021-05-30T09:14:34.191" v="91" actId="164"/>
          <ac:grpSpMkLst>
            <pc:docMk/>
            <pc:sldMk cId="1794092413" sldId="311"/>
            <ac:grpSpMk id="92" creationId="{DE0AA217-57FE-4978-AFC7-8FF97AB39571}"/>
          </ac:grpSpMkLst>
        </pc:grpChg>
        <pc:grpChg chg="del mod topLvl">
          <ac:chgData name="Josh Reiss" userId="a90d6cd88c30b6c6" providerId="LiveId" clId="{72A0F1F6-EEAD-4C03-9AF7-BC8C17F8B6AE}" dt="2021-05-30T09:13:36.034" v="72" actId="165"/>
          <ac:grpSpMkLst>
            <pc:docMk/>
            <pc:sldMk cId="1794092413" sldId="311"/>
            <ac:grpSpMk id="101" creationId="{6E71EAAE-6B5A-4B70-BA1F-62E4AE6412CA}"/>
          </ac:grpSpMkLst>
        </pc:grp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65" creationId="{4B63795D-3578-40C3-96B1-B9DEA11EE09F}"/>
          </ac:cxnSpMkLst>
        </pc:cxn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66" creationId="{96B949BE-DA69-4C4C-AD92-2F9BB76BE6A6}"/>
          </ac:cxnSpMkLst>
        </pc:cxn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73" creationId="{66C8AF38-175A-49EF-8973-1331A011AE14}"/>
          </ac:cxnSpMkLst>
        </pc:cxn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74" creationId="{4F79158B-74AB-442F-ADF6-2D32D1C53A2B}"/>
          </ac:cxnSpMkLst>
        </pc:cxn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86" creationId="{BC00A58C-00A8-4663-885C-B06F2228A74C}"/>
          </ac:cxnSpMkLst>
        </pc:cxn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87" creationId="{6F3386B6-E9D6-428D-BD2E-A02FD861B247}"/>
          </ac:cxnSpMkLst>
        </pc:cxn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95" creationId="{537F97AB-2F88-4F16-99A3-36F87117A3D6}"/>
          </ac:cxnSpMkLst>
        </pc:cxn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97" creationId="{8D7E1936-4162-4B92-ADBF-456E7CCEC630}"/>
          </ac:cxnSpMkLst>
        </pc:cxnChg>
        <pc:cxnChg chg="del mod topLvl">
          <ac:chgData name="Josh Reiss" userId="a90d6cd88c30b6c6" providerId="LiveId" clId="{72A0F1F6-EEAD-4C03-9AF7-BC8C17F8B6AE}" dt="2021-05-30T09:13:51.718" v="74" actId="478"/>
          <ac:cxnSpMkLst>
            <pc:docMk/>
            <pc:sldMk cId="1794092413" sldId="311"/>
            <ac:cxnSpMk id="108" creationId="{0A39A411-2D80-4A84-8303-CEF5793A6D89}"/>
          </ac:cxnSpMkLst>
        </pc:cxn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109" creationId="{14273CB2-ECB2-4FBF-BBBF-630EC3A75A5F}"/>
          </ac:cxnSpMkLst>
        </pc:cxnChg>
        <pc:cxnChg chg="del mod topLvl">
          <ac:chgData name="Josh Reiss" userId="a90d6cd88c30b6c6" providerId="LiveId" clId="{72A0F1F6-EEAD-4C03-9AF7-BC8C17F8B6AE}" dt="2021-05-30T09:13:48.983" v="73" actId="478"/>
          <ac:cxnSpMkLst>
            <pc:docMk/>
            <pc:sldMk cId="1794092413" sldId="311"/>
            <ac:cxnSpMk id="110" creationId="{501B35D5-2292-4A89-8E9B-1833EC420064}"/>
          </ac:cxnSpMkLst>
        </pc:cxnChg>
        <pc:cxnChg chg="del mod topLvl">
          <ac:chgData name="Josh Reiss" userId="a90d6cd88c30b6c6" providerId="LiveId" clId="{72A0F1F6-EEAD-4C03-9AF7-BC8C17F8B6AE}" dt="2021-05-30T09:13:54.703" v="75" actId="478"/>
          <ac:cxnSpMkLst>
            <pc:docMk/>
            <pc:sldMk cId="1794092413" sldId="311"/>
            <ac:cxnSpMk id="111" creationId="{AC094534-B4FF-4A31-8E94-288A7702E4A2}"/>
          </ac:cxnSpMkLst>
        </pc:cxnChg>
        <pc:cxnChg chg="mod topLvl">
          <ac:chgData name="Josh Reiss" userId="a90d6cd88c30b6c6" providerId="LiveId" clId="{72A0F1F6-EEAD-4C03-9AF7-BC8C17F8B6AE}" dt="2021-05-30T09:14:34.191" v="91" actId="164"/>
          <ac:cxnSpMkLst>
            <pc:docMk/>
            <pc:sldMk cId="1794092413" sldId="311"/>
            <ac:cxnSpMk id="112" creationId="{42F23C4C-4FFD-42BD-A7C2-5CB7C930DB59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13" creationId="{C5335C25-73A6-4E41-856A-2E8A3952E88E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14" creationId="{65437EA9-A242-4532-AF42-D9C6FCED0014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15" creationId="{D296A6FF-9D3C-4B39-A65F-A3FC0C129536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16" creationId="{6A54A0C6-6AB1-4A4B-A53D-816BCA9D98C3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17" creationId="{518384E9-B1A0-449B-BFC6-79C367BD6B70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18" creationId="{39906C9A-DF28-4541-A257-AF34ADCCDE20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19" creationId="{CEE2A373-862D-41AA-8837-7CD89D070BC4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20" creationId="{5A00AB00-8011-4944-9B90-828691CCC318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21" creationId="{F5C13B64-737D-499D-9BAE-0E4FE0396E4E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22" creationId="{EE26D3AC-1D26-41C8-8112-8761AF4DCA89}"/>
          </ac:cxnSpMkLst>
        </pc:cxnChg>
        <pc:cxnChg chg="mod">
          <ac:chgData name="Josh Reiss" userId="a90d6cd88c30b6c6" providerId="LiveId" clId="{72A0F1F6-EEAD-4C03-9AF7-BC8C17F8B6AE}" dt="2021-05-30T09:13:06.289" v="69" actId="165"/>
          <ac:cxnSpMkLst>
            <pc:docMk/>
            <pc:sldMk cId="1794092413" sldId="311"/>
            <ac:cxnSpMk id="123" creationId="{7295C2BE-8195-4D99-878C-5FD1DBD12B7A}"/>
          </ac:cxnSpMkLst>
        </pc:cxnChg>
      </pc:sldChg>
      <pc:sldChg chg="modSp mod">
        <pc:chgData name="Josh Reiss" userId="a90d6cd88c30b6c6" providerId="LiveId" clId="{72A0F1F6-EEAD-4C03-9AF7-BC8C17F8B6AE}" dt="2021-05-30T09:11:33.601" v="60" actId="14100"/>
        <pc:sldMkLst>
          <pc:docMk/>
          <pc:sldMk cId="102687631" sldId="312"/>
        </pc:sldMkLst>
        <pc:grpChg chg="mod">
          <ac:chgData name="Josh Reiss" userId="a90d6cd88c30b6c6" providerId="LiveId" clId="{72A0F1F6-EEAD-4C03-9AF7-BC8C17F8B6AE}" dt="2021-05-30T09:11:33.601" v="60" actId="14100"/>
          <ac:grpSpMkLst>
            <pc:docMk/>
            <pc:sldMk cId="102687631" sldId="312"/>
            <ac:grpSpMk id="4" creationId="{A4303B5B-2323-42AE-90D1-4BD87BEBA60F}"/>
          </ac:grpSpMkLst>
        </pc:grpChg>
      </pc:sldChg>
      <pc:sldChg chg="new">
        <pc:chgData name="Josh Reiss" userId="a90d6cd88c30b6c6" providerId="LiveId" clId="{72A0F1F6-EEAD-4C03-9AF7-BC8C17F8B6AE}" dt="2021-05-30T09:09:57.882" v="5" actId="680"/>
        <pc:sldMkLst>
          <pc:docMk/>
          <pc:sldMk cId="270318796" sldId="335"/>
        </pc:sldMkLst>
      </pc:sldChg>
    </pc:docChg>
  </pc:docChgLst>
  <pc:docChgLst>
    <pc:chgData name="Josh Reiss" userId="a90d6cd88c30b6c6" providerId="LiveId" clId="{572437B2-91A2-44F0-99AB-249D38CAD714}"/>
    <pc:docChg chg="delSld modSld">
      <pc:chgData name="Josh Reiss" userId="a90d6cd88c30b6c6" providerId="LiveId" clId="{572437B2-91A2-44F0-99AB-249D38CAD714}" dt="2022-02-23T11:20:07.718" v="48" actId="20577"/>
      <pc:docMkLst>
        <pc:docMk/>
      </pc:docMkLst>
      <pc:sldChg chg="modSp mod">
        <pc:chgData name="Josh Reiss" userId="a90d6cd88c30b6c6" providerId="LiveId" clId="{572437B2-91A2-44F0-99AB-249D38CAD714}" dt="2022-02-23T11:20:07.718" v="48" actId="20577"/>
        <pc:sldMkLst>
          <pc:docMk/>
          <pc:sldMk cId="0" sldId="297"/>
        </pc:sldMkLst>
        <pc:spChg chg="mod">
          <ac:chgData name="Josh Reiss" userId="a90d6cd88c30b6c6" providerId="LiveId" clId="{572437B2-91A2-44F0-99AB-249D38CAD714}" dt="2022-02-23T11:20:07.718" v="48" actId="20577"/>
          <ac:spMkLst>
            <pc:docMk/>
            <pc:sldMk cId="0" sldId="297"/>
            <ac:spMk id="10243" creationId="{00000000-0000-0000-0000-000000000000}"/>
          </ac:spMkLst>
        </pc:spChg>
      </pc:sldChg>
      <pc:sldChg chg="addSp delSp modSp mod">
        <pc:chgData name="Josh Reiss" userId="a90d6cd88c30b6c6" providerId="LiveId" clId="{572437B2-91A2-44F0-99AB-249D38CAD714}" dt="2021-10-04T08:50:04.777" v="44" actId="1037"/>
        <pc:sldMkLst>
          <pc:docMk/>
          <pc:sldMk cId="1794092413" sldId="311"/>
        </pc:sldMkLst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7" creationId="{F2BE88A6-6820-4061-880E-787CC4ADBFBA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8" creationId="{A6BC5B9C-8E02-418A-BACE-BE42BA4B9D64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9" creationId="{87B733B7-14F2-4899-915C-B7D8C4576728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71" creationId="{06DB8C25-6BC4-45E6-9148-6DCA04832ED6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72" creationId="{0E3AA37C-AB02-40AB-B77A-914A994E16ED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80" creationId="{9400FD2B-8F25-4B9A-A37D-9C88875E0E4C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81" creationId="{6E5AABBF-F7DF-479F-A7D7-8C4CCE81F910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82" creationId="{1E26825D-1623-43B5-8704-3C8197F51276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84" creationId="{B5AAA527-91EB-47C0-AE1D-D392357085E1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85" creationId="{81A2CDBE-EBB7-4C02-883D-DACD491D23D1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88" creationId="{6150EEF6-3D14-44F9-96BE-38A0314553AB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89" creationId="{2E7475FF-83F7-461E-9CF7-EFAD9BDDF2B1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90" creationId="{125A821F-971A-4964-AE23-D52CFA7AC847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91" creationId="{C7467EBB-FDAA-457A-BA1E-DFB262105336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94" creationId="{040F8C2C-153F-47D4-88F8-8AB5A2467D0B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98" creationId="{5037A2D7-3590-43BA-8121-836DAF033145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99" creationId="{5F5F7147-2D7C-47DA-9DB0-8101CE1A96C7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100" creationId="{497677BD-3DD3-4FFC-B084-01AD122BEE8F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102" creationId="{1F76A85B-778A-44F8-9148-DA75DDF8B766}"/>
          </ac:spMkLst>
        </pc:spChg>
        <pc:spChg chg="mod topLvl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103" creationId="{BF441C2E-5A8E-406B-8988-94268FB94292}"/>
          </ac:spMkLst>
        </pc:spChg>
        <pc:spChg chg="mod topLvl">
          <ac:chgData name="Josh Reiss" userId="a90d6cd88c30b6c6" providerId="LiveId" clId="{572437B2-91A2-44F0-99AB-249D38CAD714}" dt="2021-10-04T08:49:36.545" v="41" actId="255"/>
          <ac:spMkLst>
            <pc:docMk/>
            <pc:sldMk cId="1794092413" sldId="311"/>
            <ac:spMk id="104" creationId="{314CFFCF-4E14-456B-B407-57719315B4BD}"/>
          </ac:spMkLst>
        </pc:spChg>
        <pc:spChg chg="mod topLvl">
          <ac:chgData name="Josh Reiss" userId="a90d6cd88c30b6c6" providerId="LiveId" clId="{572437B2-91A2-44F0-99AB-249D38CAD714}" dt="2021-10-04T08:49:36.545" v="41" actId="255"/>
          <ac:spMkLst>
            <pc:docMk/>
            <pc:sldMk cId="1794092413" sldId="311"/>
            <ac:spMk id="105" creationId="{D16AB45C-9A5E-4E2C-B320-1E7C67567160}"/>
          </ac:spMkLst>
        </pc:spChg>
        <pc:spChg chg="mod topLvl">
          <ac:chgData name="Josh Reiss" userId="a90d6cd88c30b6c6" providerId="LiveId" clId="{572437B2-91A2-44F0-99AB-249D38CAD714}" dt="2021-10-04T08:49:36.545" v="41" actId="255"/>
          <ac:spMkLst>
            <pc:docMk/>
            <pc:sldMk cId="1794092413" sldId="311"/>
            <ac:spMk id="106" creationId="{D72AE14A-3C4E-4A10-A8EB-2A3876FB3920}"/>
          </ac:spMkLst>
        </pc:spChg>
        <pc:spChg chg="mod topLvl">
          <ac:chgData name="Josh Reiss" userId="a90d6cd88c30b6c6" providerId="LiveId" clId="{572437B2-91A2-44F0-99AB-249D38CAD714}" dt="2021-10-04T08:50:04.777" v="44" actId="1037"/>
          <ac:spMkLst>
            <pc:docMk/>
            <pc:sldMk cId="1794092413" sldId="311"/>
            <ac:spMk id="107" creationId="{C63DD312-E08F-47B4-A58D-B56719E2B2E2}"/>
          </ac:spMkLst>
        </pc:spChg>
        <pc:spChg chg="mod">
          <ac:chgData name="Josh Reiss" userId="a90d6cd88c30b6c6" providerId="LiveId" clId="{572437B2-91A2-44F0-99AB-249D38CAD714}" dt="2021-10-04T08:49:36.545" v="41" actId="255"/>
          <ac:spMkLst>
            <pc:docMk/>
            <pc:sldMk cId="1794092413" sldId="311"/>
            <ac:spMk id="6148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36.545" v="41" actId="255"/>
          <ac:spMkLst>
            <pc:docMk/>
            <pc:sldMk cId="1794092413" sldId="311"/>
            <ac:spMk id="6149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36.545" v="41" actId="255"/>
          <ac:spMkLst>
            <pc:docMk/>
            <pc:sldMk cId="1794092413" sldId="311"/>
            <ac:spMk id="6150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36.545" v="41" actId="255"/>
          <ac:spMkLst>
            <pc:docMk/>
            <pc:sldMk cId="1794092413" sldId="311"/>
            <ac:spMk id="6151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56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57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58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65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68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70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73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74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75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80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84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85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86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87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97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98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199" creationId="{00000000-0000-0000-0000-000000000000}"/>
          </ac:spMkLst>
        </pc:spChg>
        <pc:spChg chg="mod">
          <ac:chgData name="Josh Reiss" userId="a90d6cd88c30b6c6" providerId="LiveId" clId="{572437B2-91A2-44F0-99AB-249D38CAD714}" dt="2021-10-04T08:49:11.706" v="40" actId="404"/>
          <ac:spMkLst>
            <pc:docMk/>
            <pc:sldMk cId="1794092413" sldId="311"/>
            <ac:spMk id="6201" creationId="{00000000-0000-0000-0000-000000000000}"/>
          </ac:spMkLst>
        </pc:spChg>
        <pc:grpChg chg="mod topLvl">
          <ac:chgData name="Josh Reiss" userId="a90d6cd88c30b6c6" providerId="LiveId" clId="{572437B2-91A2-44F0-99AB-249D38CAD714}" dt="2021-10-04T08:48:11.280" v="9" actId="164"/>
          <ac:grpSpMkLst>
            <pc:docMk/>
            <pc:sldMk cId="1794092413" sldId="311"/>
            <ac:grpSpMk id="4" creationId="{EA0EAE76-05AE-4ED8-B639-B8E5C71EA8EE}"/>
          </ac:grpSpMkLst>
        </pc:grpChg>
        <pc:grpChg chg="add mod">
          <ac:chgData name="Josh Reiss" userId="a90d6cd88c30b6c6" providerId="LiveId" clId="{572437B2-91A2-44F0-99AB-249D38CAD714}" dt="2021-10-04T08:48:11.280" v="9" actId="164"/>
          <ac:grpSpMkLst>
            <pc:docMk/>
            <pc:sldMk cId="1794092413" sldId="311"/>
            <ac:grpSpMk id="6" creationId="{680AC424-9199-4071-8605-563949A7F2D3}"/>
          </ac:grpSpMkLst>
        </pc:grpChg>
        <pc:grpChg chg="add mod">
          <ac:chgData name="Josh Reiss" userId="a90d6cd88c30b6c6" providerId="LiveId" clId="{572437B2-91A2-44F0-99AB-249D38CAD714}" dt="2021-10-04T08:49:06.931" v="39" actId="1076"/>
          <ac:grpSpMkLst>
            <pc:docMk/>
            <pc:sldMk cId="1794092413" sldId="311"/>
            <ac:grpSpMk id="7" creationId="{12BFB8BA-13BA-42B7-8013-C12D0B82F3D2}"/>
          </ac:grpSpMkLst>
        </pc:grpChg>
        <pc:grpChg chg="del">
          <ac:chgData name="Josh Reiss" userId="a90d6cd88c30b6c6" providerId="LiveId" clId="{572437B2-91A2-44F0-99AB-249D38CAD714}" dt="2021-10-04T08:44:24.392" v="0" actId="165"/>
          <ac:grpSpMkLst>
            <pc:docMk/>
            <pc:sldMk cId="1794092413" sldId="311"/>
            <ac:grpSpMk id="8" creationId="{A177A51E-5CB2-4F5B-B8FC-D5B5259CDF68}"/>
          </ac:grpSpMkLst>
        </pc:grpChg>
        <pc:grpChg chg="mod topLvl">
          <ac:chgData name="Josh Reiss" userId="a90d6cd88c30b6c6" providerId="LiveId" clId="{572437B2-91A2-44F0-99AB-249D38CAD714}" dt="2021-10-04T08:47:34.798" v="5" actId="164"/>
          <ac:grpSpMkLst>
            <pc:docMk/>
            <pc:sldMk cId="1794092413" sldId="311"/>
            <ac:grpSpMk id="70" creationId="{86479D8A-44A3-447D-9F0B-8D948E66A257}"/>
          </ac:grpSpMkLst>
        </pc:grpChg>
        <pc:grpChg chg="mod topLvl">
          <ac:chgData name="Josh Reiss" userId="a90d6cd88c30b6c6" providerId="LiveId" clId="{572437B2-91A2-44F0-99AB-249D38CAD714}" dt="2021-10-04T08:47:34.798" v="5" actId="164"/>
          <ac:grpSpMkLst>
            <pc:docMk/>
            <pc:sldMk cId="1794092413" sldId="311"/>
            <ac:grpSpMk id="83" creationId="{61007459-D790-4EC1-A7CD-5F19ABE0351F}"/>
          </ac:grpSpMkLst>
        </pc:grpChg>
        <pc:grpChg chg="mod topLvl">
          <ac:chgData name="Josh Reiss" userId="a90d6cd88c30b6c6" providerId="LiveId" clId="{572437B2-91A2-44F0-99AB-249D38CAD714}" dt="2021-10-04T08:47:34.798" v="5" actId="164"/>
          <ac:grpSpMkLst>
            <pc:docMk/>
            <pc:sldMk cId="1794092413" sldId="311"/>
            <ac:grpSpMk id="92" creationId="{DE0AA217-57FE-4978-AFC7-8FF97AB39571}"/>
          </ac:grpSpMkLst>
        </pc:grpChg>
        <pc:grpChg chg="mod">
          <ac:chgData name="Josh Reiss" userId="a90d6cd88c30b6c6" providerId="LiveId" clId="{572437B2-91A2-44F0-99AB-249D38CAD714}" dt="2021-10-04T08:44:24.392" v="0" actId="165"/>
          <ac:grpSpMkLst>
            <pc:docMk/>
            <pc:sldMk cId="1794092413" sldId="311"/>
            <ac:grpSpMk id="6147" creationId="{00000000-0000-0000-0000-000000000000}"/>
          </ac:grpSpMkLst>
        </pc:grpChg>
        <pc:grpChg chg="mod">
          <ac:chgData name="Josh Reiss" userId="a90d6cd88c30b6c6" providerId="LiveId" clId="{572437B2-91A2-44F0-99AB-249D38CAD714}" dt="2021-10-04T08:44:24.392" v="0" actId="165"/>
          <ac:grpSpMkLst>
            <pc:docMk/>
            <pc:sldMk cId="1794092413" sldId="311"/>
            <ac:grpSpMk id="6152" creationId="{00000000-0000-0000-0000-000000000000}"/>
          </ac:grpSpMkLst>
        </pc:grpChg>
        <pc:grpChg chg="mod">
          <ac:chgData name="Josh Reiss" userId="a90d6cd88c30b6c6" providerId="LiveId" clId="{572437B2-91A2-44F0-99AB-249D38CAD714}" dt="2021-10-04T08:44:24.392" v="0" actId="165"/>
          <ac:grpSpMkLst>
            <pc:docMk/>
            <pc:sldMk cId="1794092413" sldId="311"/>
            <ac:grpSpMk id="6153" creationId="{00000000-0000-0000-0000-000000000000}"/>
          </ac:grpSpMkLst>
        </pc:grpChg>
        <pc:grpChg chg="mod">
          <ac:chgData name="Josh Reiss" userId="a90d6cd88c30b6c6" providerId="LiveId" clId="{572437B2-91A2-44F0-99AB-249D38CAD714}" dt="2021-10-04T08:44:24.392" v="0" actId="165"/>
          <ac:grpSpMkLst>
            <pc:docMk/>
            <pc:sldMk cId="1794092413" sldId="311"/>
            <ac:grpSpMk id="6166" creationId="{00000000-0000-0000-0000-000000000000}"/>
          </ac:grpSpMkLst>
        </pc:grpChg>
        <pc:grpChg chg="mod">
          <ac:chgData name="Josh Reiss" userId="a90d6cd88c30b6c6" providerId="LiveId" clId="{572437B2-91A2-44F0-99AB-249D38CAD714}" dt="2021-10-04T08:44:24.392" v="0" actId="165"/>
          <ac:grpSpMkLst>
            <pc:docMk/>
            <pc:sldMk cId="1794092413" sldId="311"/>
            <ac:grpSpMk id="6188" creationId="{00000000-0000-0000-0000-000000000000}"/>
          </ac:grpSpMkLst>
        </pc:grpChg>
        <pc:grpChg chg="mod">
          <ac:chgData name="Josh Reiss" userId="a90d6cd88c30b6c6" providerId="LiveId" clId="{572437B2-91A2-44F0-99AB-249D38CAD714}" dt="2021-10-04T08:44:24.392" v="0" actId="165"/>
          <ac:grpSpMkLst>
            <pc:docMk/>
            <pc:sldMk cId="1794092413" sldId="311"/>
            <ac:grpSpMk id="6200" creationId="{00000000-0000-0000-0000-000000000000}"/>
          </ac:grpSpMkLst>
        </pc:grp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2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3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21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24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26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7:12.501" v="4" actId="692"/>
          <ac:cxnSpMkLst>
            <pc:docMk/>
            <pc:sldMk cId="1794092413" sldId="311"/>
            <ac:cxnSpMk id="28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29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30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32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33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42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45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51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52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58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7:12.501" v="4" actId="692"/>
          <ac:cxnSpMkLst>
            <pc:docMk/>
            <pc:sldMk cId="1794092413" sldId="311"/>
            <ac:cxnSpMk id="59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60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61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7:12.501" v="4" actId="692"/>
          <ac:cxnSpMkLst>
            <pc:docMk/>
            <pc:sldMk cId="1794092413" sldId="311"/>
            <ac:cxnSpMk id="62" creationId="{00000000-0000-0000-0000-000000000000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65" creationId="{4B63795D-3578-40C3-96B1-B9DEA11EE09F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66" creationId="{96B949BE-DA69-4C4C-AD92-2F9BB76BE6A6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73" creationId="{66C8AF38-175A-49EF-8973-1331A011AE14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74" creationId="{4F79158B-74AB-442F-ADF6-2D32D1C53A2B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75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76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77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5:51.369" v="2" actId="692"/>
          <ac:cxnSpMkLst>
            <pc:docMk/>
            <pc:sldMk cId="1794092413" sldId="311"/>
            <ac:cxnSpMk id="78" creationId="{00000000-0000-0000-0000-000000000000}"/>
          </ac:cxnSpMkLst>
        </pc:cxnChg>
        <pc:cxnChg chg="mod">
          <ac:chgData name="Josh Reiss" userId="a90d6cd88c30b6c6" providerId="LiveId" clId="{572437B2-91A2-44F0-99AB-249D38CAD714}" dt="2021-10-04T08:47:12.501" v="4" actId="692"/>
          <ac:cxnSpMkLst>
            <pc:docMk/>
            <pc:sldMk cId="1794092413" sldId="311"/>
            <ac:cxnSpMk id="79" creationId="{00000000-0000-0000-0000-000000000000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86" creationId="{BC00A58C-00A8-4663-885C-B06F2228A74C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87" creationId="{6F3386B6-E9D6-428D-BD2E-A02FD861B247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93" creationId="{00000000-0000-0000-0000-000000000000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95" creationId="{537F97AB-2F88-4F16-99A3-36F87117A3D6}"/>
          </ac:cxnSpMkLst>
        </pc:cxnChg>
        <pc:cxnChg chg="mod">
          <ac:chgData name="Josh Reiss" userId="a90d6cd88c30b6c6" providerId="LiveId" clId="{572437B2-91A2-44F0-99AB-249D38CAD714}" dt="2021-10-04T08:44:24.392" v="0" actId="165"/>
          <ac:cxnSpMkLst>
            <pc:docMk/>
            <pc:sldMk cId="1794092413" sldId="311"/>
            <ac:cxnSpMk id="96" creationId="{00000000-0000-0000-0000-000000000000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97" creationId="{8D7E1936-4162-4B92-ADBF-456E7CCEC630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109" creationId="{14273CB2-ECB2-4FBF-BBBF-630EC3A75A5F}"/>
          </ac:cxnSpMkLst>
        </pc:cxnChg>
        <pc:cxnChg chg="mod topLvl">
          <ac:chgData name="Josh Reiss" userId="a90d6cd88c30b6c6" providerId="LiveId" clId="{572437B2-91A2-44F0-99AB-249D38CAD714}" dt="2021-10-04T08:47:34.798" v="5" actId="164"/>
          <ac:cxnSpMkLst>
            <pc:docMk/>
            <pc:sldMk cId="1794092413" sldId="311"/>
            <ac:cxnSpMk id="112" creationId="{42F23C4C-4FFD-42BD-A7C2-5CB7C930DB59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13" creationId="{C5335C25-73A6-4E41-856A-2E8A3952E88E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14" creationId="{65437EA9-A242-4532-AF42-D9C6FCED0014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15" creationId="{D296A6FF-9D3C-4B39-A65F-A3FC0C129536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16" creationId="{6A54A0C6-6AB1-4A4B-A53D-816BCA9D98C3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17" creationId="{518384E9-B1A0-449B-BFC6-79C367BD6B70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18" creationId="{39906C9A-DF28-4541-A257-AF34ADCCDE20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19" creationId="{CEE2A373-862D-41AA-8837-7CD89D070BC4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20" creationId="{5A00AB00-8011-4944-9B90-828691CCC318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21" creationId="{F5C13B64-737D-499D-9BAE-0E4FE0396E4E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22" creationId="{EE26D3AC-1D26-41C8-8112-8761AF4DCA89}"/>
          </ac:cxnSpMkLst>
        </pc:cxnChg>
        <pc:cxnChg chg="mod">
          <ac:chgData name="Josh Reiss" userId="a90d6cd88c30b6c6" providerId="LiveId" clId="{572437B2-91A2-44F0-99AB-249D38CAD714}" dt="2021-10-04T08:44:56.611" v="1" actId="692"/>
          <ac:cxnSpMkLst>
            <pc:docMk/>
            <pc:sldMk cId="1794092413" sldId="311"/>
            <ac:cxnSpMk id="123" creationId="{7295C2BE-8195-4D99-878C-5FD1DBD12B7A}"/>
          </ac:cxnSpMkLst>
        </pc:cxnChg>
      </pc:sldChg>
      <pc:sldChg chg="mod modShow">
        <pc:chgData name="Josh Reiss" userId="a90d6cd88c30b6c6" providerId="LiveId" clId="{572437B2-91A2-44F0-99AB-249D38CAD714}" dt="2022-02-23T11:01:30.528" v="46" actId="729"/>
        <pc:sldMkLst>
          <pc:docMk/>
          <pc:sldMk cId="102687631" sldId="312"/>
        </pc:sldMkLst>
      </pc:sldChg>
      <pc:sldChg chg="del">
        <pc:chgData name="Josh Reiss" userId="a90d6cd88c30b6c6" providerId="LiveId" clId="{572437B2-91A2-44F0-99AB-249D38CAD714}" dt="2022-02-17T11:02:58.680" v="45" actId="47"/>
        <pc:sldMkLst>
          <pc:docMk/>
          <pc:sldMk cId="270318796" sldId="335"/>
        </pc:sldMkLst>
      </pc:sldChg>
    </pc:docChg>
  </pc:docChgLst>
  <pc:docChgLst>
    <pc:chgData name="Josh Reiss" userId="a90d6cd88c30b6c6" providerId="LiveId" clId="{7D27AF01-0DCB-4721-B71F-C5FD27B2310A}"/>
    <pc:docChg chg="custSel addSld modSld">
      <pc:chgData name="Josh Reiss" userId="a90d6cd88c30b6c6" providerId="LiveId" clId="{7D27AF01-0DCB-4721-B71F-C5FD27B2310A}" dt="2020-02-07T15:05:55.800" v="141" actId="20577"/>
      <pc:docMkLst>
        <pc:docMk/>
      </pc:docMkLst>
      <pc:sldChg chg="addSp delSp modSp add">
        <pc:chgData name="Josh Reiss" userId="a90d6cd88c30b6c6" providerId="LiveId" clId="{7D27AF01-0DCB-4721-B71F-C5FD27B2310A}" dt="2020-02-07T15:05:55.800" v="141" actId="20577"/>
        <pc:sldMkLst>
          <pc:docMk/>
          <pc:sldMk cId="3075605553" sldId="330"/>
        </pc:sldMkLst>
        <pc:spChg chg="mod">
          <ac:chgData name="Josh Reiss" userId="a90d6cd88c30b6c6" providerId="LiveId" clId="{7D27AF01-0DCB-4721-B71F-C5FD27B2310A}" dt="2020-02-07T15:05:25.475" v="117" actId="404"/>
          <ac:spMkLst>
            <pc:docMk/>
            <pc:sldMk cId="3075605553" sldId="330"/>
            <ac:spMk id="2" creationId="{ADC7131E-0FD7-455E-96DF-89DCBBF94AE5}"/>
          </ac:spMkLst>
        </pc:spChg>
        <pc:spChg chg="del mod">
          <ac:chgData name="Josh Reiss" userId="a90d6cd88c30b6c6" providerId="LiveId" clId="{7D27AF01-0DCB-4721-B71F-C5FD27B2310A}" dt="2020-02-07T15:05:44.640" v="120" actId="478"/>
          <ac:spMkLst>
            <pc:docMk/>
            <pc:sldMk cId="3075605553" sldId="330"/>
            <ac:spMk id="3" creationId="{EF6D56A5-0455-48A3-9F11-AAFEE464B377}"/>
          </ac:spMkLst>
        </pc:spChg>
        <pc:spChg chg="add mod">
          <ac:chgData name="Josh Reiss" userId="a90d6cd88c30b6c6" providerId="LiveId" clId="{7D27AF01-0DCB-4721-B71F-C5FD27B2310A}" dt="2020-02-07T15:05:55.800" v="141" actId="20577"/>
          <ac:spMkLst>
            <pc:docMk/>
            <pc:sldMk cId="3075605553" sldId="330"/>
            <ac:spMk id="5" creationId="{3657EF74-6DE7-4CC4-9E6C-FF4A27DFB8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32C9978-5D75-4F20-BE54-42CD378BF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337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912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1pPr>
    <a:lvl2pPr marL="457176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2pPr>
    <a:lvl3pPr marL="914354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3pPr>
    <a:lvl4pPr marL="1371530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4pPr>
    <a:lvl5pPr marL="1828706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5pPr>
    <a:lvl6pPr marL="2285884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3638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674" y="3030540"/>
            <a:ext cx="14740917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463" y="5527681"/>
            <a:ext cx="12137339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22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89" indent="0" algn="ctr">
              <a:buNone/>
              <a:defRPr/>
            </a:lvl5pPr>
            <a:lvl6pPr marL="2286113" indent="0" algn="ctr">
              <a:buNone/>
              <a:defRPr/>
            </a:lvl6pPr>
            <a:lvl7pPr marL="2743334" indent="0" algn="ctr">
              <a:buNone/>
              <a:defRPr/>
            </a:lvl7pPr>
            <a:lvl8pPr marL="3200556" indent="0" algn="ctr">
              <a:buNone/>
              <a:defRPr/>
            </a:lvl8pPr>
            <a:lvl9pPr marL="365777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529" y="6267451"/>
            <a:ext cx="14738798" cy="1936750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529" y="4133854"/>
            <a:ext cx="14738798" cy="213360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22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89" indent="0">
              <a:buNone/>
              <a:defRPr sz="1400"/>
            </a:lvl5pPr>
            <a:lvl6pPr marL="2286113" indent="0">
              <a:buNone/>
              <a:defRPr sz="1400"/>
            </a:lvl6pPr>
            <a:lvl7pPr marL="2743334" indent="0">
              <a:buNone/>
              <a:defRPr sz="1400"/>
            </a:lvl7pPr>
            <a:lvl8pPr marL="3200556" indent="0">
              <a:buNone/>
              <a:defRPr sz="1400"/>
            </a:lvl8pPr>
            <a:lvl9pPr marL="36577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3388" y="5029200"/>
            <a:ext cx="6875143" cy="1181100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1736" y="5029200"/>
            <a:ext cx="6875143" cy="1181100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65" y="2182814"/>
            <a:ext cx="7660451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65" y="3092451"/>
            <a:ext cx="7660451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7722" y="2182814"/>
            <a:ext cx="7664682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7722" y="3092451"/>
            <a:ext cx="7664682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4" y="388945"/>
            <a:ext cx="5704592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895" y="388943"/>
            <a:ext cx="9692513" cy="8323263"/>
          </a:xfrm>
        </p:spPr>
        <p:txBody>
          <a:bodyPr/>
          <a:lstStyle>
            <a:lvl1pPr>
              <a:defRPr sz="31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64" y="2041526"/>
            <a:ext cx="5704592" cy="6670674"/>
          </a:xfrm>
        </p:spPr>
        <p:txBody>
          <a:bodyPr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475" y="6827839"/>
            <a:ext cx="10403735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9475" y="871538"/>
            <a:ext cx="10403735" cy="5851526"/>
          </a:xfrm>
        </p:spPr>
        <p:txBody>
          <a:bodyPr/>
          <a:lstStyle>
            <a:lvl1pPr marL="0" indent="0">
              <a:buNone/>
              <a:defRPr sz="3101"/>
            </a:lvl1pPr>
            <a:lvl2pPr marL="457222" indent="0">
              <a:buNone/>
              <a:defRPr sz="2801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89" indent="0">
              <a:buNone/>
              <a:defRPr sz="2000"/>
            </a:lvl5pPr>
            <a:lvl6pPr marL="2286113" indent="0">
              <a:buNone/>
              <a:defRPr sz="2000"/>
            </a:lvl6pPr>
            <a:lvl7pPr marL="2743334" indent="0">
              <a:buNone/>
              <a:defRPr sz="2000"/>
            </a:lvl7pPr>
            <a:lvl8pPr marL="3200556" indent="0">
              <a:buNone/>
              <a:defRPr sz="2000"/>
            </a:lvl8pPr>
            <a:lvl9pPr marL="365777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475" y="7634289"/>
            <a:ext cx="10403735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158506" y="1638304"/>
            <a:ext cx="3488375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3390" y="1638304"/>
            <a:ext cx="10261915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674" y="3030540"/>
            <a:ext cx="14740917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463" y="5527681"/>
            <a:ext cx="12137339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22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89" indent="0" algn="ctr">
              <a:buNone/>
              <a:defRPr/>
            </a:lvl5pPr>
            <a:lvl6pPr marL="2286113" indent="0" algn="ctr">
              <a:buNone/>
              <a:defRPr/>
            </a:lvl6pPr>
            <a:lvl7pPr marL="2743334" indent="0" algn="ctr">
              <a:buNone/>
              <a:defRPr/>
            </a:lvl7pPr>
            <a:lvl8pPr marL="3200556" indent="0" algn="ctr">
              <a:buNone/>
              <a:defRPr/>
            </a:lvl8pPr>
            <a:lvl9pPr marL="365777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529" y="6267451"/>
            <a:ext cx="14738798" cy="1936750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529" y="4133854"/>
            <a:ext cx="14738798" cy="213360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22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89" indent="0">
              <a:buNone/>
              <a:defRPr sz="1400"/>
            </a:lvl5pPr>
            <a:lvl6pPr marL="2286113" indent="0">
              <a:buNone/>
              <a:defRPr sz="1400"/>
            </a:lvl6pPr>
            <a:lvl7pPr marL="2743334" indent="0">
              <a:buNone/>
              <a:defRPr sz="1400"/>
            </a:lvl7pPr>
            <a:lvl8pPr marL="3200556" indent="0">
              <a:buNone/>
              <a:defRPr sz="1400"/>
            </a:lvl8pPr>
            <a:lvl9pPr marL="36577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4" y="1130300"/>
            <a:ext cx="8441525" cy="8547100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7136" y="1130300"/>
            <a:ext cx="8441525" cy="8547100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65" y="2182814"/>
            <a:ext cx="7660451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65" y="3092451"/>
            <a:ext cx="7660451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7722" y="2182814"/>
            <a:ext cx="7664682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7722" y="3092451"/>
            <a:ext cx="7664682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4" y="388945"/>
            <a:ext cx="5704592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895" y="388943"/>
            <a:ext cx="9692513" cy="8323263"/>
          </a:xfrm>
        </p:spPr>
        <p:txBody>
          <a:bodyPr/>
          <a:lstStyle>
            <a:lvl1pPr>
              <a:defRPr sz="31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64" y="2041526"/>
            <a:ext cx="5704592" cy="6670674"/>
          </a:xfrm>
        </p:spPr>
        <p:txBody>
          <a:bodyPr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475" y="6827839"/>
            <a:ext cx="10403735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9475" y="871538"/>
            <a:ext cx="10403735" cy="5851526"/>
          </a:xfrm>
        </p:spPr>
        <p:txBody>
          <a:bodyPr/>
          <a:lstStyle>
            <a:lvl1pPr marL="0" indent="0">
              <a:buNone/>
              <a:defRPr sz="3101"/>
            </a:lvl1pPr>
            <a:lvl2pPr marL="457222" indent="0">
              <a:buNone/>
              <a:defRPr sz="2801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89" indent="0">
              <a:buNone/>
              <a:defRPr sz="2000"/>
            </a:lvl5pPr>
            <a:lvl6pPr marL="2286113" indent="0">
              <a:buNone/>
              <a:defRPr sz="2000"/>
            </a:lvl6pPr>
            <a:lvl7pPr marL="2743334" indent="0">
              <a:buNone/>
              <a:defRPr sz="2000"/>
            </a:lvl7pPr>
            <a:lvl8pPr marL="3200556" indent="0">
              <a:buNone/>
              <a:defRPr sz="2000"/>
            </a:lvl8pPr>
            <a:lvl9pPr marL="365777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475" y="7634289"/>
            <a:ext cx="10403735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58629" y="50801"/>
            <a:ext cx="4280032" cy="9626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540" y="50801"/>
            <a:ext cx="12636886" cy="9626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674" y="3030540"/>
            <a:ext cx="14740917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463" y="5527681"/>
            <a:ext cx="12137339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22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89" indent="0" algn="ctr">
              <a:buNone/>
              <a:defRPr/>
            </a:lvl5pPr>
            <a:lvl6pPr marL="2286113" indent="0" algn="ctr">
              <a:buNone/>
              <a:defRPr/>
            </a:lvl6pPr>
            <a:lvl7pPr marL="2743334" indent="0" algn="ctr">
              <a:buNone/>
              <a:defRPr/>
            </a:lvl7pPr>
            <a:lvl8pPr marL="3200556" indent="0" algn="ctr">
              <a:buNone/>
              <a:defRPr/>
            </a:lvl8pPr>
            <a:lvl9pPr marL="365777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529" y="6267451"/>
            <a:ext cx="14738798" cy="1936750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529" y="4133854"/>
            <a:ext cx="14738798" cy="213360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22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89" indent="0">
              <a:buNone/>
              <a:defRPr sz="1400"/>
            </a:lvl5pPr>
            <a:lvl6pPr marL="2286113" indent="0">
              <a:buNone/>
              <a:defRPr sz="1400"/>
            </a:lvl6pPr>
            <a:lvl7pPr marL="2743334" indent="0">
              <a:buNone/>
              <a:defRPr sz="1400"/>
            </a:lvl7pPr>
            <a:lvl8pPr marL="3200556" indent="0">
              <a:buNone/>
              <a:defRPr sz="1400"/>
            </a:lvl8pPr>
            <a:lvl9pPr marL="36577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4" y="1130300"/>
            <a:ext cx="8441525" cy="8547100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7136" y="1130300"/>
            <a:ext cx="8441525" cy="8547100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65" y="2182814"/>
            <a:ext cx="7660451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65" y="3092451"/>
            <a:ext cx="7660451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7722" y="2182814"/>
            <a:ext cx="7664682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7722" y="3092451"/>
            <a:ext cx="7664682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4" y="388945"/>
            <a:ext cx="5704592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895" y="388943"/>
            <a:ext cx="9692513" cy="8323263"/>
          </a:xfrm>
        </p:spPr>
        <p:txBody>
          <a:bodyPr/>
          <a:lstStyle>
            <a:lvl1pPr>
              <a:defRPr sz="31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64" y="2041526"/>
            <a:ext cx="5704592" cy="6670674"/>
          </a:xfrm>
        </p:spPr>
        <p:txBody>
          <a:bodyPr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475" y="6827839"/>
            <a:ext cx="10403735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9475" y="871538"/>
            <a:ext cx="10403735" cy="5851526"/>
          </a:xfrm>
        </p:spPr>
        <p:txBody>
          <a:bodyPr/>
          <a:lstStyle>
            <a:lvl1pPr marL="0" indent="0">
              <a:buNone/>
              <a:defRPr sz="3101"/>
            </a:lvl1pPr>
            <a:lvl2pPr marL="457222" indent="0">
              <a:buNone/>
              <a:defRPr sz="2801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89" indent="0">
              <a:buNone/>
              <a:defRPr sz="2000"/>
            </a:lvl5pPr>
            <a:lvl6pPr marL="2286113" indent="0">
              <a:buNone/>
              <a:defRPr sz="2000"/>
            </a:lvl6pPr>
            <a:lvl7pPr marL="2743334" indent="0">
              <a:buNone/>
              <a:defRPr sz="2000"/>
            </a:lvl7pPr>
            <a:lvl8pPr marL="3200556" indent="0">
              <a:buNone/>
              <a:defRPr sz="2000"/>
            </a:lvl8pPr>
            <a:lvl9pPr marL="365777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475" y="7634289"/>
            <a:ext cx="10403735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58629" y="50801"/>
            <a:ext cx="4280032" cy="9626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540" y="50801"/>
            <a:ext cx="12636886" cy="9626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674" y="3030540"/>
            <a:ext cx="14740917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463" y="5527681"/>
            <a:ext cx="12137339" cy="2492375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 algn="ctr">
              <a:buNone/>
              <a:defRPr/>
            </a:lvl1pPr>
            <a:lvl2pPr marL="457222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89" indent="0" algn="ctr">
              <a:buNone/>
              <a:defRPr/>
            </a:lvl5pPr>
            <a:lvl6pPr marL="2286113" indent="0" algn="ctr">
              <a:buNone/>
              <a:defRPr/>
            </a:lvl6pPr>
            <a:lvl7pPr marL="2743334" indent="0" algn="ctr">
              <a:buNone/>
              <a:defRPr/>
            </a:lvl7pPr>
            <a:lvl8pPr marL="3200556" indent="0" algn="ctr">
              <a:buNone/>
              <a:defRPr/>
            </a:lvl8pPr>
            <a:lvl9pPr marL="365777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861" y="2276481"/>
            <a:ext cx="15604543" cy="6435725"/>
          </a:xfrm>
          <a:prstGeom prst="rect">
            <a:avLst/>
          </a:prstGeom>
        </p:spPr>
        <p:txBody>
          <a:bodyPr lIns="91435" tIns="45718" rIns="91435" bIns="4571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529" y="6267451"/>
            <a:ext cx="14738798" cy="1936750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529" y="4133854"/>
            <a:ext cx="14738798" cy="2133601"/>
          </a:xfrm>
          <a:prstGeom prst="rect">
            <a:avLst/>
          </a:prstGeom>
        </p:spPr>
        <p:txBody>
          <a:bodyPr lIns="91435" tIns="45718" rIns="91435" bIns="45718" anchor="b"/>
          <a:lstStyle>
            <a:lvl1pPr marL="0" indent="0">
              <a:buNone/>
              <a:defRPr sz="2000"/>
            </a:lvl1pPr>
            <a:lvl2pPr marL="457222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89" indent="0">
              <a:buNone/>
              <a:defRPr sz="1400"/>
            </a:lvl5pPr>
            <a:lvl6pPr marL="2286113" indent="0">
              <a:buNone/>
              <a:defRPr sz="1400"/>
            </a:lvl6pPr>
            <a:lvl7pPr marL="2743334" indent="0">
              <a:buNone/>
              <a:defRPr sz="1400"/>
            </a:lvl7pPr>
            <a:lvl8pPr marL="3200556" indent="0">
              <a:buNone/>
              <a:defRPr sz="1400"/>
            </a:lvl8pPr>
            <a:lvl9pPr marL="36577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7864" y="2276481"/>
            <a:ext cx="7700667" cy="6435725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1737" y="2276481"/>
            <a:ext cx="7700667" cy="6435725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65" y="2182814"/>
            <a:ext cx="7660451" cy="909638"/>
          </a:xfrm>
          <a:prstGeom prst="rect">
            <a:avLst/>
          </a:prstGeom>
        </p:spPr>
        <p:txBody>
          <a:bodyPr lIns="91435" tIns="45718" rIns="91435" bIns="45718"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65" y="3092451"/>
            <a:ext cx="7660451" cy="5619750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7722" y="2182814"/>
            <a:ext cx="7664682" cy="909638"/>
          </a:xfrm>
          <a:prstGeom prst="rect">
            <a:avLst/>
          </a:prstGeom>
        </p:spPr>
        <p:txBody>
          <a:bodyPr lIns="91435" tIns="45718" rIns="91435" bIns="45718"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7722" y="3092451"/>
            <a:ext cx="7664682" cy="5619750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4" y="388945"/>
            <a:ext cx="5704592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895" y="388943"/>
            <a:ext cx="9692513" cy="8323263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31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64" y="2041526"/>
            <a:ext cx="5704592" cy="6670674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475" y="6827839"/>
            <a:ext cx="10403735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9475" y="871538"/>
            <a:ext cx="10403735" cy="5851526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>
              <a:buNone/>
              <a:defRPr sz="3101"/>
            </a:lvl1pPr>
            <a:lvl2pPr marL="457222" indent="0">
              <a:buNone/>
              <a:defRPr sz="2801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89" indent="0">
              <a:buNone/>
              <a:defRPr sz="2000"/>
            </a:lvl5pPr>
            <a:lvl6pPr marL="2286113" indent="0">
              <a:buNone/>
              <a:defRPr sz="2000"/>
            </a:lvl6pPr>
            <a:lvl7pPr marL="2743334" indent="0">
              <a:buNone/>
              <a:defRPr sz="2000"/>
            </a:lvl7pPr>
            <a:lvl8pPr marL="3200556" indent="0">
              <a:buNone/>
              <a:defRPr sz="2000"/>
            </a:lvl8pPr>
            <a:lvl9pPr marL="365777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475" y="7634289"/>
            <a:ext cx="10403735" cy="1144587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7861" y="2276481"/>
            <a:ext cx="15604543" cy="6435725"/>
          </a:xfrm>
          <a:prstGeom prst="rect">
            <a:avLst/>
          </a:prstGeom>
        </p:spPr>
        <p:txBody>
          <a:bodyPr vert="eaVert" lIns="91435" tIns="45718" rIns="91435" bIns="4571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33230" y="50801"/>
            <a:ext cx="4271564" cy="8661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542" y="50801"/>
            <a:ext cx="12611485" cy="8661400"/>
          </a:xfrm>
          <a:prstGeom prst="rect">
            <a:avLst/>
          </a:prstGeom>
        </p:spPr>
        <p:txBody>
          <a:bodyPr vert="eaVert" lIns="91435" tIns="45718" rIns="91435" bIns="4571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674" y="3030540"/>
            <a:ext cx="14740917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463" y="5527681"/>
            <a:ext cx="12137339" cy="2492375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 algn="ctr">
              <a:buNone/>
              <a:defRPr/>
            </a:lvl1pPr>
            <a:lvl2pPr marL="457222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89" indent="0" algn="ctr">
              <a:buNone/>
              <a:defRPr/>
            </a:lvl5pPr>
            <a:lvl6pPr marL="2286113" indent="0" algn="ctr">
              <a:buNone/>
              <a:defRPr/>
            </a:lvl6pPr>
            <a:lvl7pPr marL="2743334" indent="0" algn="ctr">
              <a:buNone/>
              <a:defRPr/>
            </a:lvl7pPr>
            <a:lvl8pPr marL="3200556" indent="0" algn="ctr">
              <a:buNone/>
              <a:defRPr/>
            </a:lvl8pPr>
            <a:lvl9pPr marL="365777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861" y="2276481"/>
            <a:ext cx="15604543" cy="6435725"/>
          </a:xfrm>
          <a:prstGeom prst="rect">
            <a:avLst/>
          </a:prstGeom>
        </p:spPr>
        <p:txBody>
          <a:bodyPr lIns="91435" tIns="45718" rIns="91435" bIns="4571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529" y="6267451"/>
            <a:ext cx="14738798" cy="1936750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529" y="4133854"/>
            <a:ext cx="14738798" cy="2133601"/>
          </a:xfrm>
          <a:prstGeom prst="rect">
            <a:avLst/>
          </a:prstGeom>
        </p:spPr>
        <p:txBody>
          <a:bodyPr lIns="91435" tIns="45718" rIns="91435" bIns="45718" anchor="b"/>
          <a:lstStyle>
            <a:lvl1pPr marL="0" indent="0">
              <a:buNone/>
              <a:defRPr sz="2000"/>
            </a:lvl1pPr>
            <a:lvl2pPr marL="457222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89" indent="0">
              <a:buNone/>
              <a:defRPr sz="1400"/>
            </a:lvl5pPr>
            <a:lvl6pPr marL="2286113" indent="0">
              <a:buNone/>
              <a:defRPr sz="1400"/>
            </a:lvl6pPr>
            <a:lvl7pPr marL="2743334" indent="0">
              <a:buNone/>
              <a:defRPr sz="1400"/>
            </a:lvl7pPr>
            <a:lvl8pPr marL="3200556" indent="0">
              <a:buNone/>
              <a:defRPr sz="1400"/>
            </a:lvl8pPr>
            <a:lvl9pPr marL="36577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7864" y="2276481"/>
            <a:ext cx="7700667" cy="6435725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1737" y="2276481"/>
            <a:ext cx="7700667" cy="6435725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65" y="2182814"/>
            <a:ext cx="7660451" cy="909638"/>
          </a:xfrm>
          <a:prstGeom prst="rect">
            <a:avLst/>
          </a:prstGeom>
        </p:spPr>
        <p:txBody>
          <a:bodyPr lIns="91435" tIns="45718" rIns="91435" bIns="45718"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65" y="3092451"/>
            <a:ext cx="7660451" cy="5619750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7722" y="2182814"/>
            <a:ext cx="7664682" cy="909638"/>
          </a:xfrm>
          <a:prstGeom prst="rect">
            <a:avLst/>
          </a:prstGeom>
        </p:spPr>
        <p:txBody>
          <a:bodyPr lIns="91435" tIns="45718" rIns="91435" bIns="45718"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7722" y="3092451"/>
            <a:ext cx="7664682" cy="5619750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4" y="388945"/>
            <a:ext cx="5704592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895" y="388943"/>
            <a:ext cx="9692513" cy="8323263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31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64" y="2041526"/>
            <a:ext cx="5704592" cy="6670674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475" y="6827839"/>
            <a:ext cx="10403735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9475" y="871538"/>
            <a:ext cx="10403735" cy="5851526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>
              <a:buNone/>
              <a:defRPr sz="3101"/>
            </a:lvl1pPr>
            <a:lvl2pPr marL="457222" indent="0">
              <a:buNone/>
              <a:defRPr sz="2801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89" indent="0">
              <a:buNone/>
              <a:defRPr sz="2000"/>
            </a:lvl5pPr>
            <a:lvl6pPr marL="2286113" indent="0">
              <a:buNone/>
              <a:defRPr sz="2000"/>
            </a:lvl6pPr>
            <a:lvl7pPr marL="2743334" indent="0">
              <a:buNone/>
              <a:defRPr sz="2000"/>
            </a:lvl7pPr>
            <a:lvl8pPr marL="3200556" indent="0">
              <a:buNone/>
              <a:defRPr sz="2000"/>
            </a:lvl8pPr>
            <a:lvl9pPr marL="365777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475" y="7634289"/>
            <a:ext cx="10403735" cy="1144587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7861" y="2276481"/>
            <a:ext cx="15604543" cy="6435725"/>
          </a:xfrm>
          <a:prstGeom prst="rect">
            <a:avLst/>
          </a:prstGeom>
        </p:spPr>
        <p:txBody>
          <a:bodyPr vert="eaVert" lIns="91435" tIns="45718" rIns="91435" bIns="4571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33230" y="50801"/>
            <a:ext cx="4271564" cy="8661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542" y="50801"/>
            <a:ext cx="12611485" cy="8661400"/>
          </a:xfrm>
          <a:prstGeom prst="rect">
            <a:avLst/>
          </a:prstGeom>
        </p:spPr>
        <p:txBody>
          <a:bodyPr vert="eaVert" lIns="91435" tIns="45718" rIns="91435" bIns="4571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674" y="3030540"/>
            <a:ext cx="14740917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463" y="5527681"/>
            <a:ext cx="12137339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22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89" indent="0" algn="ctr">
              <a:buNone/>
              <a:defRPr/>
            </a:lvl5pPr>
            <a:lvl6pPr marL="2286113" indent="0" algn="ctr">
              <a:buNone/>
              <a:defRPr/>
            </a:lvl6pPr>
            <a:lvl7pPr marL="2743334" indent="0" algn="ctr">
              <a:buNone/>
              <a:defRPr/>
            </a:lvl7pPr>
            <a:lvl8pPr marL="3200556" indent="0" algn="ctr">
              <a:buNone/>
              <a:defRPr/>
            </a:lvl8pPr>
            <a:lvl9pPr marL="365777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529" y="6267451"/>
            <a:ext cx="14738798" cy="1936750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529" y="4133854"/>
            <a:ext cx="14738798" cy="213360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22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89" indent="0">
              <a:buNone/>
              <a:defRPr sz="1400"/>
            </a:lvl5pPr>
            <a:lvl6pPr marL="2286113" indent="0">
              <a:buNone/>
              <a:defRPr sz="1400"/>
            </a:lvl6pPr>
            <a:lvl7pPr marL="2743334" indent="0">
              <a:buNone/>
              <a:defRPr sz="1400"/>
            </a:lvl7pPr>
            <a:lvl8pPr marL="3200556" indent="0">
              <a:buNone/>
              <a:defRPr sz="1400"/>
            </a:lvl8pPr>
            <a:lvl9pPr marL="36577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4" y="1130300"/>
            <a:ext cx="8441525" cy="8547100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7136" y="1130300"/>
            <a:ext cx="8441525" cy="8547100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65" y="2182814"/>
            <a:ext cx="7660451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65" y="3092451"/>
            <a:ext cx="7660451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7722" y="2182814"/>
            <a:ext cx="7664682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7722" y="3092451"/>
            <a:ext cx="7664682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4" y="388945"/>
            <a:ext cx="5704592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895" y="388943"/>
            <a:ext cx="9692513" cy="8323263"/>
          </a:xfrm>
        </p:spPr>
        <p:txBody>
          <a:bodyPr/>
          <a:lstStyle>
            <a:lvl1pPr>
              <a:defRPr sz="31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64" y="2041526"/>
            <a:ext cx="5704592" cy="6670674"/>
          </a:xfrm>
        </p:spPr>
        <p:txBody>
          <a:bodyPr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475" y="6827839"/>
            <a:ext cx="10403735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9475" y="871538"/>
            <a:ext cx="10403735" cy="5851526"/>
          </a:xfrm>
        </p:spPr>
        <p:txBody>
          <a:bodyPr/>
          <a:lstStyle>
            <a:lvl1pPr marL="0" indent="0">
              <a:buNone/>
              <a:defRPr sz="3101"/>
            </a:lvl1pPr>
            <a:lvl2pPr marL="457222" indent="0">
              <a:buNone/>
              <a:defRPr sz="2801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89" indent="0">
              <a:buNone/>
              <a:defRPr sz="2000"/>
            </a:lvl5pPr>
            <a:lvl6pPr marL="2286113" indent="0">
              <a:buNone/>
              <a:defRPr sz="2000"/>
            </a:lvl6pPr>
            <a:lvl7pPr marL="2743334" indent="0">
              <a:buNone/>
              <a:defRPr sz="2000"/>
            </a:lvl7pPr>
            <a:lvl8pPr marL="3200556" indent="0">
              <a:buNone/>
              <a:defRPr sz="2000"/>
            </a:lvl8pPr>
            <a:lvl9pPr marL="365777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475" y="7634289"/>
            <a:ext cx="10403735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58629" y="50801"/>
            <a:ext cx="4280032" cy="9626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540" y="50801"/>
            <a:ext cx="12636886" cy="9626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674" y="3030540"/>
            <a:ext cx="14740917" cy="2090736"/>
          </a:xfrm>
          <a:prstGeom prst="rect">
            <a:avLst/>
          </a:prstGeom>
        </p:spPr>
        <p:txBody>
          <a:bodyPr lIns="91435" tIns="45718" rIns="91435" bIns="4571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463" y="5527681"/>
            <a:ext cx="12137339" cy="2492375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 algn="ctr">
              <a:buNone/>
              <a:defRPr/>
            </a:lvl1pPr>
            <a:lvl2pPr marL="457222" indent="0" algn="ctr">
              <a:buNone/>
              <a:defRPr/>
            </a:lvl2pPr>
            <a:lvl3pPr marL="914446" indent="0" algn="ctr">
              <a:buNone/>
              <a:defRPr/>
            </a:lvl3pPr>
            <a:lvl4pPr marL="1371668" indent="0" algn="ctr">
              <a:buNone/>
              <a:defRPr/>
            </a:lvl4pPr>
            <a:lvl5pPr marL="1828889" indent="0" algn="ctr">
              <a:buNone/>
              <a:defRPr/>
            </a:lvl5pPr>
            <a:lvl6pPr marL="2286113" indent="0" algn="ctr">
              <a:buNone/>
              <a:defRPr/>
            </a:lvl6pPr>
            <a:lvl7pPr marL="2743334" indent="0" algn="ctr">
              <a:buNone/>
              <a:defRPr/>
            </a:lvl7pPr>
            <a:lvl8pPr marL="3200556" indent="0" algn="ctr">
              <a:buNone/>
              <a:defRPr/>
            </a:lvl8pPr>
            <a:lvl9pPr marL="365777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  <a:prstGeom prst="rect">
            <a:avLst/>
          </a:prstGeom>
        </p:spPr>
        <p:txBody>
          <a:bodyPr lIns="91435" tIns="45718" rIns="91435" bIns="4571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861" y="2276481"/>
            <a:ext cx="15604543" cy="6435725"/>
          </a:xfrm>
          <a:prstGeom prst="rect">
            <a:avLst/>
          </a:prstGeom>
        </p:spPr>
        <p:txBody>
          <a:bodyPr lIns="91435" tIns="45718" rIns="91435" bIns="4571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529" y="6267451"/>
            <a:ext cx="14738798" cy="1936750"/>
          </a:xfrm>
          <a:prstGeom prst="rect">
            <a:avLst/>
          </a:prstGeom>
        </p:spPr>
        <p:txBody>
          <a:bodyPr lIns="91435" tIns="45718" rIns="91435" bIns="45718"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529" y="4133854"/>
            <a:ext cx="14738798" cy="2133601"/>
          </a:xfrm>
          <a:prstGeom prst="rect">
            <a:avLst/>
          </a:prstGeom>
        </p:spPr>
        <p:txBody>
          <a:bodyPr lIns="91435" tIns="45718" rIns="91435" bIns="45718" anchor="b"/>
          <a:lstStyle>
            <a:lvl1pPr marL="0" indent="0">
              <a:buNone/>
              <a:defRPr sz="2000"/>
            </a:lvl1pPr>
            <a:lvl2pPr marL="457222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89" indent="0">
              <a:buNone/>
              <a:defRPr sz="1400"/>
            </a:lvl5pPr>
            <a:lvl6pPr marL="2286113" indent="0">
              <a:buNone/>
              <a:defRPr sz="1400"/>
            </a:lvl6pPr>
            <a:lvl7pPr marL="2743334" indent="0">
              <a:buNone/>
              <a:defRPr sz="1400"/>
            </a:lvl7pPr>
            <a:lvl8pPr marL="3200556" indent="0">
              <a:buNone/>
              <a:defRPr sz="1400"/>
            </a:lvl8pPr>
            <a:lvl9pPr marL="36577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  <a:prstGeom prst="rect">
            <a:avLst/>
          </a:prstGeom>
        </p:spPr>
        <p:txBody>
          <a:bodyPr lIns="91435" tIns="45718" rIns="91435" bIns="4571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7864" y="2276481"/>
            <a:ext cx="7700667" cy="6435725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1737" y="2276481"/>
            <a:ext cx="7700667" cy="6435725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65" y="2182814"/>
            <a:ext cx="7660451" cy="909638"/>
          </a:xfrm>
          <a:prstGeom prst="rect">
            <a:avLst/>
          </a:prstGeom>
        </p:spPr>
        <p:txBody>
          <a:bodyPr lIns="91435" tIns="45718" rIns="91435" bIns="45718"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65" y="3092451"/>
            <a:ext cx="7660451" cy="5619750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7722" y="2182814"/>
            <a:ext cx="7664682" cy="909638"/>
          </a:xfrm>
          <a:prstGeom prst="rect">
            <a:avLst/>
          </a:prstGeom>
        </p:spPr>
        <p:txBody>
          <a:bodyPr lIns="91435" tIns="45718" rIns="91435" bIns="45718"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89" indent="0">
              <a:buNone/>
              <a:defRPr sz="1600" b="1"/>
            </a:lvl5pPr>
            <a:lvl6pPr marL="2286113" indent="0">
              <a:buNone/>
              <a:defRPr sz="1600" b="1"/>
            </a:lvl6pPr>
            <a:lvl7pPr marL="2743334" indent="0">
              <a:buNone/>
              <a:defRPr sz="1600" b="1"/>
            </a:lvl7pPr>
            <a:lvl8pPr marL="3200556" indent="0">
              <a:buNone/>
              <a:defRPr sz="1600" b="1"/>
            </a:lvl8pPr>
            <a:lvl9pPr marL="36577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7722" y="3092451"/>
            <a:ext cx="7664682" cy="5619750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  <a:prstGeom prst="rect">
            <a:avLst/>
          </a:prstGeom>
        </p:spPr>
        <p:txBody>
          <a:bodyPr lIns="91435" tIns="45718" rIns="91435" bIns="45718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4" y="388945"/>
            <a:ext cx="5704592" cy="1652587"/>
          </a:xfrm>
          <a:prstGeom prst="rect">
            <a:avLst/>
          </a:prstGeom>
        </p:spPr>
        <p:txBody>
          <a:bodyPr lIns="91435" tIns="45718" rIns="91435" bIns="45718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895" y="388943"/>
            <a:ext cx="9692513" cy="8323263"/>
          </a:xfrm>
          <a:prstGeom prst="rect">
            <a:avLst/>
          </a:prstGeom>
        </p:spPr>
        <p:txBody>
          <a:bodyPr lIns="91435" tIns="45718" rIns="91435" bIns="45718"/>
          <a:lstStyle>
            <a:lvl1pPr>
              <a:defRPr sz="31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64" y="2041526"/>
            <a:ext cx="5704592" cy="6670674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475" y="6827839"/>
            <a:ext cx="10403735" cy="806450"/>
          </a:xfrm>
          <a:prstGeom prst="rect">
            <a:avLst/>
          </a:prstGeom>
        </p:spPr>
        <p:txBody>
          <a:bodyPr lIns="91435" tIns="45718" rIns="91435" bIns="45718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9475" y="871538"/>
            <a:ext cx="10403735" cy="5851526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>
              <a:buNone/>
              <a:defRPr sz="3101"/>
            </a:lvl1pPr>
            <a:lvl2pPr marL="457222" indent="0">
              <a:buNone/>
              <a:defRPr sz="2801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89" indent="0">
              <a:buNone/>
              <a:defRPr sz="2000"/>
            </a:lvl5pPr>
            <a:lvl6pPr marL="2286113" indent="0">
              <a:buNone/>
              <a:defRPr sz="2000"/>
            </a:lvl6pPr>
            <a:lvl7pPr marL="2743334" indent="0">
              <a:buNone/>
              <a:defRPr sz="2000"/>
            </a:lvl7pPr>
            <a:lvl8pPr marL="3200556" indent="0">
              <a:buNone/>
              <a:defRPr sz="2000"/>
            </a:lvl8pPr>
            <a:lvl9pPr marL="3657779" indent="0">
              <a:buNone/>
              <a:defRPr sz="2000"/>
            </a:lvl9pPr>
          </a:lstStyle>
          <a:p>
            <a:pPr lvl="0"/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475" y="7634289"/>
            <a:ext cx="10403735" cy="1144587"/>
          </a:xfrm>
          <a:prstGeom prst="rect">
            <a:avLst/>
          </a:prstGeom>
        </p:spPr>
        <p:txBody>
          <a:bodyPr lIns="91435" tIns="45718" rIns="91435" bIns="45718"/>
          <a:lstStyle>
            <a:lvl1pPr marL="0" indent="0">
              <a:buNone/>
              <a:defRPr sz="1400"/>
            </a:lvl1pPr>
            <a:lvl2pPr marL="457222" indent="0">
              <a:buNone/>
              <a:defRPr sz="11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89" indent="0">
              <a:buNone/>
              <a:defRPr sz="900"/>
            </a:lvl5pPr>
            <a:lvl6pPr marL="2286113" indent="0">
              <a:buNone/>
              <a:defRPr sz="900"/>
            </a:lvl6pPr>
            <a:lvl7pPr marL="2743334" indent="0">
              <a:buNone/>
              <a:defRPr sz="900"/>
            </a:lvl7pPr>
            <a:lvl8pPr marL="3200556" indent="0">
              <a:buNone/>
              <a:defRPr sz="900"/>
            </a:lvl8pPr>
            <a:lvl9pPr marL="36577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61" y="390525"/>
            <a:ext cx="15604543" cy="1625600"/>
          </a:xfrm>
          <a:prstGeom prst="rect">
            <a:avLst/>
          </a:prstGeom>
        </p:spPr>
        <p:txBody>
          <a:bodyPr lIns="91435" tIns="45718" rIns="91435" bIns="4571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7861" y="2276481"/>
            <a:ext cx="15604543" cy="6435725"/>
          </a:xfrm>
          <a:prstGeom prst="rect">
            <a:avLst/>
          </a:prstGeom>
        </p:spPr>
        <p:txBody>
          <a:bodyPr vert="eaVert" lIns="91435" tIns="45718" rIns="91435" bIns="4571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571271" y="390530"/>
            <a:ext cx="3901134" cy="8321675"/>
          </a:xfrm>
          <a:prstGeom prst="rect">
            <a:avLst/>
          </a:prstGeom>
        </p:spPr>
        <p:txBody>
          <a:bodyPr vert="eaVert" lIns="91435" tIns="45718" rIns="91435" bIns="4571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7864" y="390530"/>
            <a:ext cx="11500201" cy="8321675"/>
          </a:xfrm>
          <a:prstGeom prst="rect">
            <a:avLst/>
          </a:prstGeom>
        </p:spPr>
        <p:txBody>
          <a:bodyPr vert="eaVert" lIns="91435" tIns="45718" rIns="91435" bIns="4571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0520" y="3029939"/>
            <a:ext cx="14739224" cy="2090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040" y="5527045"/>
            <a:ext cx="12138184" cy="24925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0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1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7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2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23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D3D07-06A9-4A0D-A1A4-E349962681D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BB232-8A3E-45DB-B766-29BE7910636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88816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549CF-9763-4AC1-AE9F-024743F7955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DA398-9216-473A-8AE1-34B50B1EFA9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31667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762" y="6267597"/>
            <a:ext cx="14739224" cy="1937173"/>
          </a:xfrm>
        </p:spPr>
        <p:txBody>
          <a:bodyPr anchor="t"/>
          <a:lstStyle>
            <a:lvl1pPr algn="l">
              <a:defRPr sz="569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762" y="4133998"/>
            <a:ext cx="14739224" cy="2133599"/>
          </a:xfrm>
        </p:spPr>
        <p:txBody>
          <a:bodyPr anchor="b"/>
          <a:lstStyle>
            <a:lvl1pPr marL="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1pPr>
            <a:lvl2pPr marL="650296" indent="0">
              <a:buNone/>
              <a:defRPr sz="2561">
                <a:solidFill>
                  <a:schemeClr val="tx1">
                    <a:tint val="75000"/>
                  </a:schemeClr>
                </a:solidFill>
              </a:defRPr>
            </a:lvl2pPr>
            <a:lvl3pPr marL="13005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886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11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474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76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2064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235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E7AC9-F693-4A05-8108-B2AC6A754D3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BDB8B-0B83-44CB-AAFA-A02FC9F7204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906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7016" y="2275846"/>
            <a:ext cx="7658617" cy="6436925"/>
          </a:xfrm>
        </p:spPr>
        <p:txBody>
          <a:bodyPr/>
          <a:lstStyle>
            <a:lvl1pPr>
              <a:defRPr sz="3983"/>
            </a:lvl1pPr>
            <a:lvl2pPr>
              <a:defRPr sz="3413"/>
            </a:lvl2pPr>
            <a:lvl3pPr>
              <a:defRPr sz="2844"/>
            </a:lvl3pPr>
            <a:lvl4pPr>
              <a:defRPr sz="2561"/>
            </a:lvl4pPr>
            <a:lvl5pPr>
              <a:defRPr sz="2561"/>
            </a:lvl5pPr>
            <a:lvl6pPr>
              <a:defRPr sz="2561"/>
            </a:lvl6pPr>
            <a:lvl7pPr>
              <a:defRPr sz="2561"/>
            </a:lvl7pPr>
            <a:lvl8pPr>
              <a:defRPr sz="2561"/>
            </a:lvl8pPr>
            <a:lvl9pPr>
              <a:defRPr sz="25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4636" y="2275846"/>
            <a:ext cx="7658617" cy="6436925"/>
          </a:xfrm>
        </p:spPr>
        <p:txBody>
          <a:bodyPr/>
          <a:lstStyle>
            <a:lvl1pPr>
              <a:defRPr sz="3983"/>
            </a:lvl1pPr>
            <a:lvl2pPr>
              <a:defRPr sz="3413"/>
            </a:lvl2pPr>
            <a:lvl3pPr>
              <a:defRPr sz="2844"/>
            </a:lvl3pPr>
            <a:lvl4pPr>
              <a:defRPr sz="2561"/>
            </a:lvl4pPr>
            <a:lvl5pPr>
              <a:defRPr sz="2561"/>
            </a:lvl5pPr>
            <a:lvl6pPr>
              <a:defRPr sz="2561"/>
            </a:lvl6pPr>
            <a:lvl7pPr>
              <a:defRPr sz="2561"/>
            </a:lvl7pPr>
            <a:lvl8pPr>
              <a:defRPr sz="2561"/>
            </a:lvl8pPr>
            <a:lvl9pPr>
              <a:defRPr sz="25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DC286-0936-4CCE-BB20-41FF835D7BD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5F77F-6C3F-439F-90EE-8F19C3E1986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73136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017" y="2183272"/>
            <a:ext cx="7661627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96" indent="0">
              <a:buNone/>
              <a:defRPr sz="2844" b="1"/>
            </a:lvl2pPr>
            <a:lvl3pPr marL="1300590" indent="0">
              <a:buNone/>
              <a:defRPr sz="2561" b="1"/>
            </a:lvl3pPr>
            <a:lvl4pPr marL="1950886" indent="0">
              <a:buNone/>
              <a:defRPr sz="2276" b="1"/>
            </a:lvl4pPr>
            <a:lvl5pPr marL="2601179" indent="0">
              <a:buNone/>
              <a:defRPr sz="2276" b="1"/>
            </a:lvl5pPr>
            <a:lvl6pPr marL="3251474" indent="0">
              <a:buNone/>
              <a:defRPr sz="2276" b="1"/>
            </a:lvl6pPr>
            <a:lvl7pPr marL="3901769" indent="0">
              <a:buNone/>
              <a:defRPr sz="2276" b="1"/>
            </a:lvl7pPr>
            <a:lvl8pPr marL="4552064" indent="0">
              <a:buNone/>
              <a:defRPr sz="2276" b="1"/>
            </a:lvl8pPr>
            <a:lvl9pPr marL="520235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017" y="3093155"/>
            <a:ext cx="7661627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1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8614" y="2183272"/>
            <a:ext cx="7664637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96" indent="0">
              <a:buNone/>
              <a:defRPr sz="2844" b="1"/>
            </a:lvl2pPr>
            <a:lvl3pPr marL="1300590" indent="0">
              <a:buNone/>
              <a:defRPr sz="2561" b="1"/>
            </a:lvl3pPr>
            <a:lvl4pPr marL="1950886" indent="0">
              <a:buNone/>
              <a:defRPr sz="2276" b="1"/>
            </a:lvl4pPr>
            <a:lvl5pPr marL="2601179" indent="0">
              <a:buNone/>
              <a:defRPr sz="2276" b="1"/>
            </a:lvl5pPr>
            <a:lvl6pPr marL="3251474" indent="0">
              <a:buNone/>
              <a:defRPr sz="2276" b="1"/>
            </a:lvl6pPr>
            <a:lvl7pPr marL="3901769" indent="0">
              <a:buNone/>
              <a:defRPr sz="2276" b="1"/>
            </a:lvl7pPr>
            <a:lvl8pPr marL="4552064" indent="0">
              <a:buNone/>
              <a:defRPr sz="2276" b="1"/>
            </a:lvl8pPr>
            <a:lvl9pPr marL="520235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8614" y="3093155"/>
            <a:ext cx="7664637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1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6AF04-F2A5-4A8D-A093-21E7CE1C954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E58AE8-BB02-4185-AD94-BAD95D06E77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81425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6D210-6A83-44F2-AB39-28DE523BD4F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FD791-1CF7-4F96-80CD-5B7C822A83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34259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44DDA-485C-4B0A-A245-35631B1C15D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21113-2AD8-4298-93A6-E51762E217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66179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014" y="388343"/>
            <a:ext cx="5704828" cy="1652693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562" y="388344"/>
            <a:ext cx="9693688" cy="8324427"/>
          </a:xfrm>
        </p:spPr>
        <p:txBody>
          <a:bodyPr/>
          <a:lstStyle>
            <a:lvl1pPr>
              <a:defRPr sz="4551"/>
            </a:lvl1pPr>
            <a:lvl2pPr>
              <a:defRPr sz="3983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014" y="2041032"/>
            <a:ext cx="5704828" cy="6671734"/>
          </a:xfrm>
        </p:spPr>
        <p:txBody>
          <a:bodyPr/>
          <a:lstStyle>
            <a:lvl1pPr marL="0" indent="0">
              <a:buNone/>
              <a:defRPr sz="1991"/>
            </a:lvl1pPr>
            <a:lvl2pPr marL="650296" indent="0">
              <a:buNone/>
              <a:defRPr sz="1707"/>
            </a:lvl2pPr>
            <a:lvl3pPr marL="1300590" indent="0">
              <a:buNone/>
              <a:defRPr sz="1422"/>
            </a:lvl3pPr>
            <a:lvl4pPr marL="1950886" indent="0">
              <a:buNone/>
              <a:defRPr sz="1280"/>
            </a:lvl4pPr>
            <a:lvl5pPr marL="2601179" indent="0">
              <a:buNone/>
              <a:defRPr sz="1280"/>
            </a:lvl5pPr>
            <a:lvl6pPr marL="3251474" indent="0">
              <a:buNone/>
              <a:defRPr sz="1280"/>
            </a:lvl6pPr>
            <a:lvl7pPr marL="3901769" indent="0">
              <a:buNone/>
              <a:defRPr sz="1280"/>
            </a:lvl7pPr>
            <a:lvl8pPr marL="4552064" indent="0">
              <a:buNone/>
              <a:defRPr sz="1280"/>
            </a:lvl8pPr>
            <a:lvl9pPr marL="520235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BDF9A-DDC2-4B3E-8F89-6109AA2FE02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BCBEE-0586-4ACB-9022-60003839C50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20920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8813" y="6827525"/>
            <a:ext cx="10404158" cy="806027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8813" y="871502"/>
            <a:ext cx="10404158" cy="5852160"/>
          </a:xfrm>
        </p:spPr>
        <p:txBody>
          <a:bodyPr rtlCol="0">
            <a:normAutofit/>
          </a:bodyPr>
          <a:lstStyle>
            <a:lvl1pPr marL="0" indent="0">
              <a:buNone/>
              <a:defRPr sz="4551"/>
            </a:lvl1pPr>
            <a:lvl2pPr marL="650296" indent="0">
              <a:buNone/>
              <a:defRPr sz="3983"/>
            </a:lvl2pPr>
            <a:lvl3pPr marL="1300590" indent="0">
              <a:buNone/>
              <a:defRPr sz="3413"/>
            </a:lvl3pPr>
            <a:lvl4pPr marL="1950886" indent="0">
              <a:buNone/>
              <a:defRPr sz="2844"/>
            </a:lvl4pPr>
            <a:lvl5pPr marL="2601179" indent="0">
              <a:buNone/>
              <a:defRPr sz="2844"/>
            </a:lvl5pPr>
            <a:lvl6pPr marL="3251474" indent="0">
              <a:buNone/>
              <a:defRPr sz="2844"/>
            </a:lvl6pPr>
            <a:lvl7pPr marL="3901769" indent="0">
              <a:buNone/>
              <a:defRPr sz="2844"/>
            </a:lvl7pPr>
            <a:lvl8pPr marL="4552064" indent="0">
              <a:buNone/>
              <a:defRPr sz="2844"/>
            </a:lvl8pPr>
            <a:lvl9pPr marL="5202359" indent="0">
              <a:buNone/>
              <a:defRPr sz="284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8813" y="7633552"/>
            <a:ext cx="10404158" cy="1144693"/>
          </a:xfrm>
        </p:spPr>
        <p:txBody>
          <a:bodyPr/>
          <a:lstStyle>
            <a:lvl1pPr marL="0" indent="0">
              <a:buNone/>
              <a:defRPr sz="1991"/>
            </a:lvl1pPr>
            <a:lvl2pPr marL="650296" indent="0">
              <a:buNone/>
              <a:defRPr sz="1707"/>
            </a:lvl2pPr>
            <a:lvl3pPr marL="1300590" indent="0">
              <a:buNone/>
              <a:defRPr sz="1422"/>
            </a:lvl3pPr>
            <a:lvl4pPr marL="1950886" indent="0">
              <a:buNone/>
              <a:defRPr sz="1280"/>
            </a:lvl4pPr>
            <a:lvl5pPr marL="2601179" indent="0">
              <a:buNone/>
              <a:defRPr sz="1280"/>
            </a:lvl5pPr>
            <a:lvl6pPr marL="3251474" indent="0">
              <a:buNone/>
              <a:defRPr sz="1280"/>
            </a:lvl6pPr>
            <a:lvl7pPr marL="3901769" indent="0">
              <a:buNone/>
              <a:defRPr sz="1280"/>
            </a:lvl7pPr>
            <a:lvl8pPr marL="4552064" indent="0">
              <a:buNone/>
              <a:defRPr sz="1280"/>
            </a:lvl8pPr>
            <a:lvl9pPr marL="520235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2B608-DBAB-451A-A477-F2E870F6794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51DF-897C-4A17-AA75-807462E7515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4447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416A4-918B-4A36-BF6A-BFB59E58054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22F967-1FEC-40A2-ACDB-50691DEF34B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99474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571692" y="390602"/>
            <a:ext cx="3901559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7016" y="390602"/>
            <a:ext cx="1141567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2287C-281F-4EEF-B9DA-F05F1F14823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48CD5-87E0-4ECE-B14C-ED6B44FD81E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63008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0520" y="3029939"/>
            <a:ext cx="14739224" cy="2090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1040" y="5527045"/>
            <a:ext cx="12138184" cy="24925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0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1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7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2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23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D3D07-06A9-4A0D-A1A4-E349962681D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BB232-8A3E-45DB-B766-29BE7910636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63999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549CF-9763-4AC1-AE9F-024743F7955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DA398-9216-473A-8AE1-34B50B1EFA9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036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762" y="6267597"/>
            <a:ext cx="14739224" cy="1937173"/>
          </a:xfrm>
        </p:spPr>
        <p:txBody>
          <a:bodyPr anchor="t"/>
          <a:lstStyle>
            <a:lvl1pPr algn="l">
              <a:defRPr sz="569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762" y="4133998"/>
            <a:ext cx="14739224" cy="2133599"/>
          </a:xfrm>
        </p:spPr>
        <p:txBody>
          <a:bodyPr anchor="b"/>
          <a:lstStyle>
            <a:lvl1pPr marL="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1pPr>
            <a:lvl2pPr marL="650296" indent="0">
              <a:buNone/>
              <a:defRPr sz="2561">
                <a:solidFill>
                  <a:schemeClr val="tx1">
                    <a:tint val="75000"/>
                  </a:schemeClr>
                </a:solidFill>
              </a:defRPr>
            </a:lvl2pPr>
            <a:lvl3pPr marL="13005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886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11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474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76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2064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235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E7AC9-F693-4A05-8108-B2AC6A754D3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BDB8B-0B83-44CB-AAFA-A02FC9F7204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95518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7016" y="2275846"/>
            <a:ext cx="7658617" cy="6436925"/>
          </a:xfrm>
        </p:spPr>
        <p:txBody>
          <a:bodyPr/>
          <a:lstStyle>
            <a:lvl1pPr>
              <a:defRPr sz="3983"/>
            </a:lvl1pPr>
            <a:lvl2pPr>
              <a:defRPr sz="3413"/>
            </a:lvl2pPr>
            <a:lvl3pPr>
              <a:defRPr sz="2844"/>
            </a:lvl3pPr>
            <a:lvl4pPr>
              <a:defRPr sz="2561"/>
            </a:lvl4pPr>
            <a:lvl5pPr>
              <a:defRPr sz="2561"/>
            </a:lvl5pPr>
            <a:lvl6pPr>
              <a:defRPr sz="2561"/>
            </a:lvl6pPr>
            <a:lvl7pPr>
              <a:defRPr sz="2561"/>
            </a:lvl7pPr>
            <a:lvl8pPr>
              <a:defRPr sz="2561"/>
            </a:lvl8pPr>
            <a:lvl9pPr>
              <a:defRPr sz="25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4636" y="2275846"/>
            <a:ext cx="7658617" cy="6436925"/>
          </a:xfrm>
        </p:spPr>
        <p:txBody>
          <a:bodyPr/>
          <a:lstStyle>
            <a:lvl1pPr>
              <a:defRPr sz="3983"/>
            </a:lvl1pPr>
            <a:lvl2pPr>
              <a:defRPr sz="3413"/>
            </a:lvl2pPr>
            <a:lvl3pPr>
              <a:defRPr sz="2844"/>
            </a:lvl3pPr>
            <a:lvl4pPr>
              <a:defRPr sz="2561"/>
            </a:lvl4pPr>
            <a:lvl5pPr>
              <a:defRPr sz="2561"/>
            </a:lvl5pPr>
            <a:lvl6pPr>
              <a:defRPr sz="2561"/>
            </a:lvl6pPr>
            <a:lvl7pPr>
              <a:defRPr sz="2561"/>
            </a:lvl7pPr>
            <a:lvl8pPr>
              <a:defRPr sz="2561"/>
            </a:lvl8pPr>
            <a:lvl9pPr>
              <a:defRPr sz="25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DC286-0936-4CCE-BB20-41FF835D7BD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5F77F-6C3F-439F-90EE-8F19C3E1986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31114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017" y="2183272"/>
            <a:ext cx="7661627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96" indent="0">
              <a:buNone/>
              <a:defRPr sz="2844" b="1"/>
            </a:lvl2pPr>
            <a:lvl3pPr marL="1300590" indent="0">
              <a:buNone/>
              <a:defRPr sz="2561" b="1"/>
            </a:lvl3pPr>
            <a:lvl4pPr marL="1950886" indent="0">
              <a:buNone/>
              <a:defRPr sz="2276" b="1"/>
            </a:lvl4pPr>
            <a:lvl5pPr marL="2601179" indent="0">
              <a:buNone/>
              <a:defRPr sz="2276" b="1"/>
            </a:lvl5pPr>
            <a:lvl6pPr marL="3251474" indent="0">
              <a:buNone/>
              <a:defRPr sz="2276" b="1"/>
            </a:lvl6pPr>
            <a:lvl7pPr marL="3901769" indent="0">
              <a:buNone/>
              <a:defRPr sz="2276" b="1"/>
            </a:lvl7pPr>
            <a:lvl8pPr marL="4552064" indent="0">
              <a:buNone/>
              <a:defRPr sz="2276" b="1"/>
            </a:lvl8pPr>
            <a:lvl9pPr marL="520235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017" y="3093155"/>
            <a:ext cx="7661627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1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08614" y="2183272"/>
            <a:ext cx="7664637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96" indent="0">
              <a:buNone/>
              <a:defRPr sz="2844" b="1"/>
            </a:lvl2pPr>
            <a:lvl3pPr marL="1300590" indent="0">
              <a:buNone/>
              <a:defRPr sz="2561" b="1"/>
            </a:lvl3pPr>
            <a:lvl4pPr marL="1950886" indent="0">
              <a:buNone/>
              <a:defRPr sz="2276" b="1"/>
            </a:lvl4pPr>
            <a:lvl5pPr marL="2601179" indent="0">
              <a:buNone/>
              <a:defRPr sz="2276" b="1"/>
            </a:lvl5pPr>
            <a:lvl6pPr marL="3251474" indent="0">
              <a:buNone/>
              <a:defRPr sz="2276" b="1"/>
            </a:lvl6pPr>
            <a:lvl7pPr marL="3901769" indent="0">
              <a:buNone/>
              <a:defRPr sz="2276" b="1"/>
            </a:lvl7pPr>
            <a:lvl8pPr marL="4552064" indent="0">
              <a:buNone/>
              <a:defRPr sz="2276" b="1"/>
            </a:lvl8pPr>
            <a:lvl9pPr marL="520235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08614" y="3093155"/>
            <a:ext cx="7664637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1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6AF04-F2A5-4A8D-A093-21E7CE1C954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E58AE8-BB02-4185-AD94-BAD95D06E77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42923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6D210-6A83-44F2-AB39-28DE523BD4F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FD791-1CF7-4F96-80CD-5B7C822A83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97850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44DDA-485C-4B0A-A245-35631B1C15D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21113-2AD8-4298-93A6-E51762E217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32438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014" y="388343"/>
            <a:ext cx="5704828" cy="1652693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562" y="388344"/>
            <a:ext cx="9693688" cy="8324427"/>
          </a:xfrm>
        </p:spPr>
        <p:txBody>
          <a:bodyPr/>
          <a:lstStyle>
            <a:lvl1pPr>
              <a:defRPr sz="4551"/>
            </a:lvl1pPr>
            <a:lvl2pPr>
              <a:defRPr sz="3983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014" y="2041032"/>
            <a:ext cx="5704828" cy="6671734"/>
          </a:xfrm>
        </p:spPr>
        <p:txBody>
          <a:bodyPr/>
          <a:lstStyle>
            <a:lvl1pPr marL="0" indent="0">
              <a:buNone/>
              <a:defRPr sz="1991"/>
            </a:lvl1pPr>
            <a:lvl2pPr marL="650296" indent="0">
              <a:buNone/>
              <a:defRPr sz="1707"/>
            </a:lvl2pPr>
            <a:lvl3pPr marL="1300590" indent="0">
              <a:buNone/>
              <a:defRPr sz="1422"/>
            </a:lvl3pPr>
            <a:lvl4pPr marL="1950886" indent="0">
              <a:buNone/>
              <a:defRPr sz="1280"/>
            </a:lvl4pPr>
            <a:lvl5pPr marL="2601179" indent="0">
              <a:buNone/>
              <a:defRPr sz="1280"/>
            </a:lvl5pPr>
            <a:lvl6pPr marL="3251474" indent="0">
              <a:buNone/>
              <a:defRPr sz="1280"/>
            </a:lvl6pPr>
            <a:lvl7pPr marL="3901769" indent="0">
              <a:buNone/>
              <a:defRPr sz="1280"/>
            </a:lvl7pPr>
            <a:lvl8pPr marL="4552064" indent="0">
              <a:buNone/>
              <a:defRPr sz="1280"/>
            </a:lvl8pPr>
            <a:lvl9pPr marL="520235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BDF9A-DDC2-4B3E-8F89-6109AA2FE02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BCBEE-0586-4ACB-9022-60003839C50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92895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8813" y="6827525"/>
            <a:ext cx="10404158" cy="806027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98813" y="871502"/>
            <a:ext cx="10404158" cy="5852160"/>
          </a:xfrm>
        </p:spPr>
        <p:txBody>
          <a:bodyPr rtlCol="0">
            <a:normAutofit/>
          </a:bodyPr>
          <a:lstStyle>
            <a:lvl1pPr marL="0" indent="0">
              <a:buNone/>
              <a:defRPr sz="4551"/>
            </a:lvl1pPr>
            <a:lvl2pPr marL="650296" indent="0">
              <a:buNone/>
              <a:defRPr sz="3983"/>
            </a:lvl2pPr>
            <a:lvl3pPr marL="1300590" indent="0">
              <a:buNone/>
              <a:defRPr sz="3413"/>
            </a:lvl3pPr>
            <a:lvl4pPr marL="1950886" indent="0">
              <a:buNone/>
              <a:defRPr sz="2844"/>
            </a:lvl4pPr>
            <a:lvl5pPr marL="2601179" indent="0">
              <a:buNone/>
              <a:defRPr sz="2844"/>
            </a:lvl5pPr>
            <a:lvl6pPr marL="3251474" indent="0">
              <a:buNone/>
              <a:defRPr sz="2844"/>
            </a:lvl6pPr>
            <a:lvl7pPr marL="3901769" indent="0">
              <a:buNone/>
              <a:defRPr sz="2844"/>
            </a:lvl7pPr>
            <a:lvl8pPr marL="4552064" indent="0">
              <a:buNone/>
              <a:defRPr sz="2844"/>
            </a:lvl8pPr>
            <a:lvl9pPr marL="5202359" indent="0">
              <a:buNone/>
              <a:defRPr sz="284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8813" y="7633552"/>
            <a:ext cx="10404158" cy="1144693"/>
          </a:xfrm>
        </p:spPr>
        <p:txBody>
          <a:bodyPr/>
          <a:lstStyle>
            <a:lvl1pPr marL="0" indent="0">
              <a:buNone/>
              <a:defRPr sz="1991"/>
            </a:lvl1pPr>
            <a:lvl2pPr marL="650296" indent="0">
              <a:buNone/>
              <a:defRPr sz="1707"/>
            </a:lvl2pPr>
            <a:lvl3pPr marL="1300590" indent="0">
              <a:buNone/>
              <a:defRPr sz="1422"/>
            </a:lvl3pPr>
            <a:lvl4pPr marL="1950886" indent="0">
              <a:buNone/>
              <a:defRPr sz="1280"/>
            </a:lvl4pPr>
            <a:lvl5pPr marL="2601179" indent="0">
              <a:buNone/>
              <a:defRPr sz="1280"/>
            </a:lvl5pPr>
            <a:lvl6pPr marL="3251474" indent="0">
              <a:buNone/>
              <a:defRPr sz="1280"/>
            </a:lvl6pPr>
            <a:lvl7pPr marL="3901769" indent="0">
              <a:buNone/>
              <a:defRPr sz="1280"/>
            </a:lvl7pPr>
            <a:lvl8pPr marL="4552064" indent="0">
              <a:buNone/>
              <a:defRPr sz="1280"/>
            </a:lvl8pPr>
            <a:lvl9pPr marL="520235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2B608-DBAB-451A-A477-F2E870F6794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51DF-897C-4A17-AA75-807462E7515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24079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416A4-918B-4A36-BF6A-BFB59E58054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22F967-1FEC-40A2-ACDB-50691DEF34B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18204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571692" y="390602"/>
            <a:ext cx="3901559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7016" y="390602"/>
            <a:ext cx="1141567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2287C-281F-4EEF-B9DA-F05F1F14823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48CD5-87E0-4ECE-B14C-ED6B44FD81E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96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7" y="5029200"/>
            <a:ext cx="13953494" cy="1181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93387" y="1638301"/>
            <a:ext cx="13953494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222" algn="ctr" rtl="0" fontAlgn="base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446" algn="ctr" rtl="0" fontAlgn="base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668" algn="ctr" rtl="0" fontAlgn="base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889" algn="ctr" rtl="0" fontAlgn="base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457222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914446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1371668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1828889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2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5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7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8538" y="50801"/>
            <a:ext cx="17086255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6" y="1130300"/>
            <a:ext cx="17086255" cy="854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sp>
        <p:nvSpPr>
          <p:cNvPr id="2" name="Line 3"/>
          <p:cNvSpPr>
            <a:spLocks noChangeShapeType="1"/>
          </p:cNvSpPr>
          <p:nvPr/>
        </p:nvSpPr>
        <p:spPr bwMode="auto">
          <a:xfrm rot="10800000" flipH="1">
            <a:off x="0" y="1052518"/>
            <a:ext cx="17336031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30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222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446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66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88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584228" indent="-381018" algn="l" rtl="0" eaLnBrk="0" fontAlgn="base" hangingPunct="0">
        <a:spcBef>
          <a:spcPts val="600"/>
        </a:spcBef>
        <a:spcAft>
          <a:spcPct val="0"/>
        </a:spcAft>
        <a:buSzPct val="150000"/>
        <a:buFont typeface="Arial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092254" indent="-381018" algn="l" rtl="0" eaLnBrk="0" fontAlgn="base" hangingPunct="0">
        <a:spcBef>
          <a:spcPts val="6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473273" indent="-31751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17794" indent="-31751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362315" indent="-31751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19538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276760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33983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191205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2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5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7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8538" y="50801"/>
            <a:ext cx="17086255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6" y="1130300"/>
            <a:ext cx="17086255" cy="854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13" cstate="print"/>
          <a:srcRect l="1332" t="21333" r="665" b="23332"/>
          <a:stretch>
            <a:fillRect/>
          </a:stretch>
        </p:blipFill>
        <p:spPr bwMode="auto">
          <a:xfrm>
            <a:off x="14021228" y="9064626"/>
            <a:ext cx="3251299" cy="6889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rot="10800000" flipH="1">
            <a:off x="0" y="1052518"/>
            <a:ext cx="17336031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30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222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446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66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88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584228" indent="-381018" algn="l" rtl="0" eaLnBrk="0" fontAlgn="base" hangingPunct="0">
        <a:spcBef>
          <a:spcPts val="600"/>
        </a:spcBef>
        <a:spcAft>
          <a:spcPct val="0"/>
        </a:spcAft>
        <a:buSzPct val="150000"/>
        <a:buFont typeface="Arial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092254" indent="-381018" algn="l" rtl="0" eaLnBrk="0" fontAlgn="base" hangingPunct="0">
        <a:spcBef>
          <a:spcPts val="6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473273" indent="-31751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17794" indent="-31751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362315" indent="-31751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19538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276760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33983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191205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2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5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7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8538" y="50801"/>
            <a:ext cx="17086255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pic>
        <p:nvPicPr>
          <p:cNvPr id="5123" name="Picture 2"/>
          <p:cNvPicPr>
            <a:picLocks noChangeAspect="1" noChangeArrowheads="1"/>
          </p:cNvPicPr>
          <p:nvPr/>
        </p:nvPicPr>
        <p:blipFill>
          <a:blip r:embed="rId13" cstate="print"/>
          <a:srcRect l="1332" t="21333" r="665" b="23332"/>
          <a:stretch>
            <a:fillRect/>
          </a:stretch>
        </p:blipFill>
        <p:spPr bwMode="auto">
          <a:xfrm>
            <a:off x="14021228" y="9064626"/>
            <a:ext cx="3251299" cy="6889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" name="Line 3"/>
          <p:cNvSpPr>
            <a:spLocks noChangeShapeType="1"/>
          </p:cNvSpPr>
          <p:nvPr/>
        </p:nvSpPr>
        <p:spPr bwMode="auto">
          <a:xfrm rot="10800000" flipH="1">
            <a:off x="0" y="1052518"/>
            <a:ext cx="17336031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30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222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446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66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88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635032" indent="-381018" algn="l" rtl="0" eaLnBrk="0" fontAlgn="base" hangingPunct="0">
        <a:spcBef>
          <a:spcPts val="1200"/>
        </a:spcBef>
        <a:spcAft>
          <a:spcPct val="0"/>
        </a:spcAft>
        <a:buSzPct val="150000"/>
        <a:buFont typeface="Arial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143056" indent="-381018" algn="l" rtl="0" eaLnBrk="0" fontAlgn="base" hangingPunct="0">
        <a:spcBef>
          <a:spcPts val="12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524074" indent="-317515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68596" indent="-317515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413118" indent="-317515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70342" indent="-317515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327563" indent="-317515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84784" indent="-317515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242008" indent="-317515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2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5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7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8538" y="50801"/>
            <a:ext cx="17086255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2" name="Line 2"/>
          <p:cNvSpPr>
            <a:spLocks noChangeShapeType="1"/>
          </p:cNvSpPr>
          <p:nvPr/>
        </p:nvSpPr>
        <p:spPr bwMode="auto">
          <a:xfrm rot="10800000" flipH="1">
            <a:off x="0" y="1052518"/>
            <a:ext cx="17336031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30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222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446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66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88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635032" indent="-381018" algn="l" rtl="0" eaLnBrk="0" fontAlgn="base" hangingPunct="0">
        <a:spcBef>
          <a:spcPts val="1200"/>
        </a:spcBef>
        <a:spcAft>
          <a:spcPct val="0"/>
        </a:spcAft>
        <a:buSzPct val="150000"/>
        <a:buFont typeface="Arial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143056" indent="-381018" algn="l" rtl="0" eaLnBrk="0" fontAlgn="base" hangingPunct="0">
        <a:spcBef>
          <a:spcPts val="12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524074" indent="-317515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68596" indent="-317515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413118" indent="-317515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70342" indent="-317515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327563" indent="-317515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84784" indent="-317515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242008" indent="-317515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2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5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7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8538" y="50801"/>
            <a:ext cx="17086255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6" y="1130300"/>
            <a:ext cx="17086255" cy="854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7" tIns="50797" rIns="50797" bIns="507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sp>
        <p:nvSpPr>
          <p:cNvPr id="2" name="Line 3"/>
          <p:cNvSpPr>
            <a:spLocks noChangeShapeType="1"/>
          </p:cNvSpPr>
          <p:nvPr/>
        </p:nvSpPr>
        <p:spPr bwMode="auto">
          <a:xfrm rot="10800000" flipH="1">
            <a:off x="0" y="1052518"/>
            <a:ext cx="17336031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30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222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446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66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88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584228" indent="-381018" algn="l" rtl="0" eaLnBrk="0" fontAlgn="base" hangingPunct="0">
        <a:spcBef>
          <a:spcPts val="600"/>
        </a:spcBef>
        <a:spcAft>
          <a:spcPct val="0"/>
        </a:spcAft>
        <a:buSzPct val="150000"/>
        <a:buFont typeface="Arial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092254" indent="-381018" algn="l" rtl="0" eaLnBrk="0" fontAlgn="base" hangingPunct="0">
        <a:spcBef>
          <a:spcPts val="6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473273" indent="-31751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17794" indent="-31751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362315" indent="-31751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19538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276760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33983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191205" indent="-317515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2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5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7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22" algn="ctr" rtl="0" fontAlgn="base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46" algn="ctr" rtl="0" fontAlgn="base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68" algn="ctr" rtl="0" fontAlgn="base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89" algn="ctr" rtl="0" fontAlgn="base">
        <a:spcBef>
          <a:spcPct val="0"/>
        </a:spcBef>
        <a:spcAft>
          <a:spcPct val="0"/>
        </a:spcAft>
        <a:defRPr sz="8402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45" indent="-571528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333566" indent="-571528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778087" indent="-571528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222609" indent="-571528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667131" indent="-571528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3124352" indent="-571528" algn="l" rtl="0" fontAlgn="base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574" indent="-571528" algn="l" rtl="0" fontAlgn="base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798" indent="-571528" algn="l" rtl="0" fontAlgn="base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6020" indent="-571528" algn="l" rtl="0" fontAlgn="base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1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2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5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7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67013" y="390596"/>
            <a:ext cx="15606237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7013" y="2275846"/>
            <a:ext cx="15606237" cy="643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016" y="9040148"/>
            <a:ext cx="4046061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707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8715EEA-9415-4550-A9C5-A02A83FE2FC5}" type="datetimeFigureOut">
              <a:rPr lang="en-US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24592" y="9040148"/>
            <a:ext cx="5491084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707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7192" y="9040148"/>
            <a:ext cx="4046061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7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49BF17C-DAA3-4564-A1DE-C9A41F033697}" type="slidenum">
              <a:rPr lang="en-US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9261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5pPr>
      <a:lvl6pPr marL="650296" algn="ctr" rtl="0" fontAlgn="base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6pPr>
      <a:lvl7pPr marL="1300590" algn="ctr" rtl="0" fontAlgn="base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7pPr>
      <a:lvl8pPr marL="1950886" algn="ctr" rtl="0" fontAlgn="base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8pPr>
      <a:lvl9pPr marL="2601179" algn="ctr" rtl="0" fontAlgn="base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9pPr>
    </p:titleStyle>
    <p:bodyStyle>
      <a:lvl1pPr marL="487721" indent="-48772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551" kern="1200">
          <a:solidFill>
            <a:schemeClr val="tx1"/>
          </a:solidFill>
          <a:latin typeface="+mn-lt"/>
          <a:ea typeface="+mn-ea"/>
          <a:cs typeface="+mn-cs"/>
        </a:defRPr>
      </a:lvl1pPr>
      <a:lvl2pPr marL="1056729" indent="-40643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983" kern="1200">
          <a:solidFill>
            <a:schemeClr val="tx1"/>
          </a:solidFill>
          <a:latin typeface="+mn-lt"/>
          <a:ea typeface="+mn-ea"/>
          <a:cs typeface="+mn-cs"/>
        </a:defRPr>
      </a:lvl2pPr>
      <a:lvl3pPr marL="1625738" indent="-32514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3pPr>
      <a:lvl4pPr marL="2276032" indent="-32514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44" kern="1200">
          <a:solidFill>
            <a:schemeClr val="tx1"/>
          </a:solidFill>
          <a:latin typeface="+mn-lt"/>
          <a:ea typeface="+mn-ea"/>
          <a:cs typeface="+mn-cs"/>
        </a:defRPr>
      </a:lvl4pPr>
      <a:lvl5pPr marL="2926328" indent="-32514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844" kern="1200">
          <a:solidFill>
            <a:schemeClr val="tx1"/>
          </a:solidFill>
          <a:latin typeface="+mn-lt"/>
          <a:ea typeface="+mn-ea"/>
          <a:cs typeface="+mn-cs"/>
        </a:defRPr>
      </a:lvl5pPr>
      <a:lvl6pPr marL="3576622" indent="-325148" algn="l" defTabSz="130059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6pPr>
      <a:lvl7pPr marL="4226916" indent="-325148" algn="l" defTabSz="130059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7pPr>
      <a:lvl8pPr marL="4877212" indent="-325148" algn="l" defTabSz="130059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8pPr>
      <a:lvl9pPr marL="5527506" indent="-325148" algn="l" defTabSz="130059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1pPr>
      <a:lvl2pPr marL="650296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2pPr>
      <a:lvl3pPr marL="1300590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3pPr>
      <a:lvl4pPr marL="1950886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4pPr>
      <a:lvl5pPr marL="2601179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5pPr>
      <a:lvl6pPr marL="3251474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6pPr>
      <a:lvl7pPr marL="3901769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7pPr>
      <a:lvl8pPr marL="4552064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8pPr>
      <a:lvl9pPr marL="5202359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67013" y="390596"/>
            <a:ext cx="15606237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7013" y="2275846"/>
            <a:ext cx="15606237" cy="643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016" y="9040148"/>
            <a:ext cx="4046061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707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8715EEA-9415-4550-A9C5-A02A83FE2FC5}" type="datetimeFigureOut">
              <a:rPr lang="en-US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defRPr/>
              </a:pPr>
              <a:t>2/23/2022</a:t>
            </a:fld>
            <a:endParaRPr lang="en-US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24592" y="9040148"/>
            <a:ext cx="5491084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707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7192" y="9040148"/>
            <a:ext cx="4046061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7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49BF17C-DAA3-4564-A1DE-C9A41F033697}" type="slidenum">
              <a:rPr lang="en-US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1048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5pPr>
      <a:lvl6pPr marL="650296" algn="ctr" rtl="0" fontAlgn="base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6pPr>
      <a:lvl7pPr marL="1300590" algn="ctr" rtl="0" fontAlgn="base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7pPr>
      <a:lvl8pPr marL="1950886" algn="ctr" rtl="0" fontAlgn="base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8pPr>
      <a:lvl9pPr marL="2601179" algn="ctr" rtl="0" fontAlgn="base">
        <a:spcBef>
          <a:spcPct val="0"/>
        </a:spcBef>
        <a:spcAft>
          <a:spcPct val="0"/>
        </a:spcAft>
        <a:defRPr sz="6258">
          <a:solidFill>
            <a:schemeClr val="tx1"/>
          </a:solidFill>
          <a:latin typeface="Calibri" pitchFamily="34" charset="0"/>
        </a:defRPr>
      </a:lvl9pPr>
    </p:titleStyle>
    <p:bodyStyle>
      <a:lvl1pPr marL="487721" indent="-48772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551" kern="1200">
          <a:solidFill>
            <a:schemeClr val="tx1"/>
          </a:solidFill>
          <a:latin typeface="+mn-lt"/>
          <a:ea typeface="+mn-ea"/>
          <a:cs typeface="+mn-cs"/>
        </a:defRPr>
      </a:lvl1pPr>
      <a:lvl2pPr marL="1056729" indent="-40643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983" kern="1200">
          <a:solidFill>
            <a:schemeClr val="tx1"/>
          </a:solidFill>
          <a:latin typeface="+mn-lt"/>
          <a:ea typeface="+mn-ea"/>
          <a:cs typeface="+mn-cs"/>
        </a:defRPr>
      </a:lvl2pPr>
      <a:lvl3pPr marL="1625738" indent="-32514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3pPr>
      <a:lvl4pPr marL="2276032" indent="-32514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44" kern="1200">
          <a:solidFill>
            <a:schemeClr val="tx1"/>
          </a:solidFill>
          <a:latin typeface="+mn-lt"/>
          <a:ea typeface="+mn-ea"/>
          <a:cs typeface="+mn-cs"/>
        </a:defRPr>
      </a:lvl4pPr>
      <a:lvl5pPr marL="2926328" indent="-32514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844" kern="1200">
          <a:solidFill>
            <a:schemeClr val="tx1"/>
          </a:solidFill>
          <a:latin typeface="+mn-lt"/>
          <a:ea typeface="+mn-ea"/>
          <a:cs typeface="+mn-cs"/>
        </a:defRPr>
      </a:lvl5pPr>
      <a:lvl6pPr marL="3576622" indent="-325148" algn="l" defTabSz="130059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6pPr>
      <a:lvl7pPr marL="4226916" indent="-325148" algn="l" defTabSz="130059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7pPr>
      <a:lvl8pPr marL="4877212" indent="-325148" algn="l" defTabSz="130059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8pPr>
      <a:lvl9pPr marL="5527506" indent="-325148" algn="l" defTabSz="130059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1pPr>
      <a:lvl2pPr marL="650296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2pPr>
      <a:lvl3pPr marL="1300590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3pPr>
      <a:lvl4pPr marL="1950886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4pPr>
      <a:lvl5pPr marL="2601179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5pPr>
      <a:lvl6pPr marL="3251474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6pPr>
      <a:lvl7pPr marL="3901769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7pPr>
      <a:lvl8pPr marL="4552064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8pPr>
      <a:lvl9pPr marL="5202359" algn="l" defTabSz="1300590" rtl="0" eaLnBrk="1" latinLnBrk="0" hangingPunct="1">
        <a:defRPr sz="25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/>
          </p:cNvSpPr>
          <p:nvPr/>
        </p:nvSpPr>
        <p:spPr bwMode="auto">
          <a:xfrm>
            <a:off x="749251" y="381001"/>
            <a:ext cx="15985776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sz="8402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Filters</a:t>
            </a:r>
          </a:p>
          <a:p>
            <a:endParaRPr lang="en-US" sz="40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  <a:p>
            <a:r>
              <a:rPr lang="en-US" sz="72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And filtering in the Web Audio API</a:t>
            </a:r>
            <a:endParaRPr lang="en-US" sz="66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98331" y="4737099"/>
            <a:ext cx="5943600" cy="317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826380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700" dirty="0"/>
              <a:t>Simple digital filter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7203" y="1060377"/>
            <a:ext cx="16887590" cy="7992888"/>
          </a:xfrm>
        </p:spPr>
        <p:txBody>
          <a:bodyPr anchor="t"/>
          <a:lstStyle/>
          <a:p>
            <a:pPr algn="ctr" eaLnBrk="1" hangingPunct="1">
              <a:spcAft>
                <a:spcPts val="1200"/>
              </a:spcAft>
              <a:buFontTx/>
              <a:buNone/>
            </a:pPr>
            <a:r>
              <a:rPr lang="en-US" sz="4100" i="1" dirty="0"/>
              <a:t>Linear time invariant digital filters are at the heart of many audio effects</a:t>
            </a:r>
          </a:p>
          <a:p>
            <a:pPr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3600" dirty="0"/>
              <a:t>Current output </a:t>
            </a:r>
            <a:r>
              <a:rPr lang="en-US" sz="3600" i="1" dirty="0">
                <a:latin typeface="Times New Roman" pitchFamily="18" charset="0"/>
              </a:rPr>
              <a:t>y</a:t>
            </a:r>
            <a:r>
              <a:rPr lang="en-US" sz="3600" dirty="0">
                <a:latin typeface="Times New Roman" pitchFamily="18" charset="0"/>
              </a:rPr>
              <a:t>[</a:t>
            </a:r>
            <a:r>
              <a:rPr lang="en-US" sz="3600" i="1" dirty="0">
                <a:latin typeface="Times New Roman" pitchFamily="18" charset="0"/>
              </a:rPr>
              <a:t>n</a:t>
            </a:r>
            <a:r>
              <a:rPr lang="en-US" sz="3600" dirty="0">
                <a:latin typeface="Times New Roman" pitchFamily="18" charset="0"/>
              </a:rPr>
              <a:t>] </a:t>
            </a:r>
            <a:r>
              <a:rPr lang="en-US" sz="3600" dirty="0"/>
              <a:t>is a function of summed and weighted values of</a:t>
            </a:r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3200" dirty="0"/>
              <a:t>Current input </a:t>
            </a:r>
            <a:r>
              <a:rPr lang="en-US" sz="3200" i="1" dirty="0">
                <a:latin typeface="Times New Roman" pitchFamily="18" charset="0"/>
              </a:rPr>
              <a:t>x</a:t>
            </a:r>
            <a:r>
              <a:rPr lang="en-US" sz="3200" dirty="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</a:rPr>
              <a:t>]</a:t>
            </a:r>
            <a:endParaRPr lang="en-US" sz="3200" dirty="0"/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3200" dirty="0"/>
              <a:t>Past input </a:t>
            </a:r>
            <a:r>
              <a:rPr lang="en-US" sz="3200" i="1" dirty="0">
                <a:latin typeface="Times New Roman" pitchFamily="18" charset="0"/>
              </a:rPr>
              <a:t>x</a:t>
            </a:r>
            <a:r>
              <a:rPr lang="en-US" sz="3200" dirty="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</a:rPr>
              <a:t>-1], </a:t>
            </a:r>
            <a:r>
              <a:rPr lang="en-US" sz="3200" i="1" dirty="0">
                <a:latin typeface="Times New Roman" pitchFamily="18" charset="0"/>
              </a:rPr>
              <a:t>x</a:t>
            </a:r>
            <a:r>
              <a:rPr lang="en-US" sz="3200" dirty="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</a:rPr>
              <a:t>-2], …</a:t>
            </a:r>
            <a:endParaRPr lang="en-US" sz="3200" dirty="0"/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3200" dirty="0"/>
              <a:t>Past output </a:t>
            </a:r>
            <a:r>
              <a:rPr lang="en-US" sz="3200" i="1" dirty="0">
                <a:latin typeface="Times New Roman" pitchFamily="18" charset="0"/>
              </a:rPr>
              <a:t>y</a:t>
            </a:r>
            <a:r>
              <a:rPr lang="en-US" sz="3200" dirty="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</a:rPr>
              <a:t>-1</a:t>
            </a:r>
            <a:r>
              <a:rPr lang="en-US" sz="3200">
                <a:latin typeface="Times New Roman" pitchFamily="18" charset="0"/>
              </a:rPr>
              <a:t>], </a:t>
            </a:r>
            <a:r>
              <a:rPr lang="en-US" sz="3200" i="1">
                <a:latin typeface="Times New Roman" pitchFamily="18" charset="0"/>
              </a:rPr>
              <a:t>y</a:t>
            </a:r>
            <a:r>
              <a:rPr lang="en-US" sz="320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</a:rPr>
              <a:t>-2], …</a:t>
            </a:r>
            <a:endParaRPr lang="en-US" sz="3200" dirty="0"/>
          </a:p>
          <a:p>
            <a:pPr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3600" dirty="0">
                <a:solidFill>
                  <a:srgbClr val="0000CC"/>
                </a:solidFill>
              </a:rPr>
              <a:t>Difference equation</a:t>
            </a:r>
            <a:r>
              <a:rPr lang="en-US" sz="3600" dirty="0"/>
              <a:t>:</a:t>
            </a:r>
            <a:endParaRPr lang="en-US" sz="3600" dirty="0">
              <a:latin typeface="Times New Roman" pitchFamily="18" charset="0"/>
            </a:endParaRPr>
          </a:p>
          <a:p>
            <a:pPr algn="ctr" eaLnBrk="1" hangingPunct="1">
              <a:spcBef>
                <a:spcPts val="575"/>
              </a:spcBef>
              <a:spcAft>
                <a:spcPts val="425"/>
              </a:spcAft>
              <a:buNone/>
            </a:pPr>
            <a:r>
              <a:rPr lang="es-ES" sz="3600" i="1" dirty="0">
                <a:latin typeface="Times New Roman" pitchFamily="18" charset="0"/>
              </a:rPr>
              <a:t>a</a:t>
            </a:r>
            <a:r>
              <a:rPr lang="es-ES" sz="3600" baseline="-25000" dirty="0">
                <a:latin typeface="Times New Roman" pitchFamily="18" charset="0"/>
              </a:rPr>
              <a:t>0</a:t>
            </a:r>
            <a:r>
              <a:rPr lang="en-US" sz="3600" i="1" dirty="0">
                <a:latin typeface="Times New Roman" pitchFamily="18" charset="0"/>
              </a:rPr>
              <a:t> y</a:t>
            </a:r>
            <a:r>
              <a:rPr lang="en-US" sz="3600" dirty="0">
                <a:latin typeface="Times New Roman" pitchFamily="18" charset="0"/>
              </a:rPr>
              <a:t>[</a:t>
            </a:r>
            <a:r>
              <a:rPr lang="en-US" sz="3600" i="1" dirty="0">
                <a:latin typeface="Times New Roman" pitchFamily="18" charset="0"/>
              </a:rPr>
              <a:t>n</a:t>
            </a:r>
            <a:r>
              <a:rPr lang="en-US" sz="3600" dirty="0">
                <a:latin typeface="Times New Roman" pitchFamily="18" charset="0"/>
              </a:rPr>
              <a:t>] </a:t>
            </a:r>
            <a:r>
              <a:rPr lang="es-ES" sz="3600" dirty="0">
                <a:latin typeface="Times New Roman" pitchFamily="18" charset="0"/>
              </a:rPr>
              <a:t>+ </a:t>
            </a:r>
            <a:r>
              <a:rPr lang="en-US" sz="3600" i="1" dirty="0">
                <a:latin typeface="Times New Roman" pitchFamily="18" charset="0"/>
              </a:rPr>
              <a:t>a</a:t>
            </a:r>
            <a:r>
              <a:rPr lang="en-US" sz="3600" baseline="-25000" dirty="0">
                <a:latin typeface="Times New Roman" pitchFamily="18" charset="0"/>
              </a:rPr>
              <a:t>1</a:t>
            </a:r>
            <a:r>
              <a:rPr lang="en-US" sz="3600" i="1" dirty="0">
                <a:latin typeface="Times New Roman" pitchFamily="18" charset="0"/>
              </a:rPr>
              <a:t>y</a:t>
            </a:r>
            <a:r>
              <a:rPr lang="en-US" sz="3600" dirty="0">
                <a:latin typeface="Times New Roman" pitchFamily="18" charset="0"/>
              </a:rPr>
              <a:t>[</a:t>
            </a:r>
            <a:r>
              <a:rPr lang="en-US" sz="3600" i="1" dirty="0">
                <a:latin typeface="Times New Roman" pitchFamily="18" charset="0"/>
              </a:rPr>
              <a:t>n </a:t>
            </a:r>
            <a:r>
              <a:rPr lang="en-US" sz="3600" dirty="0">
                <a:latin typeface="Times New Roman" pitchFamily="18" charset="0"/>
              </a:rPr>
              <a:t>-1] </a:t>
            </a:r>
            <a:r>
              <a:rPr lang="es-ES" sz="3600" dirty="0">
                <a:latin typeface="Times New Roman" pitchFamily="18" charset="0"/>
              </a:rPr>
              <a:t>+ </a:t>
            </a:r>
            <a:r>
              <a:rPr lang="en-US" sz="3600" dirty="0">
                <a:latin typeface="Times New Roman" pitchFamily="18" charset="0"/>
              </a:rPr>
              <a:t>…+ </a:t>
            </a:r>
            <a:r>
              <a:rPr lang="es-ES" sz="3600" i="1" dirty="0">
                <a:latin typeface="Times New Roman" pitchFamily="18" charset="0"/>
              </a:rPr>
              <a:t>a</a:t>
            </a:r>
            <a:r>
              <a:rPr lang="es-ES" sz="3600" baseline="-25000" dirty="0">
                <a:latin typeface="Times New Roman" pitchFamily="18" charset="0"/>
              </a:rPr>
              <a:t>N</a:t>
            </a:r>
            <a:r>
              <a:rPr lang="es-ES" sz="3600" i="1" dirty="0">
                <a:latin typeface="Times New Roman" pitchFamily="18" charset="0"/>
              </a:rPr>
              <a:t>y</a:t>
            </a:r>
            <a:r>
              <a:rPr lang="en-US" sz="3600" dirty="0">
                <a:latin typeface="Times New Roman" pitchFamily="18" charset="0"/>
              </a:rPr>
              <a:t>[</a:t>
            </a:r>
            <a:r>
              <a:rPr lang="en-US" sz="3600" i="1" dirty="0">
                <a:latin typeface="Times New Roman" pitchFamily="18" charset="0"/>
              </a:rPr>
              <a:t>n</a:t>
            </a:r>
            <a:r>
              <a:rPr lang="en-US" sz="3600" dirty="0">
                <a:latin typeface="Times New Roman" pitchFamily="18" charset="0"/>
              </a:rPr>
              <a:t>-</a:t>
            </a:r>
            <a:r>
              <a:rPr lang="en-US" sz="3600" i="1" dirty="0">
                <a:latin typeface="Times New Roman" pitchFamily="18" charset="0"/>
              </a:rPr>
              <a:t>N</a:t>
            </a:r>
            <a:r>
              <a:rPr lang="en-US" sz="3600" dirty="0">
                <a:latin typeface="Times New Roman" pitchFamily="18" charset="0"/>
              </a:rPr>
              <a:t>] </a:t>
            </a:r>
            <a:r>
              <a:rPr lang="es-ES" sz="3600" dirty="0">
                <a:latin typeface="Times New Roman" pitchFamily="18" charset="0"/>
              </a:rPr>
              <a:t>=</a:t>
            </a:r>
            <a:r>
              <a:rPr lang="es-ES" sz="3600" i="1" dirty="0">
                <a:latin typeface="Times New Roman" pitchFamily="18" charset="0"/>
              </a:rPr>
              <a:t>b</a:t>
            </a:r>
            <a:r>
              <a:rPr lang="es-ES" sz="3600" baseline="-25000" dirty="0">
                <a:latin typeface="Times New Roman" pitchFamily="18" charset="0"/>
              </a:rPr>
              <a:t>0</a:t>
            </a:r>
            <a:r>
              <a:rPr lang="en-US" sz="3600" i="1" dirty="0">
                <a:latin typeface="Times New Roman" pitchFamily="18" charset="0"/>
              </a:rPr>
              <a:t>x</a:t>
            </a:r>
            <a:r>
              <a:rPr lang="en-US" sz="3600" dirty="0">
                <a:latin typeface="Times New Roman" pitchFamily="18" charset="0"/>
              </a:rPr>
              <a:t>[</a:t>
            </a:r>
            <a:r>
              <a:rPr lang="en-US" sz="3600" i="1" dirty="0">
                <a:latin typeface="Times New Roman" pitchFamily="18" charset="0"/>
              </a:rPr>
              <a:t>n</a:t>
            </a:r>
            <a:r>
              <a:rPr lang="en-US" sz="3600" dirty="0">
                <a:latin typeface="Times New Roman" pitchFamily="18" charset="0"/>
              </a:rPr>
              <a:t>] </a:t>
            </a:r>
            <a:r>
              <a:rPr lang="es-ES" sz="3600" dirty="0">
                <a:latin typeface="Times New Roman" pitchFamily="18" charset="0"/>
              </a:rPr>
              <a:t>+ </a:t>
            </a:r>
            <a:r>
              <a:rPr lang="es-ES" sz="3600" i="1" dirty="0">
                <a:latin typeface="Times New Roman" pitchFamily="18" charset="0"/>
              </a:rPr>
              <a:t>b</a:t>
            </a:r>
            <a:r>
              <a:rPr lang="es-ES" sz="3600" baseline="-25000" dirty="0">
                <a:latin typeface="Times New Roman" pitchFamily="18" charset="0"/>
              </a:rPr>
              <a:t>1</a:t>
            </a:r>
            <a:r>
              <a:rPr lang="en-US" sz="3600" i="1" dirty="0">
                <a:latin typeface="Times New Roman" pitchFamily="18" charset="0"/>
              </a:rPr>
              <a:t>x</a:t>
            </a:r>
            <a:r>
              <a:rPr lang="en-US" sz="3600" dirty="0">
                <a:latin typeface="Times New Roman" pitchFamily="18" charset="0"/>
              </a:rPr>
              <a:t>[</a:t>
            </a:r>
            <a:r>
              <a:rPr lang="en-US" sz="3600" i="1" dirty="0">
                <a:latin typeface="Times New Roman" pitchFamily="18" charset="0"/>
              </a:rPr>
              <a:t>n</a:t>
            </a:r>
            <a:r>
              <a:rPr lang="en-US" sz="3600" dirty="0">
                <a:latin typeface="Times New Roman" pitchFamily="18" charset="0"/>
              </a:rPr>
              <a:t>-1] +…</a:t>
            </a:r>
            <a:r>
              <a:rPr lang="es-ES" sz="3600" dirty="0">
                <a:latin typeface="Times New Roman" pitchFamily="18" charset="0"/>
              </a:rPr>
              <a:t>+ </a:t>
            </a:r>
            <a:r>
              <a:rPr lang="es-ES" sz="3600" i="1" dirty="0">
                <a:latin typeface="Times New Roman" pitchFamily="18" charset="0"/>
              </a:rPr>
              <a:t>b</a:t>
            </a:r>
            <a:r>
              <a:rPr lang="es-ES" sz="3600" i="1" baseline="-25000" dirty="0">
                <a:latin typeface="Times New Roman" pitchFamily="18" charset="0"/>
              </a:rPr>
              <a:t>M</a:t>
            </a:r>
            <a:r>
              <a:rPr lang="en-US" sz="3600" i="1" dirty="0">
                <a:latin typeface="Times New Roman" pitchFamily="18" charset="0"/>
              </a:rPr>
              <a:t>x</a:t>
            </a:r>
            <a:r>
              <a:rPr lang="en-US" sz="3600" dirty="0">
                <a:latin typeface="Times New Roman" pitchFamily="18" charset="0"/>
              </a:rPr>
              <a:t>[</a:t>
            </a:r>
            <a:r>
              <a:rPr lang="en-US" sz="3600" i="1" dirty="0">
                <a:latin typeface="Times New Roman" pitchFamily="18" charset="0"/>
              </a:rPr>
              <a:t>n</a:t>
            </a:r>
            <a:r>
              <a:rPr lang="en-US" sz="3600" dirty="0">
                <a:latin typeface="Times New Roman" pitchFamily="18" charset="0"/>
              </a:rPr>
              <a:t>-</a:t>
            </a:r>
            <a:r>
              <a:rPr lang="en-US" sz="3600" i="1" dirty="0">
                <a:latin typeface="Times New Roman" pitchFamily="18" charset="0"/>
              </a:rPr>
              <a:t>M</a:t>
            </a:r>
            <a:r>
              <a:rPr lang="en-US" sz="3600" dirty="0">
                <a:latin typeface="Times New Roman" pitchFamily="18" charset="0"/>
              </a:rPr>
              <a:t>]</a:t>
            </a:r>
          </a:p>
          <a:p>
            <a:pPr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3600" dirty="0"/>
              <a:t>Examples:  </a:t>
            </a:r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3200" dirty="0"/>
              <a:t>Simple delay: </a:t>
            </a:r>
            <a:r>
              <a:rPr lang="en-US" sz="3200" i="1" dirty="0">
                <a:latin typeface="Times New Roman" pitchFamily="18" charset="0"/>
              </a:rPr>
              <a:t>y</a:t>
            </a:r>
            <a:r>
              <a:rPr lang="en-US" sz="3200" dirty="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</a:rPr>
              <a:t>] = </a:t>
            </a:r>
            <a:r>
              <a:rPr lang="en-US" sz="3200" i="1" dirty="0">
                <a:latin typeface="Times New Roman" pitchFamily="18" charset="0"/>
              </a:rPr>
              <a:t>x</a:t>
            </a:r>
            <a:r>
              <a:rPr lang="en-US" sz="3200" dirty="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n-D</a:t>
            </a:r>
            <a:r>
              <a:rPr lang="en-US" sz="3200" dirty="0">
                <a:latin typeface="Times New Roman" pitchFamily="18" charset="0"/>
              </a:rPr>
              <a:t>]</a:t>
            </a:r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3200" dirty="0">
                <a:latin typeface="+mj-lt"/>
              </a:rPr>
              <a:t>Averaging: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i="1" dirty="0">
                <a:latin typeface="Times New Roman" pitchFamily="18" charset="0"/>
              </a:rPr>
              <a:t>y</a:t>
            </a:r>
            <a:r>
              <a:rPr lang="en-US" sz="3200" dirty="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</a:rPr>
              <a:t>] = 0.5</a:t>
            </a:r>
            <a:r>
              <a:rPr lang="en-US" sz="3200" i="1" dirty="0">
                <a:latin typeface="Times New Roman" pitchFamily="18" charset="0"/>
              </a:rPr>
              <a:t>x</a:t>
            </a:r>
            <a:r>
              <a:rPr lang="en-US" sz="3200" dirty="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</a:rPr>
              <a:t>] + 0.5</a:t>
            </a:r>
            <a:r>
              <a:rPr lang="en-US" sz="3200" i="1" dirty="0">
                <a:latin typeface="Times New Roman" pitchFamily="18" charset="0"/>
              </a:rPr>
              <a:t>x</a:t>
            </a:r>
            <a:r>
              <a:rPr lang="en-US" sz="3200" dirty="0">
                <a:latin typeface="Times New Roman" pitchFamily="18" charset="0"/>
              </a:rPr>
              <a:t>[</a:t>
            </a:r>
            <a:r>
              <a:rPr lang="en-US" sz="3200" i="1" dirty="0">
                <a:latin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</a:rPr>
              <a:t>-1]</a:t>
            </a:r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3200" dirty="0">
                <a:latin typeface="+mj-lt"/>
              </a:rPr>
              <a:t>Exponential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sz="3200" dirty="0">
                <a:latin typeface="+mj-lt"/>
              </a:rPr>
              <a:t>smoothing: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GB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GB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cx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(1-</a:t>
            </a:r>
            <a:r>
              <a:rPr lang="en-GB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-1]</a:t>
            </a:r>
            <a:endParaRPr lang="en-US" sz="32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700" dirty="0"/>
              <a:t>Simple digital filter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64433"/>
            <a:ext cx="17403457" cy="6624735"/>
          </a:xfrm>
        </p:spPr>
        <p:txBody>
          <a:bodyPr anchor="t"/>
          <a:lstStyle/>
          <a:p>
            <a:pPr marL="635032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4400" dirty="0"/>
              <a:t>Filter can be completely described by </a:t>
            </a:r>
            <a:r>
              <a:rPr lang="en-US" sz="4400" dirty="0">
                <a:solidFill>
                  <a:srgbClr val="0000FF"/>
                </a:solidFill>
              </a:rPr>
              <a:t>coefficients</a:t>
            </a:r>
            <a:endParaRPr lang="en-US" sz="4400" dirty="0"/>
          </a:p>
          <a:p>
            <a:pPr marL="1143056"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i="1" baseline="-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i="1" baseline="-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4400" dirty="0"/>
              <a:t>Filters affect the magnitude and phase of frequencies in a signal</a:t>
            </a:r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]=sin(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4000" dirty="0">
                <a:latin typeface="Times New Roman" pitchFamily="18" charset="0"/>
              </a:rPr>
              <a:t>Apply filter: </a:t>
            </a:r>
            <a:r>
              <a:rPr lang="en-US" sz="4000" i="1" dirty="0">
                <a:latin typeface="Times New Roman" pitchFamily="18" charset="0"/>
              </a:rPr>
              <a:t>y</a:t>
            </a:r>
            <a:r>
              <a:rPr lang="en-US" sz="4000" dirty="0">
                <a:latin typeface="Times New Roman" pitchFamily="18" charset="0"/>
              </a:rPr>
              <a:t>[</a:t>
            </a:r>
            <a:r>
              <a:rPr lang="en-US" sz="4000" i="1" dirty="0">
                <a:latin typeface="Times New Roman" pitchFamily="18" charset="0"/>
              </a:rPr>
              <a:t>n</a:t>
            </a:r>
            <a:r>
              <a:rPr lang="en-US" sz="4000" dirty="0">
                <a:latin typeface="Times New Roman" pitchFamily="18" charset="0"/>
              </a:rPr>
              <a:t>]= 0.5</a:t>
            </a:r>
            <a:r>
              <a:rPr lang="en-US" sz="4000" i="1" dirty="0">
                <a:latin typeface="Times New Roman" pitchFamily="18" charset="0"/>
              </a:rPr>
              <a:t>x</a:t>
            </a:r>
            <a:r>
              <a:rPr lang="en-US" sz="4000" dirty="0">
                <a:latin typeface="Times New Roman" pitchFamily="18" charset="0"/>
              </a:rPr>
              <a:t>[</a:t>
            </a:r>
            <a:r>
              <a:rPr lang="en-US" sz="4000" i="1" dirty="0">
                <a:latin typeface="Times New Roman" pitchFamily="18" charset="0"/>
              </a:rPr>
              <a:t>n</a:t>
            </a:r>
            <a:r>
              <a:rPr lang="en-US" sz="4000" dirty="0">
                <a:latin typeface="Times New Roman" pitchFamily="18" charset="0"/>
              </a:rPr>
              <a:t>] + 0.5</a:t>
            </a:r>
            <a:r>
              <a:rPr lang="en-US" sz="4000" i="1" dirty="0">
                <a:latin typeface="Times New Roman" pitchFamily="18" charset="0"/>
              </a:rPr>
              <a:t>x</a:t>
            </a:r>
            <a:r>
              <a:rPr lang="en-US" sz="4000" dirty="0">
                <a:latin typeface="Times New Roman" pitchFamily="18" charset="0"/>
              </a:rPr>
              <a:t>[</a:t>
            </a:r>
            <a:r>
              <a:rPr lang="en-US" sz="4000" i="1" dirty="0">
                <a:latin typeface="Times New Roman" pitchFamily="18" charset="0"/>
              </a:rPr>
              <a:t>n</a:t>
            </a:r>
            <a:r>
              <a:rPr lang="en-US" sz="4000" dirty="0">
                <a:latin typeface="Times New Roman" pitchFamily="18" charset="0"/>
              </a:rPr>
              <a:t>-1]</a:t>
            </a:r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  <a:buFont typeface="Wingdings" panose="05000000000000000000" pitchFamily="2" charset="2"/>
              <a:buChar char="à"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 (sin(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sin(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1))/2</a:t>
            </a:r>
          </a:p>
          <a:p>
            <a:pPr marL="711236" lvl="1" indent="0" eaLnBrk="1" hangingPunct="1">
              <a:spcBef>
                <a:spcPts val="575"/>
              </a:spcBef>
              <a:spcAft>
                <a:spcPts val="425"/>
              </a:spcAft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= cos(1/2) sin(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1/2)</a:t>
            </a:r>
          </a:p>
          <a:p>
            <a:pPr lvl="1" eaLnBrk="1" hangingPunct="1">
              <a:spcBef>
                <a:spcPts val="575"/>
              </a:spcBef>
              <a:spcAft>
                <a:spcPts val="425"/>
              </a:spcAft>
            </a:pPr>
            <a:endParaRPr lang="en-US" sz="3200" dirty="0">
              <a:latin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A534B-BE5D-40F6-AE4A-55CB27760A09}"/>
              </a:ext>
            </a:extLst>
          </p:cNvPr>
          <p:cNvSpPr txBox="1"/>
          <p:nvPr/>
        </p:nvSpPr>
        <p:spPr>
          <a:xfrm>
            <a:off x="6755086" y="7114388"/>
            <a:ext cx="3332965" cy="7694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Phase change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F81A4-6152-4B17-9015-12DCD0702F5F}"/>
              </a:ext>
            </a:extLst>
          </p:cNvPr>
          <p:cNvSpPr txBox="1"/>
          <p:nvPr/>
        </p:nvSpPr>
        <p:spPr>
          <a:xfrm>
            <a:off x="3701579" y="8139807"/>
            <a:ext cx="4466416" cy="7694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Magnitude change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148B37-66CF-4E84-BF73-4274EC479041}"/>
              </a:ext>
            </a:extLst>
          </p:cNvPr>
          <p:cNvCxnSpPr>
            <a:cxnSpLocks/>
            <a:stCxn id="5" idx="0"/>
            <a:endCxn id="6" idx="1"/>
          </p:cNvCxnSpPr>
          <p:nvPr/>
        </p:nvCxnSpPr>
        <p:spPr bwMode="auto">
          <a:xfrm flipH="1" flipV="1">
            <a:off x="3269531" y="7114388"/>
            <a:ext cx="2665256" cy="1025419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6" name="Left Brace 5">
            <a:extLst>
              <a:ext uri="{FF2B5EF4-FFF2-40B4-BE49-F238E27FC236}">
                <a16:creationId xmlns:a16="http://schemas.microsoft.com/office/drawing/2014/main" id="{040D517E-9A16-4979-A867-287D0C015AD8}"/>
              </a:ext>
            </a:extLst>
          </p:cNvPr>
          <p:cNvSpPr/>
          <p:nvPr/>
        </p:nvSpPr>
        <p:spPr bwMode="auto">
          <a:xfrm rot="16200000">
            <a:off x="2945495" y="5926256"/>
            <a:ext cx="648072" cy="1728192"/>
          </a:xfrm>
          <a:prstGeom prst="leftBrac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4EB88A-BB80-400F-82AE-88D6980AB6AC}"/>
              </a:ext>
            </a:extLst>
          </p:cNvPr>
          <p:cNvCxnSpPr>
            <a:cxnSpLocks/>
            <a:stCxn id="2" idx="0"/>
          </p:cNvCxnSpPr>
          <p:nvPr/>
        </p:nvCxnSpPr>
        <p:spPr bwMode="auto">
          <a:xfrm flipH="1" flipV="1">
            <a:off x="6005835" y="6560442"/>
            <a:ext cx="2415734" cy="553946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FF0000"/>
            </a:solidFill>
            <a:prstDash val="solid"/>
            <a:round/>
            <a:headEnd type="none" w="lg" len="lg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113028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7"/>
          <p:cNvSpPr>
            <a:spLocks noGrp="1"/>
          </p:cNvSpPr>
          <p:nvPr>
            <p:ph type="ctrTitle"/>
          </p:nvPr>
        </p:nvSpPr>
        <p:spPr>
          <a:xfrm>
            <a:off x="153049" y="23313"/>
            <a:ext cx="3998811" cy="1295624"/>
          </a:xfrm>
        </p:spPr>
        <p:txBody>
          <a:bodyPr/>
          <a:lstStyle/>
          <a:p>
            <a:r>
              <a:rPr lang="en-GB" sz="4800" b="1" dirty="0"/>
              <a:t>Ideal filters</a:t>
            </a:r>
            <a:endParaRPr lang="en-US" sz="4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55280-0212-44DC-8E1C-440A4267DD9F}"/>
              </a:ext>
            </a:extLst>
          </p:cNvPr>
          <p:cNvSpPr txBox="1"/>
          <p:nvPr/>
        </p:nvSpPr>
        <p:spPr>
          <a:xfrm>
            <a:off x="0" y="2356520"/>
            <a:ext cx="40315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Y-axis: Output magnitude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X-axis: Input frequency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Fc: cut-off or centre frequency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B: bandwidth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2BFB8BA-13BA-42B7-8013-C12D0B82F3D2}"/>
              </a:ext>
            </a:extLst>
          </p:cNvPr>
          <p:cNvGrpSpPr>
            <a:grpSpLocks noChangeAspect="1"/>
          </p:cNvGrpSpPr>
          <p:nvPr/>
        </p:nvGrpSpPr>
        <p:grpSpPr>
          <a:xfrm>
            <a:off x="7373987" y="245971"/>
            <a:ext cx="7531802" cy="9458862"/>
            <a:chOff x="6049114" y="-1174142"/>
            <a:chExt cx="8968498" cy="1126314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A0EAE76-05AE-4ED8-B639-B8E5C71EA8E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77843" y="-1174142"/>
              <a:ext cx="8520520" cy="5492080"/>
              <a:chOff x="3498531" y="2320996"/>
              <a:chExt cx="11269777" cy="7264174"/>
            </a:xfrm>
          </p:grpSpPr>
          <p:grpSp>
            <p:nvGrpSpPr>
              <p:cNvPr id="6147" name="Group 97"/>
              <p:cNvGrpSpPr>
                <a:grpSpLocks noChangeAspect="1"/>
              </p:cNvGrpSpPr>
              <p:nvPr/>
            </p:nvGrpSpPr>
            <p:grpSpPr bwMode="auto">
              <a:xfrm>
                <a:off x="3498531" y="2320996"/>
                <a:ext cx="10906355" cy="7264174"/>
                <a:chOff x="936103" y="1631900"/>
                <a:chExt cx="7668816" cy="5108245"/>
              </a:xfrm>
            </p:grpSpPr>
            <p:grpSp>
              <p:nvGrpSpPr>
                <p:cNvPr id="6152" name="Group 87"/>
                <p:cNvGrpSpPr>
                  <a:grpSpLocks/>
                </p:cNvGrpSpPr>
                <p:nvPr/>
              </p:nvGrpSpPr>
              <p:grpSpPr bwMode="auto">
                <a:xfrm>
                  <a:off x="936105" y="4170622"/>
                  <a:ext cx="3672929" cy="2569325"/>
                  <a:chOff x="936105" y="4170622"/>
                  <a:chExt cx="3672929" cy="2569325"/>
                </a:xfrm>
              </p:grpSpPr>
              <p:cxnSp>
                <p:nvCxnSpPr>
                  <p:cNvPr id="32" name="Straight Arrow Connector 31"/>
                  <p:cNvCxnSpPr/>
                  <p:nvPr/>
                </p:nvCxnSpPr>
                <p:spPr>
                  <a:xfrm flipV="1">
                    <a:off x="1222770" y="6329886"/>
                    <a:ext cx="3386264" cy="158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Arrow Connector 32"/>
                  <p:cNvCxnSpPr/>
                  <p:nvPr/>
                </p:nvCxnSpPr>
                <p:spPr>
                  <a:xfrm flipV="1">
                    <a:off x="1222770" y="4170622"/>
                    <a:ext cx="1588" cy="2160851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97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0790" y="6330901"/>
                    <a:ext cx="334098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>
                        <a:solidFill>
                          <a:prstClr val="black"/>
                        </a:solidFill>
                        <a:latin typeface="Calibri" pitchFamily="34" charset="0"/>
                        <a:ea typeface="+mn-ea"/>
                        <a:cs typeface="Arial" charset="0"/>
                      </a:rPr>
                      <a:t>0</a:t>
                    </a:r>
                    <a:endParaRPr lang="en-US" sz="1800">
                      <a:solidFill>
                        <a:prstClr val="black"/>
                      </a:solidFill>
                      <a:latin typeface="Calibri" pitchFamily="34" charset="0"/>
                      <a:ea typeface="+mn-ea"/>
                      <a:cs typeface="Arial" charset="0"/>
                    </a:endParaRPr>
                  </a:p>
                </p:txBody>
              </p:sp>
              <p:sp>
                <p:nvSpPr>
                  <p:cNvPr id="6198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60515" y="6329312"/>
                    <a:ext cx="645685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dirty="0">
                        <a:solidFill>
                          <a:prstClr val="black"/>
                        </a:solidFill>
                        <a:latin typeface="+mj-lt"/>
                        <a:ea typeface="+mn-ea"/>
                        <a:cs typeface="Arial" charset="0"/>
                      </a:rPr>
                      <a:t>Fs/2</a:t>
                    </a:r>
                    <a:endParaRPr lang="en-US" sz="1800" dirty="0">
                      <a:solidFill>
                        <a:prstClr val="black"/>
                      </a:solidFill>
                      <a:latin typeface="+mj-lt"/>
                      <a:ea typeface="+mn-ea"/>
                      <a:cs typeface="Arial" charset="0"/>
                    </a:endParaRPr>
                  </a:p>
                </p:txBody>
              </p:sp>
              <p:sp>
                <p:nvSpPr>
                  <p:cNvPr id="6199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36105" y="4673898"/>
                    <a:ext cx="334098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>
                        <a:solidFill>
                          <a:prstClr val="black"/>
                        </a:solidFill>
                        <a:latin typeface="Calibri" pitchFamily="34" charset="0"/>
                        <a:ea typeface="+mn-ea"/>
                        <a:cs typeface="Arial" charset="0"/>
                      </a:rPr>
                      <a:t>1</a:t>
                    </a:r>
                    <a:endParaRPr lang="en-US" sz="1800">
                      <a:solidFill>
                        <a:prstClr val="black"/>
                      </a:solidFill>
                      <a:latin typeface="Calibri" pitchFamily="34" charset="0"/>
                      <a:ea typeface="+mn-ea"/>
                      <a:cs typeface="Arial" charset="0"/>
                    </a:endParaRPr>
                  </a:p>
                </p:txBody>
              </p:sp>
              <p:grpSp>
                <p:nvGrpSpPr>
                  <p:cNvPr id="6200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1296144" y="4797152"/>
                    <a:ext cx="2880320" cy="1460922"/>
                    <a:chOff x="1296144" y="4745906"/>
                    <a:chExt cx="2880320" cy="1512168"/>
                  </a:xfrm>
                </p:grpSpPr>
                <p:cxnSp>
                  <p:nvCxnSpPr>
                    <p:cNvPr id="28" name="Straight Connector 27"/>
                    <p:cNvCxnSpPr/>
                    <p:nvPr/>
                  </p:nvCxnSpPr>
                  <p:spPr>
                    <a:xfrm rot="10800000" flipH="1">
                      <a:off x="3096090" y="4746536"/>
                      <a:ext cx="1081128" cy="0"/>
                    </a:xfrm>
                    <a:prstGeom prst="line">
                      <a:avLst/>
                    </a:prstGeom>
                    <a:ln w="15875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/>
                    <p:cNvCxnSpPr/>
                    <p:nvPr/>
                  </p:nvCxnSpPr>
                  <p:spPr>
                    <a:xfrm rot="10800000" flipH="1">
                      <a:off x="3096090" y="4746536"/>
                      <a:ext cx="0" cy="1511915"/>
                    </a:xfrm>
                    <a:prstGeom prst="line">
                      <a:avLst/>
                    </a:prstGeom>
                    <a:ln w="15875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/>
                    <p:cNvCxnSpPr/>
                    <p:nvPr/>
                  </p:nvCxnSpPr>
                  <p:spPr>
                    <a:xfrm rot="10800000" flipH="1">
                      <a:off x="1295798" y="6258452"/>
                      <a:ext cx="1800292" cy="0"/>
                    </a:xfrm>
                    <a:prstGeom prst="line">
                      <a:avLst/>
                    </a:prstGeom>
                    <a:ln w="15875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201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320" y="6330081"/>
                    <a:ext cx="358951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dirty="0">
                        <a:solidFill>
                          <a:prstClr val="black"/>
                        </a:solidFill>
                        <a:latin typeface="+mj-lt"/>
                        <a:ea typeface="+mn-ea"/>
                        <a:cs typeface="Arial" charset="0"/>
                      </a:rPr>
                      <a:t>f</a:t>
                    </a:r>
                    <a:r>
                      <a:rPr lang="en-GB" sz="1800" baseline="-25000" dirty="0">
                        <a:solidFill>
                          <a:prstClr val="black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rPr>
                      <a:t>c</a:t>
                    </a:r>
                    <a:endParaRPr lang="en-US" sz="1800" dirty="0">
                      <a:solidFill>
                        <a:prstClr val="black"/>
                      </a:solidFill>
                      <a:latin typeface="Times New Roman" pitchFamily="18" charset="0"/>
                      <a:ea typeface="+mn-ea"/>
                      <a:cs typeface="Times New Roman" pitchFamily="18" charset="0"/>
                    </a:endParaRPr>
                  </a:p>
                </p:txBody>
              </p:sp>
            </p:grpSp>
            <p:grpSp>
              <p:nvGrpSpPr>
                <p:cNvPr id="6153" name="Group 85"/>
                <p:cNvGrpSpPr>
                  <a:grpSpLocks/>
                </p:cNvGrpSpPr>
                <p:nvPr/>
              </p:nvGrpSpPr>
              <p:grpSpPr bwMode="auto">
                <a:xfrm>
                  <a:off x="4932511" y="1631900"/>
                  <a:ext cx="3672408" cy="2570106"/>
                  <a:chOff x="5292551" y="1631900"/>
                  <a:chExt cx="3672408" cy="2570106"/>
                </a:xfrm>
              </p:grpSpPr>
              <p:cxnSp>
                <p:nvCxnSpPr>
                  <p:cNvPr id="42" name="Straight Arrow Connector 41"/>
                  <p:cNvCxnSpPr/>
                  <p:nvPr/>
                </p:nvCxnSpPr>
                <p:spPr>
                  <a:xfrm flipV="1">
                    <a:off x="5580283" y="3791163"/>
                    <a:ext cx="3384676" cy="15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Arrow Connector 44"/>
                  <p:cNvCxnSpPr/>
                  <p:nvPr/>
                </p:nvCxnSpPr>
                <p:spPr>
                  <a:xfrm flipV="1">
                    <a:off x="5580283" y="1631900"/>
                    <a:ext cx="0" cy="2160852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84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437236" y="3792960"/>
                    <a:ext cx="334098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>
                        <a:solidFill>
                          <a:prstClr val="black"/>
                        </a:solidFill>
                        <a:latin typeface="Calibri" pitchFamily="34" charset="0"/>
                        <a:ea typeface="+mn-ea"/>
                        <a:cs typeface="Arial" charset="0"/>
                      </a:rPr>
                      <a:t>0</a:t>
                    </a:r>
                    <a:endParaRPr lang="en-US" sz="1800">
                      <a:solidFill>
                        <a:prstClr val="black"/>
                      </a:solidFill>
                      <a:latin typeface="Calibri" pitchFamily="34" charset="0"/>
                      <a:ea typeface="+mn-ea"/>
                      <a:cs typeface="Arial" charset="0"/>
                    </a:endParaRPr>
                  </a:p>
                </p:txBody>
              </p:sp>
              <p:sp>
                <p:nvSpPr>
                  <p:cNvPr id="6185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316962" y="3791372"/>
                    <a:ext cx="645685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dirty="0">
                        <a:solidFill>
                          <a:prstClr val="black"/>
                        </a:solidFill>
                        <a:latin typeface="+mj-lt"/>
                        <a:ea typeface="+mn-ea"/>
                        <a:cs typeface="Arial" charset="0"/>
                      </a:rPr>
                      <a:t>Fs/2</a:t>
                    </a:r>
                    <a:endParaRPr lang="en-US" sz="1800" dirty="0">
                      <a:solidFill>
                        <a:prstClr val="black"/>
                      </a:solidFill>
                      <a:latin typeface="+mj-lt"/>
                      <a:ea typeface="+mn-ea"/>
                      <a:cs typeface="Arial" charset="0"/>
                    </a:endParaRPr>
                  </a:p>
                </p:txBody>
              </p:sp>
              <p:sp>
                <p:nvSpPr>
                  <p:cNvPr id="6186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76257" y="3789040"/>
                    <a:ext cx="358951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dirty="0">
                        <a:solidFill>
                          <a:prstClr val="black"/>
                        </a:solidFill>
                        <a:latin typeface="+mj-lt"/>
                        <a:ea typeface="+mn-ea"/>
                        <a:cs typeface="Arial" charset="0"/>
                      </a:rPr>
                      <a:t>f</a:t>
                    </a:r>
                    <a:r>
                      <a:rPr lang="en-GB" sz="1800" baseline="-25000" dirty="0">
                        <a:solidFill>
                          <a:prstClr val="black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rPr>
                      <a:t>c</a:t>
                    </a:r>
                    <a:endParaRPr lang="en-US" sz="1800" dirty="0">
                      <a:solidFill>
                        <a:prstClr val="black"/>
                      </a:solidFill>
                      <a:latin typeface="Times New Roman" pitchFamily="18" charset="0"/>
                      <a:ea typeface="+mn-ea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187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92551" y="2012702"/>
                    <a:ext cx="334098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>
                        <a:solidFill>
                          <a:prstClr val="black"/>
                        </a:solidFill>
                        <a:latin typeface="Calibri" pitchFamily="34" charset="0"/>
                        <a:ea typeface="+mn-ea"/>
                        <a:cs typeface="Arial" charset="0"/>
                      </a:rPr>
                      <a:t>1</a:t>
                    </a:r>
                    <a:endParaRPr lang="en-US" sz="1800">
                      <a:solidFill>
                        <a:prstClr val="black"/>
                      </a:solidFill>
                      <a:latin typeface="Calibri" pitchFamily="34" charset="0"/>
                      <a:ea typeface="+mn-ea"/>
                      <a:cs typeface="Arial" charset="0"/>
                    </a:endParaRPr>
                  </a:p>
                </p:txBody>
              </p:sp>
              <p:grpSp>
                <p:nvGrpSpPr>
                  <p:cNvPr id="6188" name="Group 72"/>
                  <p:cNvGrpSpPr>
                    <a:grpSpLocks/>
                  </p:cNvGrpSpPr>
                  <p:nvPr/>
                </p:nvGrpSpPr>
                <p:grpSpPr bwMode="auto">
                  <a:xfrm>
                    <a:off x="5579641" y="2268000"/>
                    <a:ext cx="2880791" cy="1512168"/>
                    <a:chOff x="5579641" y="2276872"/>
                    <a:chExt cx="2880791" cy="1512168"/>
                  </a:xfrm>
                </p:grpSpPr>
                <p:cxnSp>
                  <p:nvCxnSpPr>
                    <p:cNvPr id="58" name="Straight Connector 57"/>
                    <p:cNvCxnSpPr/>
                    <p:nvPr/>
                  </p:nvCxnSpPr>
                  <p:spPr>
                    <a:xfrm>
                      <a:off x="7596483" y="2277438"/>
                      <a:ext cx="0" cy="1511485"/>
                    </a:xfrm>
                    <a:prstGeom prst="line">
                      <a:avLst/>
                    </a:prstGeom>
                    <a:ln w="15875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Straight Connector 58"/>
                    <p:cNvCxnSpPr/>
                    <p:nvPr/>
                  </p:nvCxnSpPr>
                  <p:spPr>
                    <a:xfrm>
                      <a:off x="7596483" y="3788923"/>
                      <a:ext cx="863632" cy="0"/>
                    </a:xfrm>
                    <a:prstGeom prst="line">
                      <a:avLst/>
                    </a:prstGeom>
                    <a:ln w="15875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Straight Connector 59"/>
                    <p:cNvCxnSpPr/>
                    <p:nvPr/>
                  </p:nvCxnSpPr>
                  <p:spPr>
                    <a:xfrm>
                      <a:off x="6569333" y="2277438"/>
                      <a:ext cx="1027150" cy="0"/>
                    </a:xfrm>
                    <a:prstGeom prst="line">
                      <a:avLst/>
                    </a:prstGeom>
                    <a:ln w="15875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" name="Straight Connector 60"/>
                    <p:cNvCxnSpPr/>
                    <p:nvPr/>
                  </p:nvCxnSpPr>
                  <p:spPr>
                    <a:xfrm flipV="1">
                      <a:off x="6569333" y="2277438"/>
                      <a:ext cx="0" cy="1511485"/>
                    </a:xfrm>
                    <a:prstGeom prst="line">
                      <a:avLst/>
                    </a:prstGeom>
                    <a:ln w="15875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" name="Straight Connector 61"/>
                    <p:cNvCxnSpPr/>
                    <p:nvPr/>
                  </p:nvCxnSpPr>
                  <p:spPr>
                    <a:xfrm>
                      <a:off x="5580283" y="3788923"/>
                      <a:ext cx="989050" cy="0"/>
                    </a:xfrm>
                    <a:prstGeom prst="line">
                      <a:avLst/>
                    </a:prstGeom>
                    <a:ln w="15875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51" name="Straight Arrow Connector 50"/>
                <p:cNvCxnSpPr/>
                <p:nvPr/>
              </p:nvCxnSpPr>
              <p:spPr>
                <a:xfrm flipV="1">
                  <a:off x="5220243" y="6329886"/>
                  <a:ext cx="3384676" cy="158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/>
                <p:cNvCxnSpPr/>
                <p:nvPr/>
              </p:nvCxnSpPr>
              <p:spPr>
                <a:xfrm flipV="1">
                  <a:off x="5220243" y="4170622"/>
                  <a:ext cx="0" cy="216085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56" name="TextBox 58"/>
                <p:cNvSpPr txBox="1">
                  <a:spLocks noChangeArrowheads="1"/>
                </p:cNvSpPr>
                <p:nvPr/>
              </p:nvSpPr>
              <p:spPr bwMode="auto">
                <a:xfrm>
                  <a:off x="5077197" y="6330901"/>
                  <a:ext cx="334098" cy="4090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>
                      <a:solidFill>
                        <a:prstClr val="black"/>
                      </a:solidFill>
                      <a:latin typeface="Calibri" pitchFamily="34" charset="0"/>
                      <a:ea typeface="+mn-ea"/>
                      <a:cs typeface="Arial" charset="0"/>
                    </a:rPr>
                    <a:t>0</a:t>
                  </a:r>
                  <a:endParaRPr lang="en-US" sz="180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157" name="TextBox 58"/>
                <p:cNvSpPr txBox="1">
                  <a:spLocks noChangeArrowheads="1"/>
                </p:cNvSpPr>
                <p:nvPr/>
              </p:nvSpPr>
              <p:spPr bwMode="auto">
                <a:xfrm>
                  <a:off x="7956922" y="6329312"/>
                  <a:ext cx="645685" cy="4090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dirty="0">
                      <a:solidFill>
                        <a:prstClr val="black"/>
                      </a:solidFill>
                      <a:latin typeface="+mj-lt"/>
                      <a:ea typeface="+mn-ea"/>
                      <a:cs typeface="Arial" charset="0"/>
                    </a:rPr>
                    <a:t>Fs/2</a:t>
                  </a:r>
                  <a:endParaRPr lang="en-US" sz="18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6158" name="TextBox 58"/>
                <p:cNvSpPr txBox="1">
                  <a:spLocks noChangeArrowheads="1"/>
                </p:cNvSpPr>
                <p:nvPr/>
              </p:nvSpPr>
              <p:spPr bwMode="auto">
                <a:xfrm>
                  <a:off x="6574444" y="6331099"/>
                  <a:ext cx="358951" cy="4090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dirty="0">
                      <a:solidFill>
                        <a:prstClr val="black"/>
                      </a:solidFill>
                      <a:latin typeface="+mj-lt"/>
                      <a:ea typeface="+mn-ea"/>
                      <a:cs typeface="Arial" charset="0"/>
                    </a:rPr>
                    <a:t>f</a:t>
                  </a:r>
                  <a:r>
                    <a:rPr lang="en-GB" sz="1800" baseline="-25000" dirty="0">
                      <a:solidFill>
                        <a:prstClr val="black"/>
                      </a:solidFill>
                      <a:latin typeface="Times New Roman" pitchFamily="18" charset="0"/>
                      <a:ea typeface="+mn-ea"/>
                      <a:cs typeface="Times New Roman" pitchFamily="18" charset="0"/>
                    </a:rPr>
                    <a:t>c</a:t>
                  </a:r>
                  <a:endParaRPr lang="en-US" sz="1800" dirty="0">
                    <a:solidFill>
                      <a:prstClr val="black"/>
                    </a:solidFill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cxnSp>
              <p:nvCxnSpPr>
                <p:cNvPr id="75" name="Straight Connector 74"/>
                <p:cNvCxnSpPr/>
                <p:nvPr/>
              </p:nvCxnSpPr>
              <p:spPr>
                <a:xfrm rot="10800000">
                  <a:off x="6228344" y="4797761"/>
                  <a:ext cx="0" cy="1511484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/>
                <p:cNvCxnSpPr/>
                <p:nvPr/>
              </p:nvCxnSpPr>
              <p:spPr>
                <a:xfrm flipH="1" flipV="1">
                  <a:off x="5220243" y="4794585"/>
                  <a:ext cx="1008100" cy="3175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/>
              </p:nvCxnSpPr>
              <p:spPr>
                <a:xfrm rot="10800000">
                  <a:off x="6228344" y="6309245"/>
                  <a:ext cx="1025563" cy="0"/>
                </a:xfrm>
                <a:prstGeom prst="line">
                  <a:avLst/>
                </a:prstGeom>
                <a:ln w="158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/>
              </p:nvCxnSpPr>
              <p:spPr>
                <a:xfrm rot="10800000" flipV="1">
                  <a:off x="7236443" y="4797761"/>
                  <a:ext cx="0" cy="1511484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/>
              </p:nvCxnSpPr>
              <p:spPr>
                <a:xfrm flipH="1">
                  <a:off x="7236443" y="4794585"/>
                  <a:ext cx="863632" cy="3175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65" name="TextBox 58"/>
                <p:cNvSpPr txBox="1">
                  <a:spLocks noChangeArrowheads="1"/>
                </p:cNvSpPr>
                <p:nvPr/>
              </p:nvSpPr>
              <p:spPr bwMode="auto">
                <a:xfrm>
                  <a:off x="4932510" y="4673898"/>
                  <a:ext cx="334098" cy="4090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>
                      <a:solidFill>
                        <a:prstClr val="black"/>
                      </a:solidFill>
                      <a:latin typeface="Calibri" pitchFamily="34" charset="0"/>
                      <a:ea typeface="+mn-ea"/>
                      <a:cs typeface="Arial" charset="0"/>
                    </a:rPr>
                    <a:t>1</a:t>
                  </a:r>
                  <a:endParaRPr lang="en-US" sz="180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grpSp>
              <p:nvGrpSpPr>
                <p:cNvPr id="6166" name="Group 84"/>
                <p:cNvGrpSpPr>
                  <a:grpSpLocks/>
                </p:cNvGrpSpPr>
                <p:nvPr/>
              </p:nvGrpSpPr>
              <p:grpSpPr bwMode="auto">
                <a:xfrm>
                  <a:off x="936103" y="1631900"/>
                  <a:ext cx="3672931" cy="2570106"/>
                  <a:chOff x="936103" y="1412776"/>
                  <a:chExt cx="3672931" cy="2570106"/>
                </a:xfrm>
              </p:grpSpPr>
              <p:cxnSp>
                <p:nvCxnSpPr>
                  <p:cNvPr id="2" name="Straight Arrow Connector 1"/>
                  <p:cNvCxnSpPr/>
                  <p:nvPr/>
                </p:nvCxnSpPr>
                <p:spPr>
                  <a:xfrm flipV="1">
                    <a:off x="1224358" y="3572039"/>
                    <a:ext cx="3384676" cy="15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" name="Straight Arrow Connector 2"/>
                  <p:cNvCxnSpPr/>
                  <p:nvPr/>
                </p:nvCxnSpPr>
                <p:spPr>
                  <a:xfrm flipV="1">
                    <a:off x="1224358" y="1412776"/>
                    <a:ext cx="0" cy="2160852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73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0790" y="3573836"/>
                    <a:ext cx="334098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>
                        <a:solidFill>
                          <a:prstClr val="black"/>
                        </a:solidFill>
                        <a:latin typeface="Calibri" pitchFamily="34" charset="0"/>
                        <a:ea typeface="+mn-ea"/>
                        <a:cs typeface="Arial" charset="0"/>
                      </a:rPr>
                      <a:t>0</a:t>
                    </a:r>
                    <a:endParaRPr lang="en-US" sz="1800">
                      <a:solidFill>
                        <a:prstClr val="black"/>
                      </a:solidFill>
                      <a:latin typeface="Calibri" pitchFamily="34" charset="0"/>
                      <a:ea typeface="+mn-ea"/>
                      <a:cs typeface="Arial" charset="0"/>
                    </a:endParaRPr>
                  </a:p>
                </p:txBody>
              </p:sp>
              <p:sp>
                <p:nvSpPr>
                  <p:cNvPr id="6174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60515" y="3572249"/>
                    <a:ext cx="645685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dirty="0">
                        <a:solidFill>
                          <a:prstClr val="black"/>
                        </a:solidFill>
                        <a:latin typeface="+mj-lt"/>
                        <a:ea typeface="+mn-ea"/>
                        <a:cs typeface="Arial" charset="0"/>
                      </a:rPr>
                      <a:t>Fs/2</a:t>
                    </a:r>
                    <a:endParaRPr lang="en-US" sz="1800" dirty="0">
                      <a:solidFill>
                        <a:prstClr val="black"/>
                      </a:solidFill>
                      <a:latin typeface="+mj-lt"/>
                      <a:ea typeface="+mn-ea"/>
                      <a:cs typeface="Arial" charset="0"/>
                    </a:endParaRPr>
                  </a:p>
                </p:txBody>
              </p:sp>
              <p:sp>
                <p:nvSpPr>
                  <p:cNvPr id="6175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60240" y="3572248"/>
                    <a:ext cx="358951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dirty="0">
                        <a:solidFill>
                          <a:prstClr val="black"/>
                        </a:solidFill>
                        <a:latin typeface="+mj-lt"/>
                        <a:ea typeface="+mn-ea"/>
                        <a:cs typeface="Arial" charset="0"/>
                      </a:rPr>
                      <a:t>f</a:t>
                    </a:r>
                    <a:r>
                      <a:rPr lang="en-GB" sz="1800" baseline="-25000" dirty="0">
                        <a:solidFill>
                          <a:prstClr val="black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rPr>
                      <a:t>c</a:t>
                    </a:r>
                    <a:endParaRPr lang="en-US" sz="1800" dirty="0">
                      <a:solidFill>
                        <a:prstClr val="black"/>
                      </a:solidFill>
                      <a:latin typeface="Times New Roman" pitchFamily="18" charset="0"/>
                      <a:ea typeface="+mn-ea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1224358" y="2009749"/>
                    <a:ext cx="1079540" cy="0"/>
                  </a:xfrm>
                  <a:prstGeom prst="line">
                    <a:avLst/>
                  </a:prstGeom>
                  <a:ln w="15875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/>
                  <p:cNvCxnSpPr/>
                  <p:nvPr/>
                </p:nvCxnSpPr>
                <p:spPr>
                  <a:xfrm>
                    <a:off x="2303898" y="2009749"/>
                    <a:ext cx="0" cy="1511484"/>
                  </a:xfrm>
                  <a:prstGeom prst="line">
                    <a:avLst/>
                  </a:prstGeom>
                  <a:ln w="15875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2303898" y="3521233"/>
                    <a:ext cx="1800292" cy="0"/>
                  </a:xfrm>
                  <a:prstGeom prst="line">
                    <a:avLst/>
                  </a:prstGeom>
                  <a:ln w="15875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80" name="TextBox 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36103" y="1865586"/>
                    <a:ext cx="334098" cy="4090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>
                        <a:solidFill>
                          <a:prstClr val="black"/>
                        </a:solidFill>
                        <a:latin typeface="Calibri" pitchFamily="34" charset="0"/>
                        <a:ea typeface="+mn-ea"/>
                        <a:cs typeface="Arial" charset="0"/>
                      </a:rPr>
                      <a:t>1</a:t>
                    </a:r>
                    <a:endParaRPr lang="en-US" sz="1800">
                      <a:solidFill>
                        <a:prstClr val="black"/>
                      </a:solidFill>
                      <a:latin typeface="Calibri" pitchFamily="34" charset="0"/>
                      <a:ea typeface="+mn-ea"/>
                      <a:cs typeface="Arial" charset="0"/>
                    </a:endParaRPr>
                  </a:p>
                </p:txBody>
              </p:sp>
            </p:grpSp>
            <p:cxnSp>
              <p:nvCxnSpPr>
                <p:cNvPr id="93" name="Straight Arrow Connector 92"/>
                <p:cNvCxnSpPr/>
                <p:nvPr/>
              </p:nvCxnSpPr>
              <p:spPr>
                <a:xfrm>
                  <a:off x="6228344" y="4632641"/>
                  <a:ext cx="1008099" cy="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prstDash val="dash"/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68" name="Rectangle 94"/>
                <p:cNvSpPr>
                  <a:spLocks noChangeArrowheads="1"/>
                </p:cNvSpPr>
                <p:nvPr/>
              </p:nvSpPr>
              <p:spPr bwMode="auto">
                <a:xfrm>
                  <a:off x="6588223" y="4365105"/>
                  <a:ext cx="342973" cy="4090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i="1">
                      <a:latin typeface="Calibri" pitchFamily="34" charset="0"/>
                      <a:ea typeface="+mn-ea"/>
                      <a:cs typeface="Arial" charset="0"/>
                    </a:rPr>
                    <a:t>B</a:t>
                  </a:r>
                  <a:endParaRPr lang="en-US" sz="1800" i="1"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  <p:cxnSp>
              <p:nvCxnSpPr>
                <p:cNvPr id="96" name="Straight Arrow Connector 95"/>
                <p:cNvCxnSpPr/>
                <p:nvPr/>
              </p:nvCxnSpPr>
              <p:spPr>
                <a:xfrm>
                  <a:off x="6228344" y="2060577"/>
                  <a:ext cx="1008099" cy="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prstDash val="dash"/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70" name="Rectangle 96"/>
                <p:cNvSpPr>
                  <a:spLocks noChangeArrowheads="1"/>
                </p:cNvSpPr>
                <p:nvPr/>
              </p:nvSpPr>
              <p:spPr bwMode="auto">
                <a:xfrm>
                  <a:off x="6588223" y="1772817"/>
                  <a:ext cx="342973" cy="4090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i="1">
                      <a:latin typeface="Calibri" pitchFamily="34" charset="0"/>
                      <a:ea typeface="+mn-ea"/>
                      <a:cs typeface="Arial" charset="0"/>
                    </a:rPr>
                    <a:t>B</a:t>
                  </a:r>
                  <a:endParaRPr lang="en-US" sz="1800" i="1">
                    <a:latin typeface="Calibri" pitchFamily="34" charset="0"/>
                    <a:ea typeface="+mn-ea"/>
                    <a:cs typeface="Arial" charset="0"/>
                  </a:endParaRPr>
                </a:p>
              </p:txBody>
            </p:sp>
          </p:grpSp>
          <p:sp>
            <p:nvSpPr>
              <p:cNvPr id="6148" name="Rectangle 98"/>
              <p:cNvSpPr>
                <a:spLocks noChangeArrowheads="1"/>
              </p:cNvSpPr>
              <p:nvPr/>
            </p:nvSpPr>
            <p:spPr bwMode="auto">
              <a:xfrm>
                <a:off x="6109810" y="2829002"/>
                <a:ext cx="1821599" cy="6786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2200" dirty="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Lowpass</a:t>
                </a:r>
                <a:endParaRPr lang="en-US" sz="2200" dirty="0">
                  <a:solidFill>
                    <a:prstClr val="black"/>
                  </a:solidFill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6149" name="Rectangle 99"/>
              <p:cNvSpPr>
                <a:spLocks noChangeArrowheads="1"/>
              </p:cNvSpPr>
              <p:nvPr/>
            </p:nvSpPr>
            <p:spPr bwMode="auto">
              <a:xfrm>
                <a:off x="6109810" y="6105035"/>
                <a:ext cx="1904105" cy="6786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2200" dirty="0" err="1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Highpass</a:t>
                </a:r>
                <a:endParaRPr lang="en-US" sz="2200" dirty="0">
                  <a:solidFill>
                    <a:prstClr val="black"/>
                  </a:solidFill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6150" name="Rectangle 100"/>
              <p:cNvSpPr>
                <a:spLocks noChangeArrowheads="1"/>
              </p:cNvSpPr>
              <p:nvPr/>
            </p:nvSpPr>
            <p:spPr bwMode="auto">
              <a:xfrm>
                <a:off x="12765741" y="2930599"/>
                <a:ext cx="2002567" cy="6786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2200" dirty="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Bandpass</a:t>
                </a:r>
                <a:endParaRPr lang="en-US" sz="2200" dirty="0">
                  <a:solidFill>
                    <a:prstClr val="black"/>
                  </a:solidFill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6151" name="Rectangle 101"/>
              <p:cNvSpPr>
                <a:spLocks noChangeArrowheads="1"/>
              </p:cNvSpPr>
              <p:nvPr/>
            </p:nvSpPr>
            <p:spPr bwMode="auto">
              <a:xfrm>
                <a:off x="12765741" y="6208894"/>
                <a:ext cx="1376046" cy="6786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2200" dirty="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Notch</a:t>
                </a:r>
                <a:endParaRPr lang="en-US" sz="2200" dirty="0">
                  <a:solidFill>
                    <a:prstClr val="black"/>
                  </a:solidFill>
                  <a:latin typeface="Arial" charset="0"/>
                  <a:ea typeface="+mn-ea"/>
                  <a:cs typeface="Arial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80AC424-9199-4071-8605-563949A7F2D3}"/>
                </a:ext>
              </a:extLst>
            </p:cNvPr>
            <p:cNvGrpSpPr/>
            <p:nvPr/>
          </p:nvGrpSpPr>
          <p:grpSpPr>
            <a:xfrm>
              <a:off x="6049114" y="4588768"/>
              <a:ext cx="8968498" cy="5500234"/>
              <a:chOff x="7244521" y="4588768"/>
              <a:chExt cx="8968498" cy="5500234"/>
            </a:xfrm>
          </p:grpSpPr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4B63795D-3578-40C3-96B1-B9DEA11EE09F}"/>
                  </a:ext>
                </a:extLst>
              </p:cNvPr>
              <p:cNvCxnSpPr/>
              <p:nvPr/>
            </p:nvCxnSpPr>
            <p:spPr>
              <a:xfrm flipV="1">
                <a:off x="7586481" y="9647510"/>
                <a:ext cx="3573821" cy="170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6B949BE-DA69-4C4C-AD92-2F9BB76BE6A6}"/>
                  </a:ext>
                </a:extLst>
              </p:cNvPr>
              <p:cNvCxnSpPr/>
              <p:nvPr/>
            </p:nvCxnSpPr>
            <p:spPr>
              <a:xfrm flipV="1">
                <a:off x="7586481" y="7322439"/>
                <a:ext cx="0" cy="232678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58">
                <a:extLst>
                  <a:ext uri="{FF2B5EF4-FFF2-40B4-BE49-F238E27FC236}">
                    <a16:creationId xmlns:a16="http://schemas.microsoft.com/office/drawing/2014/main" id="{F2BE88A6-6820-4061-880E-787CC4ADBF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35616" y="9649220"/>
                <a:ext cx="359233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0</a:t>
                </a:r>
                <a:endParaRPr lang="en-US" sz="1800" dirty="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68" name="TextBox 58">
                <a:extLst>
                  <a:ext uri="{FF2B5EF4-FFF2-40B4-BE49-F238E27FC236}">
                    <a16:creationId xmlns:a16="http://schemas.microsoft.com/office/drawing/2014/main" id="{A6BC5B9C-8E02-418A-BACE-BE42BA4B9D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76381" y="9647511"/>
                <a:ext cx="413670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F</a:t>
                </a:r>
                <a:r>
                  <a:rPr lang="en-GB" sz="1800" baseline="-250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s</a:t>
                </a:r>
                <a:endParaRPr lang="en-US" sz="1800" baseline="-250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endParaRPr>
              </a:p>
            </p:txBody>
          </p:sp>
          <p:sp>
            <p:nvSpPr>
              <p:cNvPr id="69" name="TextBox 58">
                <a:extLst>
                  <a:ext uri="{FF2B5EF4-FFF2-40B4-BE49-F238E27FC236}">
                    <a16:creationId xmlns:a16="http://schemas.microsoft.com/office/drawing/2014/main" id="{87B733B7-14F2-4899-915C-B7D8C45767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4521" y="8618324"/>
                <a:ext cx="359233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1</a:t>
                </a:r>
                <a:endParaRPr lang="en-US" sz="1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grpSp>
            <p:nvGrpSpPr>
              <p:cNvPr id="70" name="Group 56">
                <a:extLst>
                  <a:ext uri="{FF2B5EF4-FFF2-40B4-BE49-F238E27FC236}">
                    <a16:creationId xmlns:a16="http://schemas.microsoft.com/office/drawing/2014/main" id="{86479D8A-44A3-447D-9F0B-8D948E66A2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61916" y="7997736"/>
                <a:ext cx="3042442" cy="798389"/>
                <a:chOff x="1296144" y="4745906"/>
                <a:chExt cx="2880320" cy="1512168"/>
              </a:xfrm>
            </p:grpSpPr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F5C13B64-737D-499D-9BAE-0E4FE0396E4E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095749" y="4745906"/>
                  <a:ext cx="1080715" cy="0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EE26D3AC-1D26-41C8-8112-8761AF4DCA8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095749" y="4745906"/>
                  <a:ext cx="0" cy="1512168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7295C2BE-8195-4D99-878C-5FD1DBD12B7A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296144" y="6258074"/>
                  <a:ext cx="1799605" cy="0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TextBox 58">
                <a:extLst>
                  <a:ext uri="{FF2B5EF4-FFF2-40B4-BE49-F238E27FC236}">
                    <a16:creationId xmlns:a16="http://schemas.microsoft.com/office/drawing/2014/main" id="{06DB8C25-6BC4-45E6-9148-6DCA04832E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34837" y="9647511"/>
                <a:ext cx="376106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f</a:t>
                </a:r>
                <a:r>
                  <a:rPr lang="en-GB" sz="1800" baseline="-25000" dirty="0">
                    <a:solidFill>
                      <a:prstClr val="black"/>
                    </a:solidFill>
                    <a:latin typeface="+mj-lt"/>
                    <a:ea typeface="+mn-ea"/>
                    <a:cs typeface="Times New Roman" pitchFamily="18" charset="0"/>
                  </a:rPr>
                  <a:t>c</a:t>
                </a:r>
                <a:endParaRPr lang="en-US" sz="1800" dirty="0">
                  <a:solidFill>
                    <a:prstClr val="black"/>
                  </a:solidFill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72" name="Rectangle 63">
                <a:extLst>
                  <a:ext uri="{FF2B5EF4-FFF2-40B4-BE49-F238E27FC236}">
                    <a16:creationId xmlns:a16="http://schemas.microsoft.com/office/drawing/2014/main" id="{0E3AA37C-AB02-40AB-B77A-914A994E1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4521" y="7842162"/>
                <a:ext cx="393591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>
                    <a:latin typeface="Calibri" pitchFamily="34" charset="0"/>
                    <a:ea typeface="+mn-ea"/>
                    <a:cs typeface="Arial" charset="0"/>
                  </a:rPr>
                  <a:t>G</a:t>
                </a:r>
                <a:endParaRPr lang="en-US" sz="1800"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66C8AF38-175A-49EF-8973-1331A011AE14}"/>
                  </a:ext>
                </a:extLst>
              </p:cNvPr>
              <p:cNvCxnSpPr/>
              <p:nvPr/>
            </p:nvCxnSpPr>
            <p:spPr>
              <a:xfrm flipV="1">
                <a:off x="7586482" y="6915550"/>
                <a:ext cx="357382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4F79158B-74AB-442F-ADF6-2D32D1C53A2B}"/>
                  </a:ext>
                </a:extLst>
              </p:cNvPr>
              <p:cNvCxnSpPr/>
              <p:nvPr/>
            </p:nvCxnSpPr>
            <p:spPr>
              <a:xfrm flipV="1">
                <a:off x="7586481" y="4588768"/>
                <a:ext cx="0" cy="23267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58">
                <a:extLst>
                  <a:ext uri="{FF2B5EF4-FFF2-40B4-BE49-F238E27FC236}">
                    <a16:creationId xmlns:a16="http://schemas.microsoft.com/office/drawing/2014/main" id="{9400FD2B-8F25-4B9A-A37D-9C88875E0E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35616" y="6915550"/>
                <a:ext cx="359233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0</a:t>
                </a:r>
                <a:endParaRPr lang="en-US" sz="1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81" name="TextBox 58">
                <a:extLst>
                  <a:ext uri="{FF2B5EF4-FFF2-40B4-BE49-F238E27FC236}">
                    <a16:creationId xmlns:a16="http://schemas.microsoft.com/office/drawing/2014/main" id="{6E5AABBF-F7DF-479F-A7D7-8C4CCE81F9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76381" y="6913842"/>
                <a:ext cx="413670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F</a:t>
                </a:r>
                <a:r>
                  <a:rPr lang="en-GB" sz="1800" baseline="-250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s</a:t>
                </a:r>
                <a:endParaRPr lang="en-US" sz="1800" baseline="-250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endParaRPr>
              </a:p>
            </p:txBody>
          </p:sp>
          <p:sp>
            <p:nvSpPr>
              <p:cNvPr id="82" name="TextBox 58">
                <a:extLst>
                  <a:ext uri="{FF2B5EF4-FFF2-40B4-BE49-F238E27FC236}">
                    <a16:creationId xmlns:a16="http://schemas.microsoft.com/office/drawing/2014/main" id="{1E26825D-1623-43B5-8704-3C8197F512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5485" y="6913842"/>
                <a:ext cx="376106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f</a:t>
                </a:r>
                <a:r>
                  <a:rPr lang="en-GB" sz="1800" baseline="-25000" dirty="0">
                    <a:solidFill>
                      <a:prstClr val="black"/>
                    </a:solidFill>
                    <a:latin typeface="+mj-lt"/>
                    <a:ea typeface="+mn-ea"/>
                    <a:cs typeface="Times New Roman" pitchFamily="18" charset="0"/>
                  </a:rPr>
                  <a:t>c</a:t>
                </a:r>
                <a:endParaRPr lang="en-US" sz="1800" dirty="0">
                  <a:solidFill>
                    <a:prstClr val="black"/>
                  </a:solidFill>
                  <a:latin typeface="+mj-lt"/>
                  <a:ea typeface="+mn-ea"/>
                  <a:cs typeface="Times New Roman" pitchFamily="18" charset="0"/>
                </a:endParaRPr>
              </a:p>
            </p:txBody>
          </p:sp>
          <p:grpSp>
            <p:nvGrpSpPr>
              <p:cNvPr id="83" name="Group 52">
                <a:extLst>
                  <a:ext uri="{FF2B5EF4-FFF2-40B4-BE49-F238E27FC236}">
                    <a16:creationId xmlns:a16="http://schemas.microsoft.com/office/drawing/2014/main" id="{61007459-D790-4EC1-A7CD-5F19ABE035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86484" y="5441867"/>
                <a:ext cx="3040765" cy="753938"/>
                <a:chOff x="1224136" y="2009602"/>
                <a:chExt cx="2880320" cy="1512168"/>
              </a:xfrm>
            </p:grpSpPr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39906C9A-DF28-4541-A257-AF34ADCCDE20}"/>
                    </a:ext>
                  </a:extLst>
                </p:cNvPr>
                <p:cNvCxnSpPr/>
                <p:nvPr/>
              </p:nvCxnSpPr>
              <p:spPr>
                <a:xfrm>
                  <a:off x="1224136" y="2009602"/>
                  <a:ext cx="1079723" cy="0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CEE2A373-862D-41AA-8837-7CD89D070BC4}"/>
                    </a:ext>
                  </a:extLst>
                </p:cNvPr>
                <p:cNvCxnSpPr/>
                <p:nvPr/>
              </p:nvCxnSpPr>
              <p:spPr>
                <a:xfrm>
                  <a:off x="2303859" y="2009602"/>
                  <a:ext cx="0" cy="1512168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5A00AB00-8011-4944-9B90-828691CCC318}"/>
                    </a:ext>
                  </a:extLst>
                </p:cNvPr>
                <p:cNvCxnSpPr/>
                <p:nvPr/>
              </p:nvCxnSpPr>
              <p:spPr>
                <a:xfrm>
                  <a:off x="2303859" y="3521770"/>
                  <a:ext cx="1800597" cy="0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4" name="TextBox 58">
                <a:extLst>
                  <a:ext uri="{FF2B5EF4-FFF2-40B4-BE49-F238E27FC236}">
                    <a16:creationId xmlns:a16="http://schemas.microsoft.com/office/drawing/2014/main" id="{B5AAA527-91EB-47C0-AE1D-D392357085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4521" y="5963297"/>
                <a:ext cx="359233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1</a:t>
                </a:r>
                <a:endParaRPr lang="en-US" sz="1800" dirty="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85" name="Rectangle 64">
                <a:extLst>
                  <a:ext uri="{FF2B5EF4-FFF2-40B4-BE49-F238E27FC236}">
                    <a16:creationId xmlns:a16="http://schemas.microsoft.com/office/drawing/2014/main" id="{81A2CDBE-EBB7-4C02-883D-DACD491D2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4521" y="5286291"/>
                <a:ext cx="393591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>
                    <a:latin typeface="Calibri" pitchFamily="34" charset="0"/>
                    <a:ea typeface="+mn-ea"/>
                    <a:cs typeface="Arial" charset="0"/>
                  </a:rPr>
                  <a:t>G</a:t>
                </a:r>
                <a:endParaRPr lang="en-US" sz="1800"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BC00A58C-00A8-4663-885C-B06F2228A74C}"/>
                  </a:ext>
                </a:extLst>
              </p:cNvPr>
              <p:cNvCxnSpPr/>
              <p:nvPr/>
            </p:nvCxnSpPr>
            <p:spPr>
              <a:xfrm flipV="1">
                <a:off x="11876237" y="6915550"/>
                <a:ext cx="357382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6F3386B6-E9D6-428D-BD2E-A02FD861B247}"/>
                  </a:ext>
                </a:extLst>
              </p:cNvPr>
              <p:cNvCxnSpPr/>
              <p:nvPr/>
            </p:nvCxnSpPr>
            <p:spPr>
              <a:xfrm flipV="1">
                <a:off x="11876236" y="4588768"/>
                <a:ext cx="0" cy="23267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58">
                <a:extLst>
                  <a:ext uri="{FF2B5EF4-FFF2-40B4-BE49-F238E27FC236}">
                    <a16:creationId xmlns:a16="http://schemas.microsoft.com/office/drawing/2014/main" id="{6150EEF6-3D14-44F9-96BE-38A0314553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25372" y="6915550"/>
                <a:ext cx="359233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0</a:t>
                </a:r>
                <a:endParaRPr lang="en-US" sz="1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89" name="TextBox 58">
                <a:extLst>
                  <a:ext uri="{FF2B5EF4-FFF2-40B4-BE49-F238E27FC236}">
                    <a16:creationId xmlns:a16="http://schemas.microsoft.com/office/drawing/2014/main" id="{2E7475FF-83F7-461E-9CF7-EFAD9BDDF2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73209" y="6936808"/>
                <a:ext cx="413670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F</a:t>
                </a:r>
                <a:r>
                  <a:rPr lang="en-GB" sz="1800" baseline="-250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s</a:t>
                </a:r>
                <a:endParaRPr lang="en-US" sz="1800" baseline="-250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endParaRPr>
              </a:p>
            </p:txBody>
          </p:sp>
          <p:sp>
            <p:nvSpPr>
              <p:cNvPr id="90" name="TextBox 58">
                <a:extLst>
                  <a:ext uri="{FF2B5EF4-FFF2-40B4-BE49-F238E27FC236}">
                    <a16:creationId xmlns:a16="http://schemas.microsoft.com/office/drawing/2014/main" id="{125A821F-971A-4964-AE23-D52CFA7AC8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73431" y="6913842"/>
                <a:ext cx="376106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f</a:t>
                </a:r>
                <a:r>
                  <a:rPr lang="en-GB" sz="1800" baseline="-25000" dirty="0">
                    <a:solidFill>
                      <a:prstClr val="black"/>
                    </a:solidFill>
                    <a:latin typeface="+mj-lt"/>
                    <a:ea typeface="+mn-ea"/>
                    <a:cs typeface="Times New Roman" pitchFamily="18" charset="0"/>
                  </a:rPr>
                  <a:t>c</a:t>
                </a:r>
                <a:endParaRPr lang="en-US" sz="1800" dirty="0">
                  <a:solidFill>
                    <a:prstClr val="black"/>
                  </a:solidFill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91" name="TextBox 58">
                <a:extLst>
                  <a:ext uri="{FF2B5EF4-FFF2-40B4-BE49-F238E27FC236}">
                    <a16:creationId xmlns:a16="http://schemas.microsoft.com/office/drawing/2014/main" id="{C7467EBB-FDAA-457A-BA1E-DFB2621053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71152" y="5804303"/>
                <a:ext cx="359233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1</a:t>
                </a:r>
                <a:endParaRPr lang="en-US" sz="1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grpSp>
            <p:nvGrpSpPr>
              <p:cNvPr id="92" name="Group 72">
                <a:extLst>
                  <a:ext uri="{FF2B5EF4-FFF2-40B4-BE49-F238E27FC236}">
                    <a16:creationId xmlns:a16="http://schemas.microsoft.com/office/drawing/2014/main" id="{DE0AA217-57FE-4978-AFC7-8FF97AB395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51670" y="5183712"/>
                <a:ext cx="3042442" cy="786422"/>
                <a:chOff x="5579641" y="2276872"/>
                <a:chExt cx="2880791" cy="1512168"/>
              </a:xfrm>
            </p:grpSpPr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C5335C25-73A6-4E41-856A-2E8A3952E88E}"/>
                    </a:ext>
                  </a:extLst>
                </p:cNvPr>
                <p:cNvCxnSpPr/>
                <p:nvPr/>
              </p:nvCxnSpPr>
              <p:spPr>
                <a:xfrm>
                  <a:off x="7595401" y="2276872"/>
                  <a:ext cx="0" cy="1512168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65437EA9-A242-4532-AF42-D9C6FCED0014}"/>
                    </a:ext>
                  </a:extLst>
                </p:cNvPr>
                <p:cNvCxnSpPr/>
                <p:nvPr/>
              </p:nvCxnSpPr>
              <p:spPr>
                <a:xfrm>
                  <a:off x="7595401" y="3789040"/>
                  <a:ext cx="865031" cy="0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D296A6FF-9D3C-4B39-A65F-A3FC0C129536}"/>
                    </a:ext>
                  </a:extLst>
                </p:cNvPr>
                <p:cNvCxnSpPr/>
                <p:nvPr/>
              </p:nvCxnSpPr>
              <p:spPr>
                <a:xfrm>
                  <a:off x="6570062" y="2276872"/>
                  <a:ext cx="1025339" cy="0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6A54A0C6-6AB1-4A4B-A53D-816BCA9D98C3}"/>
                    </a:ext>
                  </a:extLst>
                </p:cNvPr>
                <p:cNvCxnSpPr/>
                <p:nvPr/>
              </p:nvCxnSpPr>
              <p:spPr>
                <a:xfrm flipV="1">
                  <a:off x="6570062" y="2276872"/>
                  <a:ext cx="0" cy="1512168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518384E9-B1A0-449B-BFC6-79C367BD6B70}"/>
                    </a:ext>
                  </a:extLst>
                </p:cNvPr>
                <p:cNvCxnSpPr/>
                <p:nvPr/>
              </p:nvCxnSpPr>
              <p:spPr>
                <a:xfrm>
                  <a:off x="5579641" y="3789040"/>
                  <a:ext cx="990421" cy="0"/>
                </a:xfrm>
                <a:prstGeom prst="line">
                  <a:avLst/>
                </a:prstGeom>
                <a:ln w="158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Rectangle 65">
                <a:extLst>
                  <a:ext uri="{FF2B5EF4-FFF2-40B4-BE49-F238E27FC236}">
                    <a16:creationId xmlns:a16="http://schemas.microsoft.com/office/drawing/2014/main" id="{040F8C2C-153F-47D4-88F8-8AB5A2467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71154" y="5029849"/>
                <a:ext cx="393591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>
                    <a:latin typeface="Calibri" pitchFamily="34" charset="0"/>
                    <a:ea typeface="+mn-ea"/>
                    <a:cs typeface="Arial" charset="0"/>
                  </a:rPr>
                  <a:t>G</a:t>
                </a:r>
                <a:endParaRPr lang="en-US" sz="1800"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537F97AB-2F88-4F16-99A3-36F87117A3D6}"/>
                  </a:ext>
                </a:extLst>
              </p:cNvPr>
              <p:cNvCxnSpPr/>
              <p:nvPr/>
            </p:nvCxnSpPr>
            <p:spPr>
              <a:xfrm flipV="1">
                <a:off x="11876236" y="9647510"/>
                <a:ext cx="3573821" cy="170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8D7E1936-4162-4B92-ADBF-456E7CCEC630}"/>
                  </a:ext>
                </a:extLst>
              </p:cNvPr>
              <p:cNvCxnSpPr/>
              <p:nvPr/>
            </p:nvCxnSpPr>
            <p:spPr>
              <a:xfrm flipV="1">
                <a:off x="11876236" y="7322439"/>
                <a:ext cx="0" cy="232678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58">
                <a:extLst>
                  <a:ext uri="{FF2B5EF4-FFF2-40B4-BE49-F238E27FC236}">
                    <a16:creationId xmlns:a16="http://schemas.microsoft.com/office/drawing/2014/main" id="{5037A2D7-3590-43BA-8121-836DAF033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25372" y="9649220"/>
                <a:ext cx="359233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0</a:t>
                </a:r>
                <a:endParaRPr lang="en-US" sz="1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99" name="TextBox 58">
                <a:extLst>
                  <a:ext uri="{FF2B5EF4-FFF2-40B4-BE49-F238E27FC236}">
                    <a16:creationId xmlns:a16="http://schemas.microsoft.com/office/drawing/2014/main" id="{5F5F7147-2D7C-47DA-9DB0-8101CE1A96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66136" y="9647511"/>
                <a:ext cx="413670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F</a:t>
                </a:r>
                <a:r>
                  <a:rPr lang="en-GB" sz="1800" baseline="-250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s</a:t>
                </a:r>
                <a:endParaRPr lang="en-US" sz="1800" baseline="-250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endParaRPr>
              </a:p>
            </p:txBody>
          </p:sp>
          <p:sp>
            <p:nvSpPr>
              <p:cNvPr id="100" name="TextBox 58">
                <a:extLst>
                  <a:ext uri="{FF2B5EF4-FFF2-40B4-BE49-F238E27FC236}">
                    <a16:creationId xmlns:a16="http://schemas.microsoft.com/office/drawing/2014/main" id="{497677BD-3DD3-4FFC-B084-01AD122BEE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68644" y="9649220"/>
                <a:ext cx="376106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solidFill>
                      <a:prstClr val="black"/>
                    </a:solidFill>
                    <a:latin typeface="+mj-lt"/>
                    <a:ea typeface="+mn-ea"/>
                    <a:cs typeface="Arial" charset="0"/>
                  </a:rPr>
                  <a:t>f</a:t>
                </a:r>
                <a:r>
                  <a:rPr lang="en-GB" sz="1800" baseline="-25000" dirty="0">
                    <a:solidFill>
                      <a:prstClr val="black"/>
                    </a:solidFill>
                    <a:latin typeface="+mj-lt"/>
                    <a:ea typeface="+mn-ea"/>
                    <a:cs typeface="Times New Roman" pitchFamily="18" charset="0"/>
                  </a:rPr>
                  <a:t>c</a:t>
                </a:r>
                <a:endParaRPr lang="en-US" sz="1800" dirty="0">
                  <a:solidFill>
                    <a:prstClr val="black"/>
                  </a:solidFill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14273CB2-ECB2-4FBF-BBBF-630EC3A75A5F}"/>
                  </a:ext>
                </a:extLst>
              </p:cNvPr>
              <p:cNvCxnSpPr/>
              <p:nvPr/>
            </p:nvCxnSpPr>
            <p:spPr bwMode="auto">
              <a:xfrm rot="10800000">
                <a:off x="11862825" y="8614905"/>
                <a:ext cx="913571" cy="0"/>
              </a:xfrm>
              <a:prstGeom prst="line">
                <a:avLst/>
              </a:prstGeom>
              <a:ln w="158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42F23C4C-4FFD-42BD-A7C2-5CB7C930DB5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2529018" y="8614905"/>
                <a:ext cx="2389660" cy="0"/>
              </a:xfrm>
              <a:prstGeom prst="line">
                <a:avLst/>
              </a:prstGeom>
              <a:ln w="158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TextBox 58">
                <a:extLst>
                  <a:ext uri="{FF2B5EF4-FFF2-40B4-BE49-F238E27FC236}">
                    <a16:creationId xmlns:a16="http://schemas.microsoft.com/office/drawing/2014/main" id="{1F76A85B-778A-44F8-9148-DA75DDF8B7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71152" y="8459330"/>
                <a:ext cx="359233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1</a:t>
                </a:r>
                <a:endParaRPr lang="en-US" sz="1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3" name="Rectangle 66">
                <a:extLst>
                  <a:ext uri="{FF2B5EF4-FFF2-40B4-BE49-F238E27FC236}">
                    <a16:creationId xmlns:a16="http://schemas.microsoft.com/office/drawing/2014/main" id="{BF441C2E-5A8E-406B-8988-94268FB94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5721" y="9156853"/>
                <a:ext cx="393591" cy="439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dirty="0">
                    <a:latin typeface="Calibri" pitchFamily="34" charset="0"/>
                    <a:ea typeface="+mn-ea"/>
                    <a:cs typeface="Arial" charset="0"/>
                  </a:rPr>
                  <a:t>G</a:t>
                </a:r>
                <a:endParaRPr lang="en-US" sz="1800" dirty="0"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104" name="Rectangle 71">
                <a:extLst>
                  <a:ext uri="{FF2B5EF4-FFF2-40B4-BE49-F238E27FC236}">
                    <a16:creationId xmlns:a16="http://schemas.microsoft.com/office/drawing/2014/main" id="{314CFFCF-4E14-456B-B407-57719315B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57648" y="5272615"/>
                <a:ext cx="2055371" cy="5130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2200" dirty="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Peaking Filter</a:t>
                </a:r>
                <a:endParaRPr lang="en-US" sz="2200" dirty="0">
                  <a:solidFill>
                    <a:prstClr val="black"/>
                  </a:solidFill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05" name="Rectangle 72">
                <a:extLst>
                  <a:ext uri="{FF2B5EF4-FFF2-40B4-BE49-F238E27FC236}">
                    <a16:creationId xmlns:a16="http://schemas.microsoft.com/office/drawing/2014/main" id="{D16AB45C-9A5E-4E2C-B320-1E7C67567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57650" y="7754973"/>
                <a:ext cx="1943746" cy="5130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2200" dirty="0" err="1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Allpass</a:t>
                </a:r>
                <a:r>
                  <a:rPr lang="en-GB" sz="2200" dirty="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 Filter</a:t>
                </a:r>
                <a:endParaRPr lang="en-US" sz="2200" dirty="0">
                  <a:solidFill>
                    <a:prstClr val="black"/>
                  </a:solidFill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06" name="Rectangle 73">
                <a:extLst>
                  <a:ext uri="{FF2B5EF4-FFF2-40B4-BE49-F238E27FC236}">
                    <a16:creationId xmlns:a16="http://schemas.microsoft.com/office/drawing/2014/main" id="{D72AE14A-3C4E-4A10-A8EB-2A3876FB3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68310" y="5050364"/>
                <a:ext cx="2091991" cy="916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GB" sz="2200" dirty="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Low Shelving Filter</a:t>
                </a:r>
                <a:endParaRPr lang="en-US" sz="2200" dirty="0">
                  <a:solidFill>
                    <a:prstClr val="black"/>
                  </a:solidFill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07" name="Rectangle 83">
                <a:extLst>
                  <a:ext uri="{FF2B5EF4-FFF2-40B4-BE49-F238E27FC236}">
                    <a16:creationId xmlns:a16="http://schemas.microsoft.com/office/drawing/2014/main" id="{C63DD312-E08F-47B4-A58D-B56719E2B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4726" y="7532721"/>
                <a:ext cx="2162442" cy="916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GB" sz="2200" dirty="0">
                    <a:solidFill>
                      <a:prstClr val="black"/>
                    </a:solidFill>
                    <a:latin typeface="Calibri" pitchFamily="34" charset="0"/>
                    <a:ea typeface="+mn-ea"/>
                    <a:cs typeface="Arial" charset="0"/>
                  </a:rPr>
                  <a:t>High Shelving Filter</a:t>
                </a:r>
                <a:endParaRPr lang="en-US" sz="2200" dirty="0">
                  <a:solidFill>
                    <a:prstClr val="black"/>
                  </a:solidFill>
                  <a:latin typeface="Arial" charset="0"/>
                  <a:ea typeface="+mn-ea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409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7"/>
          <p:cNvSpPr>
            <a:spLocks noGrp="1"/>
          </p:cNvSpPr>
          <p:nvPr>
            <p:ph type="ctrTitle"/>
          </p:nvPr>
        </p:nvSpPr>
        <p:spPr>
          <a:xfrm>
            <a:off x="4118451" y="1"/>
            <a:ext cx="11054080" cy="1291449"/>
          </a:xfrm>
        </p:spPr>
        <p:txBody>
          <a:bodyPr/>
          <a:lstStyle/>
          <a:p>
            <a:r>
              <a:rPr lang="en-GB" sz="3413" b="1" dirty="0"/>
              <a:t>Ideal filters</a:t>
            </a:r>
            <a:endParaRPr lang="en-US" sz="3413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303B5B-2323-42AE-90D1-4BD87BEBA60F}"/>
              </a:ext>
            </a:extLst>
          </p:cNvPr>
          <p:cNvGrpSpPr/>
          <p:nvPr/>
        </p:nvGrpSpPr>
        <p:grpSpPr>
          <a:xfrm>
            <a:off x="4173360" y="1132384"/>
            <a:ext cx="9382890" cy="6094421"/>
            <a:chOff x="3447892" y="2320996"/>
            <a:chExt cx="11197822" cy="7131444"/>
          </a:xfrm>
        </p:grpSpPr>
        <p:cxnSp>
          <p:nvCxnSpPr>
            <p:cNvPr id="32" name="Straight Arrow Connector 31"/>
            <p:cNvCxnSpPr/>
            <p:nvPr/>
          </p:nvCxnSpPr>
          <p:spPr>
            <a:xfrm flipV="1">
              <a:off x="3908478" y="9001762"/>
              <a:ext cx="4813582" cy="22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3908478" y="5931185"/>
              <a:ext cx="0" cy="30728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74" name="TextBox 58"/>
            <p:cNvSpPr txBox="1">
              <a:spLocks noChangeArrowheads="1"/>
            </p:cNvSpPr>
            <p:nvPr/>
          </p:nvSpPr>
          <p:spPr bwMode="auto">
            <a:xfrm>
              <a:off x="3705278" y="9004020"/>
              <a:ext cx="314883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0</a:t>
              </a:r>
              <a:endParaRPr lang="en-US" sz="2800" dirty="0"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7175" name="TextBox 58"/>
            <p:cNvSpPr txBox="1">
              <a:spLocks noChangeArrowheads="1"/>
            </p:cNvSpPr>
            <p:nvPr/>
          </p:nvSpPr>
          <p:spPr bwMode="auto">
            <a:xfrm>
              <a:off x="7800887" y="9001763"/>
              <a:ext cx="374178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F</a:t>
              </a:r>
              <a:r>
                <a:rPr lang="en-GB" sz="2800" baseline="-250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s</a:t>
              </a:r>
              <a:endParaRPr lang="en-US" sz="2800" baseline="-25000" dirty="0">
                <a:solidFill>
                  <a:prstClr val="black"/>
                </a:solidFill>
                <a:latin typeface="+mj-lt"/>
                <a:ea typeface="+mn-ea"/>
                <a:cs typeface="Arial" charset="0"/>
              </a:endParaRPr>
            </a:p>
          </p:txBody>
        </p:sp>
        <p:sp>
          <p:nvSpPr>
            <p:cNvPr id="7176" name="TextBox 58"/>
            <p:cNvSpPr txBox="1">
              <a:spLocks noChangeArrowheads="1"/>
            </p:cNvSpPr>
            <p:nvPr/>
          </p:nvSpPr>
          <p:spPr bwMode="auto">
            <a:xfrm>
              <a:off x="3447892" y="7642580"/>
              <a:ext cx="314883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1</a:t>
              </a:r>
              <a:endParaRPr lang="en-US" sz="2800"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endParaRPr>
            </a:p>
          </p:txBody>
        </p:sp>
        <p:grpSp>
          <p:nvGrpSpPr>
            <p:cNvPr id="7177" name="Group 56"/>
            <p:cNvGrpSpPr>
              <a:grpSpLocks/>
            </p:cNvGrpSpPr>
            <p:nvPr/>
          </p:nvGrpSpPr>
          <p:grpSpPr bwMode="auto">
            <a:xfrm>
              <a:off x="4010082" y="6823008"/>
              <a:ext cx="4097867" cy="1054383"/>
              <a:chOff x="1296144" y="4745906"/>
              <a:chExt cx="2880320" cy="1512168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 rot="10800000" flipH="1">
                <a:off x="3095749" y="4745906"/>
                <a:ext cx="1080715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rot="10800000" flipH="1">
                <a:off x="3095749" y="4745906"/>
                <a:ext cx="0" cy="1512168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rot="10800000" flipH="1">
                <a:off x="1296144" y="6258074"/>
                <a:ext cx="1799605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78" name="TextBox 58"/>
            <p:cNvSpPr txBox="1">
              <a:spLocks noChangeArrowheads="1"/>
            </p:cNvSpPr>
            <p:nvPr/>
          </p:nvSpPr>
          <p:spPr bwMode="auto">
            <a:xfrm>
              <a:off x="6263340" y="9001763"/>
              <a:ext cx="331479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f</a:t>
              </a:r>
              <a:r>
                <a:rPr lang="en-GB" sz="2800" baseline="-25000" dirty="0">
                  <a:solidFill>
                    <a:prstClr val="black"/>
                  </a:solidFill>
                  <a:latin typeface="+mj-lt"/>
                  <a:ea typeface="+mn-ea"/>
                  <a:cs typeface="Times New Roman" pitchFamily="18" charset="0"/>
                </a:rPr>
                <a:t>c</a:t>
              </a:r>
              <a:endParaRPr lang="en-US" sz="2800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7179" name="Rectangle 63"/>
            <p:cNvSpPr>
              <a:spLocks noChangeArrowheads="1"/>
            </p:cNvSpPr>
            <p:nvPr/>
          </p:nvSpPr>
          <p:spPr bwMode="auto">
            <a:xfrm>
              <a:off x="3447892" y="6617549"/>
              <a:ext cx="351977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latin typeface="Calibri" pitchFamily="34" charset="0"/>
                  <a:ea typeface="+mn-ea"/>
                  <a:cs typeface="Arial" charset="0"/>
                </a:rPr>
                <a:t>G</a:t>
              </a:r>
              <a:endParaRPr lang="en-US" sz="2800">
                <a:latin typeface="Calibri" pitchFamily="34" charset="0"/>
                <a:ea typeface="+mn-ea"/>
                <a:cs typeface="Arial" charset="0"/>
              </a:endParaRPr>
            </a:p>
          </p:txBody>
        </p:sp>
        <p:cxnSp>
          <p:nvCxnSpPr>
            <p:cNvPr id="2" name="Straight Arrow Connector 1"/>
            <p:cNvCxnSpPr/>
            <p:nvPr/>
          </p:nvCxnSpPr>
          <p:spPr>
            <a:xfrm flipV="1">
              <a:off x="3908479" y="5393832"/>
              <a:ext cx="48135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/>
            <p:cNvCxnSpPr/>
            <p:nvPr/>
          </p:nvCxnSpPr>
          <p:spPr>
            <a:xfrm flipV="1">
              <a:off x="3908478" y="2320996"/>
              <a:ext cx="0" cy="30728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82" name="TextBox 58"/>
            <p:cNvSpPr txBox="1">
              <a:spLocks noChangeArrowheads="1"/>
            </p:cNvSpPr>
            <p:nvPr/>
          </p:nvSpPr>
          <p:spPr bwMode="auto">
            <a:xfrm>
              <a:off x="3705278" y="5393834"/>
              <a:ext cx="314883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0</a:t>
              </a:r>
              <a:endParaRPr lang="en-US" sz="2800"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7183" name="TextBox 58"/>
            <p:cNvSpPr txBox="1">
              <a:spLocks noChangeArrowheads="1"/>
            </p:cNvSpPr>
            <p:nvPr/>
          </p:nvSpPr>
          <p:spPr bwMode="auto">
            <a:xfrm>
              <a:off x="7800887" y="5391575"/>
              <a:ext cx="374178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F</a:t>
              </a:r>
              <a:r>
                <a:rPr lang="en-GB" sz="2800" baseline="-250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s</a:t>
              </a:r>
              <a:endParaRPr lang="en-US" sz="2800" baseline="-25000" dirty="0">
                <a:solidFill>
                  <a:prstClr val="black"/>
                </a:solidFill>
                <a:latin typeface="+mj-lt"/>
                <a:ea typeface="+mn-ea"/>
                <a:cs typeface="Arial" charset="0"/>
              </a:endParaRPr>
            </a:p>
          </p:txBody>
        </p:sp>
        <p:sp>
          <p:nvSpPr>
            <p:cNvPr id="7184" name="TextBox 58"/>
            <p:cNvSpPr txBox="1">
              <a:spLocks noChangeArrowheads="1"/>
            </p:cNvSpPr>
            <p:nvPr/>
          </p:nvSpPr>
          <p:spPr bwMode="auto">
            <a:xfrm>
              <a:off x="5240568" y="5391575"/>
              <a:ext cx="331479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f</a:t>
              </a:r>
              <a:r>
                <a:rPr lang="en-GB" sz="2800" baseline="-25000" dirty="0">
                  <a:solidFill>
                    <a:prstClr val="black"/>
                  </a:solidFill>
                  <a:latin typeface="+mj-lt"/>
                  <a:ea typeface="+mn-ea"/>
                  <a:cs typeface="Times New Roman" pitchFamily="18" charset="0"/>
                </a:rPr>
                <a:t>c</a:t>
              </a:r>
              <a:endParaRPr lang="en-US" sz="2800" dirty="0">
                <a:solidFill>
                  <a:prstClr val="black"/>
                </a:solidFill>
                <a:latin typeface="+mj-lt"/>
                <a:ea typeface="+mn-ea"/>
                <a:cs typeface="Times New Roman" pitchFamily="18" charset="0"/>
              </a:endParaRPr>
            </a:p>
          </p:txBody>
        </p:sp>
        <p:grpSp>
          <p:nvGrpSpPr>
            <p:cNvPr id="7185" name="Group 52"/>
            <p:cNvGrpSpPr>
              <a:grpSpLocks/>
            </p:cNvGrpSpPr>
            <p:nvPr/>
          </p:nvGrpSpPr>
          <p:grpSpPr bwMode="auto">
            <a:xfrm>
              <a:off x="3908482" y="3447631"/>
              <a:ext cx="4095609" cy="995679"/>
              <a:chOff x="1224136" y="2009602"/>
              <a:chExt cx="2880320" cy="1512168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>
                <a:off x="1224136" y="2009602"/>
                <a:ext cx="1079723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2303859" y="2009602"/>
                <a:ext cx="0" cy="1512168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2303859" y="3521770"/>
                <a:ext cx="1800597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87" name="TextBox 58"/>
            <p:cNvSpPr txBox="1">
              <a:spLocks noChangeArrowheads="1"/>
            </p:cNvSpPr>
            <p:nvPr/>
          </p:nvSpPr>
          <p:spPr bwMode="auto">
            <a:xfrm>
              <a:off x="3447892" y="4136251"/>
              <a:ext cx="314883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1</a:t>
              </a:r>
              <a:endParaRPr lang="en-US" sz="2800" dirty="0"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7188" name="Rectangle 64"/>
            <p:cNvSpPr>
              <a:spLocks noChangeArrowheads="1"/>
            </p:cNvSpPr>
            <p:nvPr/>
          </p:nvSpPr>
          <p:spPr bwMode="auto">
            <a:xfrm>
              <a:off x="3447892" y="3242171"/>
              <a:ext cx="351977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latin typeface="Calibri" pitchFamily="34" charset="0"/>
                  <a:ea typeface="+mn-ea"/>
                  <a:cs typeface="Arial" charset="0"/>
                </a:rPr>
                <a:t>G</a:t>
              </a:r>
              <a:endParaRPr lang="en-US" sz="2800">
                <a:latin typeface="Calibri" pitchFamily="34" charset="0"/>
                <a:ea typeface="+mn-ea"/>
                <a:cs typeface="Arial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9489706" y="5393832"/>
              <a:ext cx="48135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V="1">
              <a:off x="9489705" y="2320996"/>
              <a:ext cx="0" cy="30728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92" name="TextBox 58"/>
            <p:cNvSpPr txBox="1">
              <a:spLocks noChangeArrowheads="1"/>
            </p:cNvSpPr>
            <p:nvPr/>
          </p:nvSpPr>
          <p:spPr bwMode="auto">
            <a:xfrm>
              <a:off x="9286505" y="5393834"/>
              <a:ext cx="314883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0</a:t>
              </a:r>
              <a:endParaRPr lang="en-US" sz="2800"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7193" name="TextBox 58"/>
            <p:cNvSpPr txBox="1">
              <a:spLocks noChangeArrowheads="1"/>
            </p:cNvSpPr>
            <p:nvPr/>
          </p:nvSpPr>
          <p:spPr bwMode="auto">
            <a:xfrm>
              <a:off x="13661022" y="5421906"/>
              <a:ext cx="374178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F</a:t>
              </a:r>
              <a:r>
                <a:rPr lang="en-GB" sz="2800" baseline="-250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s</a:t>
              </a:r>
              <a:endParaRPr lang="en-US" sz="2800" baseline="-25000" dirty="0">
                <a:solidFill>
                  <a:prstClr val="black"/>
                </a:solidFill>
                <a:latin typeface="+mj-lt"/>
                <a:ea typeface="+mn-ea"/>
                <a:cs typeface="Arial" charset="0"/>
              </a:endParaRPr>
            </a:p>
          </p:txBody>
        </p:sp>
        <p:sp>
          <p:nvSpPr>
            <p:cNvPr id="7194" name="TextBox 58"/>
            <p:cNvSpPr txBox="1">
              <a:spLocks noChangeArrowheads="1"/>
            </p:cNvSpPr>
            <p:nvPr/>
          </p:nvSpPr>
          <p:spPr bwMode="auto">
            <a:xfrm>
              <a:off x="11506278" y="5391575"/>
              <a:ext cx="331479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f</a:t>
              </a:r>
              <a:r>
                <a:rPr lang="en-GB" sz="2800" baseline="-25000" dirty="0">
                  <a:solidFill>
                    <a:prstClr val="black"/>
                  </a:solidFill>
                  <a:latin typeface="+mj-lt"/>
                  <a:ea typeface="+mn-ea"/>
                  <a:cs typeface="Times New Roman" pitchFamily="18" charset="0"/>
                </a:rPr>
                <a:t>c</a:t>
              </a:r>
              <a:endParaRPr lang="en-US" sz="2800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7195" name="TextBox 58"/>
            <p:cNvSpPr txBox="1">
              <a:spLocks noChangeArrowheads="1"/>
            </p:cNvSpPr>
            <p:nvPr/>
          </p:nvSpPr>
          <p:spPr bwMode="auto">
            <a:xfrm>
              <a:off x="9078789" y="3926278"/>
              <a:ext cx="314883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1</a:t>
              </a:r>
              <a:endParaRPr lang="en-US" sz="2800"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endParaRPr>
            </a:p>
          </p:txBody>
        </p:sp>
        <p:grpSp>
          <p:nvGrpSpPr>
            <p:cNvPr id="7196" name="Group 72"/>
            <p:cNvGrpSpPr>
              <a:grpSpLocks/>
            </p:cNvGrpSpPr>
            <p:nvPr/>
          </p:nvGrpSpPr>
          <p:grpSpPr bwMode="auto">
            <a:xfrm>
              <a:off x="9591308" y="3106702"/>
              <a:ext cx="4097867" cy="1038578"/>
              <a:chOff x="5579641" y="2276872"/>
              <a:chExt cx="2880791" cy="1512168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7595401" y="2276872"/>
                <a:ext cx="0" cy="1512168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7595401" y="3789040"/>
                <a:ext cx="865031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6570062" y="2276872"/>
                <a:ext cx="1025339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V="1">
                <a:off x="6570062" y="2276872"/>
                <a:ext cx="0" cy="1512168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5579641" y="3789040"/>
                <a:ext cx="990421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97" name="Rectangle 65"/>
            <p:cNvSpPr>
              <a:spLocks noChangeArrowheads="1"/>
            </p:cNvSpPr>
            <p:nvPr/>
          </p:nvSpPr>
          <p:spPr bwMode="auto">
            <a:xfrm>
              <a:off x="9078790" y="2903504"/>
              <a:ext cx="351977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latin typeface="Calibri" pitchFamily="34" charset="0"/>
                  <a:ea typeface="+mn-ea"/>
                  <a:cs typeface="Arial" charset="0"/>
                </a:rPr>
                <a:t>G</a:t>
              </a:r>
              <a:endParaRPr lang="en-US" sz="2800">
                <a:latin typeface="Calibri" pitchFamily="34" charset="0"/>
                <a:ea typeface="+mn-ea"/>
                <a:cs typeface="Arial" charset="0"/>
              </a:endParaRP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 flipV="1">
              <a:off x="9489705" y="9001762"/>
              <a:ext cx="4813582" cy="22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V="1">
              <a:off x="9489705" y="5931185"/>
              <a:ext cx="0" cy="30728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00" name="TextBox 58"/>
            <p:cNvSpPr txBox="1">
              <a:spLocks noChangeArrowheads="1"/>
            </p:cNvSpPr>
            <p:nvPr/>
          </p:nvSpPr>
          <p:spPr bwMode="auto">
            <a:xfrm>
              <a:off x="9286505" y="9004020"/>
              <a:ext cx="314883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0</a:t>
              </a:r>
              <a:endParaRPr lang="en-US" sz="2800"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7201" name="TextBox 58"/>
            <p:cNvSpPr txBox="1">
              <a:spLocks noChangeArrowheads="1"/>
            </p:cNvSpPr>
            <p:nvPr/>
          </p:nvSpPr>
          <p:spPr bwMode="auto">
            <a:xfrm>
              <a:off x="13382114" y="9001763"/>
              <a:ext cx="374178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F</a:t>
              </a:r>
              <a:r>
                <a:rPr lang="en-GB" sz="2800" baseline="-250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s</a:t>
              </a:r>
              <a:endParaRPr lang="en-US" sz="2800" baseline="-25000" dirty="0">
                <a:solidFill>
                  <a:prstClr val="black"/>
                </a:solidFill>
                <a:latin typeface="+mj-lt"/>
                <a:ea typeface="+mn-ea"/>
                <a:cs typeface="Arial" charset="0"/>
              </a:endParaRPr>
            </a:p>
          </p:txBody>
        </p:sp>
        <p:sp>
          <p:nvSpPr>
            <p:cNvPr id="7202" name="TextBox 58"/>
            <p:cNvSpPr txBox="1">
              <a:spLocks noChangeArrowheads="1"/>
            </p:cNvSpPr>
            <p:nvPr/>
          </p:nvSpPr>
          <p:spPr bwMode="auto">
            <a:xfrm>
              <a:off x="11230451" y="9004020"/>
              <a:ext cx="331479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 dirty="0">
                  <a:solidFill>
                    <a:prstClr val="black"/>
                  </a:solidFill>
                  <a:latin typeface="+mj-lt"/>
                  <a:ea typeface="+mn-ea"/>
                  <a:cs typeface="Arial" charset="0"/>
                </a:rPr>
                <a:t>f</a:t>
              </a:r>
              <a:r>
                <a:rPr lang="en-GB" sz="2800" baseline="-25000" dirty="0">
                  <a:solidFill>
                    <a:prstClr val="black"/>
                  </a:solidFill>
                  <a:latin typeface="+mj-lt"/>
                  <a:ea typeface="+mn-ea"/>
                  <a:cs typeface="Times New Roman" pitchFamily="18" charset="0"/>
                </a:rPr>
                <a:t>c</a:t>
              </a:r>
              <a:endParaRPr lang="en-US" sz="2800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grpSp>
          <p:nvGrpSpPr>
            <p:cNvPr id="7203" name="Group 73"/>
            <p:cNvGrpSpPr>
              <a:grpSpLocks/>
            </p:cNvGrpSpPr>
            <p:nvPr/>
          </p:nvGrpSpPr>
          <p:grpSpPr bwMode="auto">
            <a:xfrm rot="10800000">
              <a:off x="9489705" y="7638064"/>
              <a:ext cx="4097866" cy="921173"/>
              <a:chOff x="5579641" y="2276872"/>
              <a:chExt cx="2880791" cy="1512168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7595401" y="2276872"/>
                <a:ext cx="0" cy="1512168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7608099" y="3789040"/>
                <a:ext cx="865031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6557364" y="2276872"/>
                <a:ext cx="1025340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flipV="1">
                <a:off x="6557364" y="2276872"/>
                <a:ext cx="0" cy="1512168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5579641" y="3789040"/>
                <a:ext cx="990421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05" name="TextBox 58"/>
            <p:cNvSpPr txBox="1">
              <a:spLocks noChangeArrowheads="1"/>
            </p:cNvSpPr>
            <p:nvPr/>
          </p:nvSpPr>
          <p:spPr bwMode="auto">
            <a:xfrm>
              <a:off x="9078789" y="7432606"/>
              <a:ext cx="314883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1</a:t>
              </a:r>
              <a:endParaRPr lang="en-US" sz="2800"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7206" name="Rectangle 66"/>
            <p:cNvSpPr>
              <a:spLocks noChangeArrowheads="1"/>
            </p:cNvSpPr>
            <p:nvPr/>
          </p:nvSpPr>
          <p:spPr bwMode="auto">
            <a:xfrm>
              <a:off x="8977189" y="8353781"/>
              <a:ext cx="351977" cy="448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2800">
                  <a:latin typeface="Calibri" pitchFamily="34" charset="0"/>
                  <a:ea typeface="+mn-ea"/>
                  <a:cs typeface="Arial" charset="0"/>
                </a:rPr>
                <a:t>G</a:t>
              </a:r>
              <a:endParaRPr lang="en-US" sz="2800"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7207" name="Rectangle 71"/>
            <p:cNvSpPr>
              <a:spLocks noChangeArrowheads="1"/>
            </p:cNvSpPr>
            <p:nvPr/>
          </p:nvSpPr>
          <p:spPr bwMode="auto">
            <a:xfrm>
              <a:off x="12562541" y="3224110"/>
              <a:ext cx="2083173" cy="501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32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Peaking Filter</a:t>
              </a:r>
              <a:endParaRPr lang="en-US" sz="3200">
                <a:solidFill>
                  <a:prstClr val="black"/>
                </a:solidFill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7208" name="Rectangle 72"/>
            <p:cNvSpPr>
              <a:spLocks noChangeArrowheads="1"/>
            </p:cNvSpPr>
            <p:nvPr/>
          </p:nvSpPr>
          <p:spPr bwMode="auto">
            <a:xfrm>
              <a:off x="12562543" y="6502404"/>
              <a:ext cx="1833135" cy="501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320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Notch Filter</a:t>
              </a:r>
              <a:endParaRPr lang="en-US" sz="3200">
                <a:solidFill>
                  <a:prstClr val="black"/>
                </a:solidFill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7209" name="Rectangle 73"/>
            <p:cNvSpPr>
              <a:spLocks noChangeArrowheads="1"/>
            </p:cNvSpPr>
            <p:nvPr/>
          </p:nvSpPr>
          <p:spPr bwMode="auto">
            <a:xfrm>
              <a:off x="5904355" y="2930597"/>
              <a:ext cx="2817705" cy="501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GB" sz="3200" dirty="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Low Shelving Filter</a:t>
              </a:r>
              <a:endParaRPr lang="en-US" sz="3200" dirty="0">
                <a:solidFill>
                  <a:prstClr val="black"/>
                </a:solidFill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7210" name="Rectangle 83"/>
            <p:cNvSpPr>
              <a:spLocks noChangeArrowheads="1"/>
            </p:cNvSpPr>
            <p:nvPr/>
          </p:nvSpPr>
          <p:spPr bwMode="auto">
            <a:xfrm>
              <a:off x="4529305" y="6208891"/>
              <a:ext cx="2912595" cy="501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GB" sz="3200" dirty="0">
                  <a:solidFill>
                    <a:prstClr val="black"/>
                  </a:solidFill>
                  <a:latin typeface="Calibri" pitchFamily="34" charset="0"/>
                  <a:ea typeface="+mn-ea"/>
                  <a:cs typeface="Arial" charset="0"/>
                </a:rPr>
                <a:t>High Shelving Filter</a:t>
              </a:r>
              <a:endParaRPr lang="en-US" sz="3200" dirty="0">
                <a:solidFill>
                  <a:prstClr val="black"/>
                </a:solidFill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4ED5AB4-ED8E-4C54-AE01-790186E3FFC3}"/>
              </a:ext>
            </a:extLst>
          </p:cNvPr>
          <p:cNvSpPr txBox="1"/>
          <p:nvPr/>
        </p:nvSpPr>
        <p:spPr>
          <a:xfrm>
            <a:off x="0" y="2356520"/>
            <a:ext cx="40315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Y-axis: Output magnitude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X-axis: Input frequency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Fc: cut-off or centre frequency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B: bandwidth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3600" dirty="0"/>
              <a:t>G: gain</a:t>
            </a:r>
          </a:p>
        </p:txBody>
      </p:sp>
    </p:spTree>
    <p:extLst>
      <p:ext uri="{BB962C8B-B14F-4D97-AF65-F5344CB8AC3E}">
        <p14:creationId xmlns:p14="http://schemas.microsoft.com/office/powerpoint/2010/main" val="10268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Types of filters</a:t>
            </a:r>
          </a:p>
        </p:txBody>
      </p:sp>
      <p:sp>
        <p:nvSpPr>
          <p:cNvPr id="16387" name="Rectangle 2"/>
          <p:cNvSpPr>
            <a:spLocks/>
          </p:cNvSpPr>
          <p:nvPr/>
        </p:nvSpPr>
        <p:spPr bwMode="auto">
          <a:xfrm>
            <a:off x="3590131" y="4578350"/>
            <a:ext cx="1879600" cy="5842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/>
            <a:r>
              <a:rPr lang="en-US" sz="3401" dirty="0" err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Lowpass</a:t>
            </a:r>
            <a:endParaRPr lang="en-US" sz="3401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7935" y="2044702"/>
            <a:ext cx="4065589" cy="25400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638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1035" y="5651503"/>
            <a:ext cx="4065589" cy="25400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639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803734" y="2044702"/>
            <a:ext cx="4065589" cy="25400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6391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63534" y="2044702"/>
            <a:ext cx="4065589" cy="25400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6392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50834" y="5651503"/>
            <a:ext cx="4065589" cy="25400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6393" name="Rectangle 8"/>
          <p:cNvSpPr>
            <a:spLocks/>
          </p:cNvSpPr>
          <p:nvPr/>
        </p:nvSpPr>
        <p:spPr bwMode="auto">
          <a:xfrm>
            <a:off x="7679532" y="4584701"/>
            <a:ext cx="2019300" cy="5842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/>
            <a:r>
              <a:rPr lang="en-US" sz="3401" dirty="0" err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Highpass</a:t>
            </a:r>
            <a:endParaRPr lang="en-US" sz="3401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6394" name="Rectangle 9"/>
          <p:cNvSpPr>
            <a:spLocks/>
          </p:cNvSpPr>
          <p:nvPr/>
        </p:nvSpPr>
        <p:spPr bwMode="auto">
          <a:xfrm>
            <a:off x="11819734" y="4584701"/>
            <a:ext cx="2057399" cy="5842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/>
            <a:r>
              <a:rPr lang="en-US" sz="3401" dirty="0" err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Bandpass</a:t>
            </a:r>
            <a:endParaRPr lang="en-US" sz="3401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pic>
        <p:nvPicPr>
          <p:cNvPr id="16395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85234" y="5651503"/>
            <a:ext cx="4065589" cy="25400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6396" name="Rectangle 11"/>
          <p:cNvSpPr>
            <a:spLocks/>
          </p:cNvSpPr>
          <p:nvPr/>
        </p:nvSpPr>
        <p:spPr bwMode="auto">
          <a:xfrm>
            <a:off x="2878935" y="8305800"/>
            <a:ext cx="3276599" cy="5842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/>
            <a:r>
              <a:rPr lang="en-US" sz="340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Peaking / Notch</a:t>
            </a:r>
          </a:p>
        </p:txBody>
      </p:sp>
      <p:sp>
        <p:nvSpPr>
          <p:cNvPr id="16397" name="Rectangle 12"/>
          <p:cNvSpPr>
            <a:spLocks/>
          </p:cNvSpPr>
          <p:nvPr/>
        </p:nvSpPr>
        <p:spPr bwMode="auto">
          <a:xfrm>
            <a:off x="7666831" y="8305800"/>
            <a:ext cx="2019300" cy="5842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/>
            <a:r>
              <a:rPr lang="en-US" sz="340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Shelving</a:t>
            </a:r>
          </a:p>
        </p:txBody>
      </p:sp>
      <p:sp>
        <p:nvSpPr>
          <p:cNvPr id="16398" name="Rectangle 13"/>
          <p:cNvSpPr>
            <a:spLocks/>
          </p:cNvSpPr>
          <p:nvPr/>
        </p:nvSpPr>
        <p:spPr bwMode="auto">
          <a:xfrm>
            <a:off x="12022933" y="8305800"/>
            <a:ext cx="1625600" cy="5842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/>
            <a:r>
              <a:rPr lang="en-US" sz="3401" dirty="0" err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Allpass</a:t>
            </a:r>
            <a:endParaRPr lang="en-US" sz="3401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6399" name="Rectangle 14"/>
          <p:cNvSpPr>
            <a:spLocks/>
          </p:cNvSpPr>
          <p:nvPr/>
        </p:nvSpPr>
        <p:spPr bwMode="auto">
          <a:xfrm>
            <a:off x="2599536" y="1346203"/>
            <a:ext cx="9613899" cy="5842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/>
            <a:r>
              <a:rPr lang="en-US" sz="340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Types we frequently encounter in audio systems: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Filter Q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anchor="t"/>
          <a:lstStyle/>
          <a:p>
            <a:pPr marL="635032" eaLnBrk="1" hangingPunct="1"/>
            <a:r>
              <a:rPr lang="en-US" dirty="0"/>
              <a:t>Filters can often be described by “</a:t>
            </a:r>
            <a:r>
              <a:rPr lang="en-US" dirty="0">
                <a:solidFill>
                  <a:srgbClr val="0000FF"/>
                </a:solidFill>
              </a:rPr>
              <a:t>quality factor</a:t>
            </a:r>
            <a:r>
              <a:rPr lang="en-US" dirty="0"/>
              <a:t>” Q</a:t>
            </a:r>
          </a:p>
          <a:p>
            <a:pPr marL="1143056" lvl="1" eaLnBrk="1" hangingPunct="1"/>
            <a:r>
              <a:rPr lang="en-US" dirty="0">
                <a:solidFill>
                  <a:srgbClr val="0000FF"/>
                </a:solidFill>
              </a:rPr>
              <a:t>Selectivity (bandwidth)</a:t>
            </a:r>
            <a:r>
              <a:rPr lang="en-US" dirty="0"/>
              <a:t> relative to </a:t>
            </a:r>
            <a:r>
              <a:rPr lang="en-US" dirty="0">
                <a:solidFill>
                  <a:srgbClr val="0000FF"/>
                </a:solidFill>
              </a:rPr>
              <a:t>centre frequency</a:t>
            </a:r>
          </a:p>
          <a:p>
            <a:pPr marL="635032" algn="ctr" eaLnBrk="1" hangingPunct="1">
              <a:buNone/>
            </a:pPr>
            <a:r>
              <a:rPr lang="en-GB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GB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=Centre frequency / bandwidth = </a:t>
            </a:r>
            <a:r>
              <a:rPr lang="en-GB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GB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GB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89413" y="3940699"/>
            <a:ext cx="9550400" cy="5781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7414" name="Rectangle 5"/>
          <p:cNvSpPr>
            <a:spLocks/>
          </p:cNvSpPr>
          <p:nvPr/>
        </p:nvSpPr>
        <p:spPr bwMode="auto">
          <a:xfrm>
            <a:off x="12337294" y="5961014"/>
            <a:ext cx="2165487" cy="33239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3600" b="1" dirty="0">
                <a:solidFill>
                  <a:srgbClr val="00FFFF"/>
                </a:solidFill>
                <a:latin typeface="Arial" charset="0"/>
                <a:cs typeface="Arial" charset="0"/>
                <a:sym typeface="Arial" charset="0"/>
              </a:rPr>
              <a:t>Q = 0.5</a:t>
            </a:r>
          </a:p>
          <a:p>
            <a:r>
              <a:rPr lang="en-US" sz="3600" b="1" dirty="0">
                <a:solidFill>
                  <a:srgbClr val="FF7F00"/>
                </a:solidFill>
                <a:latin typeface="Arial" charset="0"/>
                <a:cs typeface="Arial" charset="0"/>
                <a:sym typeface="Arial" charset="0"/>
              </a:rPr>
              <a:t>Q = 0.71</a:t>
            </a:r>
          </a:p>
          <a:p>
            <a:r>
              <a:rPr lang="en-US" sz="3600" b="1" dirty="0">
                <a:solidFill>
                  <a:srgbClr val="00FF00"/>
                </a:solidFill>
                <a:latin typeface="Arial" charset="0"/>
                <a:cs typeface="Arial" charset="0"/>
                <a:sym typeface="Arial" charset="0"/>
              </a:rPr>
              <a:t>Q = 1</a:t>
            </a:r>
          </a:p>
          <a:p>
            <a:r>
              <a:rPr lang="en-US" sz="3600" b="1" dirty="0">
                <a:solidFill>
                  <a:srgbClr val="7F007F"/>
                </a:solidFill>
                <a:latin typeface="Arial" charset="0"/>
                <a:cs typeface="Arial" charset="0"/>
                <a:sym typeface="Arial" charset="0"/>
              </a:rPr>
              <a:t>Q = 1.5</a:t>
            </a:r>
          </a:p>
          <a:p>
            <a:r>
              <a:rPr lang="en-US" sz="3600" b="1" dirty="0">
                <a:solidFill>
                  <a:srgbClr val="0000FF"/>
                </a:solidFill>
                <a:latin typeface="Arial" charset="0"/>
                <a:cs typeface="Arial" charset="0"/>
                <a:sym typeface="Arial" charset="0"/>
              </a:rPr>
              <a:t>Q = 3</a:t>
            </a:r>
          </a:p>
          <a:p>
            <a:r>
              <a:rPr lang="en-US" sz="3600" b="1" dirty="0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Q = 10</a:t>
            </a:r>
          </a:p>
        </p:txBody>
      </p:sp>
      <p:sp>
        <p:nvSpPr>
          <p:cNvPr id="17415" name="Rectangle 6"/>
          <p:cNvSpPr>
            <a:spLocks/>
          </p:cNvSpPr>
          <p:nvPr/>
        </p:nvSpPr>
        <p:spPr bwMode="auto">
          <a:xfrm>
            <a:off x="11478443" y="4228536"/>
            <a:ext cx="3298908" cy="12930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280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Second order</a:t>
            </a:r>
          </a:p>
          <a:p>
            <a:r>
              <a:rPr lang="en-US" sz="2801" dirty="0" err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lowpass</a:t>
            </a:r>
            <a:r>
              <a:rPr lang="en-US" sz="280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 resonator filters 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700" dirty="0"/>
              <a:t>Filtering in the Web Audio API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64433"/>
            <a:ext cx="17403457" cy="6624735"/>
          </a:xfrm>
        </p:spPr>
        <p:txBody>
          <a:bodyPr anchor="t"/>
          <a:lstStyle/>
          <a:p>
            <a:pPr marL="635032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4000" dirty="0"/>
              <a:t>Two types of audio nodes for filtering</a:t>
            </a:r>
          </a:p>
          <a:p>
            <a:pPr marL="635032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4000" dirty="0" err="1"/>
              <a:t>BiquadFilterNode</a:t>
            </a:r>
            <a:endParaRPr lang="en-US" sz="4000" dirty="0"/>
          </a:p>
          <a:p>
            <a:pPr marL="1143058"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order: </a:t>
            </a:r>
            <a:r>
              <a:rPr lang="es-ES" i="1" dirty="0">
                <a:latin typeface="Times New Roman" pitchFamily="18" charset="0"/>
              </a:rPr>
              <a:t>a</a:t>
            </a:r>
            <a:r>
              <a:rPr lang="es-ES" baseline="-25000" dirty="0">
                <a:latin typeface="Times New Roman" pitchFamily="18" charset="0"/>
              </a:rPr>
              <a:t>0</a:t>
            </a:r>
            <a:r>
              <a:rPr lang="en-US" i="1" dirty="0">
                <a:latin typeface="Times New Roman" pitchFamily="18" charset="0"/>
              </a:rPr>
              <a:t> y</a:t>
            </a:r>
            <a:r>
              <a:rPr lang="en-US" dirty="0">
                <a:latin typeface="Times New Roman" pitchFamily="18" charset="0"/>
              </a:rPr>
              <a:t>[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] </a:t>
            </a:r>
            <a:r>
              <a:rPr lang="es-ES" dirty="0">
                <a:latin typeface="Times New Roman" pitchFamily="18" charset="0"/>
              </a:rPr>
              <a:t>+ </a:t>
            </a:r>
            <a:r>
              <a:rPr lang="en-US" i="1" dirty="0">
                <a:latin typeface="Times New Roman" pitchFamily="18" charset="0"/>
              </a:rPr>
              <a:t>a</a:t>
            </a:r>
            <a:r>
              <a:rPr lang="en-US" baseline="-25000" dirty="0">
                <a:latin typeface="Times New Roman" pitchFamily="18" charset="0"/>
              </a:rPr>
              <a:t>1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[</a:t>
            </a:r>
            <a:r>
              <a:rPr lang="en-US" i="1" dirty="0">
                <a:latin typeface="Times New Roman" pitchFamily="18" charset="0"/>
              </a:rPr>
              <a:t>n </a:t>
            </a:r>
            <a:r>
              <a:rPr lang="en-US" dirty="0">
                <a:latin typeface="Times New Roman" pitchFamily="18" charset="0"/>
              </a:rPr>
              <a:t>-1] + </a:t>
            </a:r>
            <a:r>
              <a:rPr lang="es-ES" i="1" dirty="0">
                <a:latin typeface="Times New Roman" pitchFamily="18" charset="0"/>
              </a:rPr>
              <a:t>a</a:t>
            </a:r>
            <a:r>
              <a:rPr lang="es-ES" baseline="-25000" dirty="0">
                <a:latin typeface="Times New Roman" pitchFamily="18" charset="0"/>
              </a:rPr>
              <a:t>2</a:t>
            </a:r>
            <a:r>
              <a:rPr lang="es-ES" i="1" dirty="0">
                <a:latin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</a:rPr>
              <a:t>[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-2] </a:t>
            </a:r>
            <a:r>
              <a:rPr lang="es-ES" dirty="0">
                <a:latin typeface="Times New Roman" pitchFamily="18" charset="0"/>
              </a:rPr>
              <a:t>= </a:t>
            </a:r>
            <a:r>
              <a:rPr lang="es-ES" i="1" dirty="0">
                <a:latin typeface="Times New Roman" pitchFamily="18" charset="0"/>
              </a:rPr>
              <a:t>b</a:t>
            </a:r>
            <a:r>
              <a:rPr lang="es-ES" baseline="-25000" dirty="0">
                <a:latin typeface="Times New Roman" pitchFamily="18" charset="0"/>
              </a:rPr>
              <a:t>0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en-US" dirty="0">
                <a:latin typeface="Times New Roman" pitchFamily="18" charset="0"/>
              </a:rPr>
              <a:t>[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] </a:t>
            </a:r>
            <a:r>
              <a:rPr lang="es-ES" dirty="0">
                <a:latin typeface="Times New Roman" pitchFamily="18" charset="0"/>
              </a:rPr>
              <a:t>+ </a:t>
            </a:r>
            <a:r>
              <a:rPr lang="es-ES" i="1" dirty="0">
                <a:latin typeface="Times New Roman" pitchFamily="18" charset="0"/>
              </a:rPr>
              <a:t>b</a:t>
            </a:r>
            <a:r>
              <a:rPr lang="es-ES" baseline="-25000" dirty="0">
                <a:latin typeface="Times New Roman" pitchFamily="18" charset="0"/>
              </a:rPr>
              <a:t>1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en-US" dirty="0">
                <a:latin typeface="Times New Roman" pitchFamily="18" charset="0"/>
              </a:rPr>
              <a:t>[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-1] </a:t>
            </a:r>
            <a:r>
              <a:rPr lang="es-ES" dirty="0">
                <a:latin typeface="Times New Roman" pitchFamily="18" charset="0"/>
              </a:rPr>
              <a:t>+ </a:t>
            </a:r>
            <a:r>
              <a:rPr lang="es-ES" i="1" dirty="0">
                <a:latin typeface="Times New Roman" pitchFamily="18" charset="0"/>
              </a:rPr>
              <a:t>b</a:t>
            </a:r>
            <a:r>
              <a:rPr lang="es-ES" baseline="-25000" dirty="0">
                <a:latin typeface="Times New Roman" pitchFamily="18" charset="0"/>
              </a:rPr>
              <a:t>2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en-US" dirty="0">
                <a:latin typeface="Times New Roman" pitchFamily="18" charset="0"/>
              </a:rPr>
              <a:t>[</a:t>
            </a:r>
            <a:r>
              <a:rPr lang="en-US" i="1" dirty="0">
                <a:latin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</a:rPr>
              <a:t>-2]</a:t>
            </a:r>
          </a:p>
          <a:p>
            <a:pPr marL="1143058"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dirty="0">
                <a:latin typeface="+mj-lt"/>
              </a:rPr>
              <a:t>Parameters specify the filter type and attributes</a:t>
            </a:r>
          </a:p>
          <a:p>
            <a:pPr marL="635032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sz="4000" dirty="0" err="1">
                <a:latin typeface="+mj-lt"/>
              </a:rPr>
              <a:t>IIRFilterNode</a:t>
            </a:r>
            <a:endParaRPr lang="en-US" sz="4000" dirty="0">
              <a:latin typeface="+mj-lt"/>
            </a:endParaRPr>
          </a:p>
          <a:p>
            <a:pPr marL="1143056"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IIR stands for infinite impulse response</a:t>
            </a:r>
          </a:p>
          <a:p>
            <a:pPr marL="1524075" lvl="2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feedback from </a:t>
            </a:r>
            <a:r>
              <a:rPr lang="en-US" sz="3200" i="1" dirty="0">
                <a:latin typeface="Times New Roman" pitchFamily="18" charset="0"/>
              </a:rPr>
              <a:t>a</a:t>
            </a:r>
            <a:r>
              <a:rPr lang="en-US" sz="3200" baseline="-25000" dirty="0">
                <a:latin typeface="Times New Roman" pitchFamily="18" charset="0"/>
              </a:rPr>
              <a:t>1</a:t>
            </a:r>
            <a:r>
              <a:rPr lang="en-US" sz="3200" i="1" dirty="0">
                <a:latin typeface="Times New Roman" pitchFamily="18" charset="0"/>
              </a:rPr>
              <a:t>,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s-ES" sz="3200" i="1" dirty="0">
                <a:latin typeface="Times New Roman" pitchFamily="18" charset="0"/>
              </a:rPr>
              <a:t>a</a:t>
            </a:r>
            <a:r>
              <a:rPr lang="es-ES" sz="3200" baseline="-25000" dirty="0">
                <a:latin typeface="Times New Roman" pitchFamily="18" charset="0"/>
              </a:rPr>
              <a:t>2</a:t>
            </a:r>
            <a:r>
              <a:rPr lang="es-ES" sz="3200" dirty="0">
                <a:latin typeface="Times New Roman" pitchFamily="18" charset="0"/>
              </a:rPr>
              <a:t>, …</a:t>
            </a:r>
            <a:r>
              <a:rPr lang="es-ES" sz="3200" baseline="-25000" dirty="0">
                <a:latin typeface="Times New Roman" pitchFamily="18" charset="0"/>
              </a:rPr>
              <a:t>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so it responds forever to a pulse input</a:t>
            </a:r>
          </a:p>
          <a:p>
            <a:pPr marL="1524075" lvl="2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 to finite impulse response where output depends only on current and previous inputs</a:t>
            </a:r>
          </a:p>
          <a:p>
            <a:pPr marL="762038" lvl="1" indent="0" eaLnBrk="1" hangingPunct="1">
              <a:spcBef>
                <a:spcPts val="575"/>
              </a:spcBef>
              <a:spcAft>
                <a:spcPts val="425"/>
              </a:spcAft>
              <a:buNone/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Arbitrary order</a:t>
            </a:r>
          </a:p>
          <a:p>
            <a:pPr marL="1143056" lvl="1" eaLnBrk="1" hangingPunct="1">
              <a:spcBef>
                <a:spcPts val="575"/>
              </a:spcBef>
              <a:spcAft>
                <a:spcPts val="425"/>
              </a:spcAft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Parameters specify the filter coefficients</a:t>
            </a:r>
          </a:p>
          <a:p>
            <a:pPr marL="762038" lvl="1" indent="0" eaLnBrk="1" hangingPunct="1">
              <a:spcBef>
                <a:spcPts val="575"/>
              </a:spcBef>
              <a:spcAft>
                <a:spcPts val="425"/>
              </a:spcAft>
              <a:buNone/>
            </a:pPr>
            <a:r>
              <a:rPr lang="en-US" sz="4000" b="1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  <a:r>
              <a:rPr lang="en-US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GB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Once the node has been created, you can't change its coefficients</a:t>
            </a:r>
          </a:p>
          <a:p>
            <a:pPr marL="762038" lvl="1" indent="0" eaLnBrk="1" hangingPunct="1">
              <a:spcBef>
                <a:spcPts val="575"/>
              </a:spcBef>
              <a:spcAft>
                <a:spcPts val="425"/>
              </a:spcAft>
              <a:buNone/>
            </a:pPr>
            <a:endParaRPr lang="en-US" dirty="0">
              <a:latin typeface="+mj-lt"/>
              <a:cs typeface="Times New Roman" panose="02020603050405020304" pitchFamily="18" charset="0"/>
            </a:endParaRPr>
          </a:p>
          <a:p>
            <a:pPr marL="711236" lvl="1" indent="0" eaLnBrk="1" hangingPunct="1">
              <a:spcBef>
                <a:spcPts val="575"/>
              </a:spcBef>
              <a:spcAft>
                <a:spcPts val="425"/>
              </a:spcAft>
              <a:buNone/>
            </a:pPr>
            <a:endParaRPr lang="en-US" sz="3200" dirty="0">
              <a:latin typeface="Times New Roman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438D3A-F7D7-4ADB-B1AC-D471A0B6D63D}"/>
              </a:ext>
            </a:extLst>
          </p:cNvPr>
          <p:cNvCxnSpPr/>
          <p:nvPr/>
        </p:nvCxnSpPr>
        <p:spPr bwMode="auto">
          <a:xfrm>
            <a:off x="245195" y="4516760"/>
            <a:ext cx="17137904" cy="489654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143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115827-BAC0-4273-B646-D2D8D69FDBEB}"/>
              </a:ext>
            </a:extLst>
          </p:cNvPr>
          <p:cNvCxnSpPr>
            <a:cxnSpLocks/>
          </p:cNvCxnSpPr>
          <p:nvPr/>
        </p:nvCxnSpPr>
        <p:spPr bwMode="auto">
          <a:xfrm flipV="1">
            <a:off x="389211" y="4516760"/>
            <a:ext cx="16815582" cy="5236840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143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44762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E1CDA-333C-4FF1-BF6A-FDBFE338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BiquadFilter</a:t>
            </a:r>
            <a:r>
              <a:rPr lang="en-GB" dirty="0"/>
              <a:t> types and parameters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60010B7-CCAE-48F9-A0C3-1269C29B3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338531"/>
              </p:ext>
            </p:extLst>
          </p:nvPr>
        </p:nvGraphicFramePr>
        <p:xfrm>
          <a:off x="812792" y="1492424"/>
          <a:ext cx="15697745" cy="7772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617226603"/>
                    </a:ext>
                  </a:extLst>
                </a:gridCol>
                <a:gridCol w="4478898">
                  <a:extLst>
                    <a:ext uri="{9D8B030D-6E8A-4147-A177-3AD203B41FA5}">
                      <a16:colId xmlns:a16="http://schemas.microsoft.com/office/drawing/2014/main" val="2470125220"/>
                    </a:ext>
                  </a:extLst>
                </a:gridCol>
                <a:gridCol w="2793910">
                  <a:extLst>
                    <a:ext uri="{9D8B030D-6E8A-4147-A177-3AD203B41FA5}">
                      <a16:colId xmlns:a16="http://schemas.microsoft.com/office/drawing/2014/main" val="3359920937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847926938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val="819618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1" u="none" strike="noStrike" dirty="0">
                          <a:effectLst/>
                        </a:rPr>
                        <a:t>Type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1" u="none" strike="noStrike" dirty="0">
                          <a:effectLst/>
                        </a:rPr>
                        <a:t>Description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1" u="none" strike="noStrike" dirty="0">
                          <a:effectLst/>
                        </a:rPr>
                        <a:t>Frequency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1" u="none" strike="noStrike" dirty="0">
                          <a:effectLst/>
                        </a:rPr>
                        <a:t>Gain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1" u="none" strike="noStrike" dirty="0">
                          <a:effectLst/>
                        </a:rPr>
                        <a:t>Q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9664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lowpass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Resonant lowpass filter. Attenuates frequencies above </a:t>
                      </a:r>
                      <a:r>
                        <a:rPr lang="en-GB" sz="2400" u="none" strike="noStrike" dirty="0" err="1">
                          <a:effectLst/>
                        </a:rPr>
                        <a:t>cutoff</a:t>
                      </a:r>
                      <a:r>
                        <a:rPr lang="en-GB" sz="2400" u="none" strike="noStrike" dirty="0">
                          <a:effectLst/>
                        </a:rPr>
                        <a:t>. 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 err="1">
                          <a:effectLst/>
                        </a:rPr>
                        <a:t>Cutoff</a:t>
                      </a:r>
                      <a:r>
                        <a:rPr lang="en-GB" sz="2400" u="none" strike="noStrike" dirty="0">
                          <a:effectLst/>
                        </a:rPr>
                        <a:t> frequency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-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Large value makes response more peaked at </a:t>
                      </a:r>
                      <a:r>
                        <a:rPr lang="en-GB" sz="2400" u="none" strike="noStrike" dirty="0" err="1">
                          <a:effectLst/>
                        </a:rPr>
                        <a:t>cutoff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1016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highpass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Opposite of lowpass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 err="1">
                          <a:effectLst/>
                        </a:rPr>
                        <a:t>Cutoff</a:t>
                      </a:r>
                      <a:r>
                        <a:rPr lang="en-GB" sz="2400" u="none" strike="noStrike" dirty="0">
                          <a:effectLst/>
                        </a:rPr>
                        <a:t> frequency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-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Large value makes response more peaked at </a:t>
                      </a:r>
                      <a:r>
                        <a:rPr lang="en-GB" sz="2400" u="none" strike="noStrike" dirty="0" err="1">
                          <a:effectLst/>
                        </a:rPr>
                        <a:t>cutoff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3482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bandpass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Passes only frequency band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 err="1">
                          <a:effectLst/>
                        </a:rPr>
                        <a:t>Center</a:t>
                      </a:r>
                      <a:r>
                        <a:rPr lang="en-GB" sz="2400" u="none" strike="noStrike" dirty="0">
                          <a:effectLst/>
                        </a:rPr>
                        <a:t> frequency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-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Less bandwidth for high Q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6444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 err="1">
                          <a:effectLst/>
                        </a:rPr>
                        <a:t>lowshelf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Boosts or cuts lower frequencies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 err="1">
                          <a:effectLst/>
                        </a:rPr>
                        <a:t>Cutoff</a:t>
                      </a:r>
                      <a:r>
                        <a:rPr lang="en-GB" sz="2400" u="none" strike="noStrike" dirty="0">
                          <a:effectLst/>
                        </a:rPr>
                        <a:t> frequency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Boost or cut in dB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-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436064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highshelf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Opposite of </a:t>
                      </a:r>
                      <a:r>
                        <a:rPr lang="en-GB" sz="2400" u="none" strike="noStrike" dirty="0" err="1">
                          <a:effectLst/>
                        </a:rPr>
                        <a:t>lowshelf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 err="1">
                          <a:effectLst/>
                        </a:rPr>
                        <a:t>Cutoff</a:t>
                      </a:r>
                      <a:r>
                        <a:rPr lang="en-GB" sz="2400" u="none" strike="noStrike" dirty="0">
                          <a:effectLst/>
                        </a:rPr>
                        <a:t> frequency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Boost or cut in dB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-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777910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peaking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Boost or cut frequency band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 err="1">
                          <a:effectLst/>
                        </a:rPr>
                        <a:t>Center</a:t>
                      </a:r>
                      <a:r>
                        <a:rPr lang="en-GB" sz="2400" u="none" strike="noStrike" dirty="0">
                          <a:effectLst/>
                        </a:rPr>
                        <a:t> frequency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Boost or cut in dB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Less bandwidth for high Q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94980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notch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Opposite of bandpass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 err="1">
                          <a:effectLst/>
                        </a:rPr>
                        <a:t>Center</a:t>
                      </a:r>
                      <a:r>
                        <a:rPr lang="en-GB" sz="2400" u="none" strike="noStrike" dirty="0">
                          <a:effectLst/>
                        </a:rPr>
                        <a:t> frequency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-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Less bandwidth for high Q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924499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>
                          <a:effectLst/>
                        </a:rPr>
                        <a:t>allpass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Changes phase relationship between various frequencies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Frequency where phase transition occurs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-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u="none" strike="noStrike" dirty="0">
                          <a:effectLst/>
                        </a:rPr>
                        <a:t>How sharp phase transition is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943639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179552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&amp; Bullets 2col">
  <a:themeElements>
    <a:clrScheme name="Title &amp; Bullets 2co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2col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2co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at top">
  <a:themeElements>
    <a:clrScheme name="Title at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t top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t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itle at top no logo">
  <a:themeElements>
    <a:clrScheme name="Title at top no log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t top no logo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t top no log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Title &amp; Bullets no logo">
  <a:themeElements>
    <a:clrScheme name="Title &amp; Bullets no log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no logo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no log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ages>0</Pages>
  <Words>695</Words>
  <Characters>0</Characters>
  <Application>Microsoft Office PowerPoint</Application>
  <PresentationFormat>Custom</PresentationFormat>
  <Lines>0</Lines>
  <Paragraphs>184</Paragraphs>
  <Slides>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9</vt:i4>
      </vt:variant>
    </vt:vector>
  </HeadingPairs>
  <TitlesOfParts>
    <vt:vector size="25" baseType="lpstr">
      <vt:lpstr>Arial</vt:lpstr>
      <vt:lpstr>Arial</vt:lpstr>
      <vt:lpstr>Calibri</vt:lpstr>
      <vt:lpstr>Gill Sans</vt:lpstr>
      <vt:lpstr>Lucida Grande</vt:lpstr>
      <vt:lpstr>Times New Roman</vt:lpstr>
      <vt:lpstr>Wingdings</vt:lpstr>
      <vt:lpstr>Title &amp; Subtitle</vt:lpstr>
      <vt:lpstr>Title &amp; Bullets</vt:lpstr>
      <vt:lpstr>Title &amp; Bullets 2col</vt:lpstr>
      <vt:lpstr>Title at top</vt:lpstr>
      <vt:lpstr>Title at top no logo</vt:lpstr>
      <vt:lpstr>Title &amp; Bullets no logo</vt:lpstr>
      <vt:lpstr>Blank</vt:lpstr>
      <vt:lpstr>2_Office Theme</vt:lpstr>
      <vt:lpstr>3_Office Theme</vt:lpstr>
      <vt:lpstr>PowerPoint Presentation</vt:lpstr>
      <vt:lpstr>Simple digital filter</vt:lpstr>
      <vt:lpstr>Simple digital filter</vt:lpstr>
      <vt:lpstr>Ideal filters</vt:lpstr>
      <vt:lpstr>Ideal filters</vt:lpstr>
      <vt:lpstr>Types of filters</vt:lpstr>
      <vt:lpstr>Filter Q</vt:lpstr>
      <vt:lpstr>Filtering in the Web Audio API</vt:lpstr>
      <vt:lpstr>BiquadFilter types and parameters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Josh Reiss</dc:creator>
  <cp:lastModifiedBy>Joshua Reiss</cp:lastModifiedBy>
  <cp:revision>48</cp:revision>
  <cp:lastPrinted>2021-02-17T11:04:18Z</cp:lastPrinted>
  <dcterms:modified xsi:type="dcterms:W3CDTF">2022-02-23T11:20:18Z</dcterms:modified>
</cp:coreProperties>
</file>