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5"/>
  </p:notesMasterIdLst>
  <p:sldIdLst>
    <p:sldId id="291" r:id="rId4"/>
    <p:sldId id="284" r:id="rId5"/>
    <p:sldId id="296" r:id="rId6"/>
    <p:sldId id="287" r:id="rId7"/>
    <p:sldId id="285" r:id="rId8"/>
    <p:sldId id="286" r:id="rId9"/>
    <p:sldId id="292" r:id="rId10"/>
    <p:sldId id="288" r:id="rId11"/>
    <p:sldId id="289" r:id="rId12"/>
    <p:sldId id="290" r:id="rId13"/>
    <p:sldId id="2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h Reiss" initials="JR" lastIdx="0" clrIdx="0">
    <p:extLst>
      <p:ext uri="{19B8F6BF-5375-455C-9EA6-DF929625EA0E}">
        <p15:presenceInfo xmlns:p15="http://schemas.microsoft.com/office/powerpoint/2012/main" userId="a90d6cd88c30b6c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0" autoAdjust="0"/>
    <p:restoredTop sz="95655" autoAdjust="0"/>
  </p:normalViewPr>
  <p:slideViewPr>
    <p:cSldViewPr snapToGrid="0">
      <p:cViewPr varScale="1">
        <p:scale>
          <a:sx n="106" d="100"/>
          <a:sy n="106" d="100"/>
        </p:scale>
        <p:origin x="75" y="27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24CB60A1-A35E-4ED9-B830-0BCBB9D624EB}"/>
    <pc:docChg chg="undo redo custSel delSld modSld sldOrd">
      <pc:chgData name="Josh Reiss" userId="a90d6cd88c30b6c6" providerId="LiveId" clId="{24CB60A1-A35E-4ED9-B830-0BCBB9D624EB}" dt="2022-02-10T20:58:19.046" v="81" actId="6549"/>
      <pc:docMkLst>
        <pc:docMk/>
      </pc:docMkLst>
      <pc:sldChg chg="modSp mod">
        <pc:chgData name="Josh Reiss" userId="a90d6cd88c30b6c6" providerId="LiveId" clId="{24CB60A1-A35E-4ED9-B830-0BCBB9D624EB}" dt="2022-02-10T20:56:14.252" v="49" actId="20577"/>
        <pc:sldMkLst>
          <pc:docMk/>
          <pc:sldMk cId="3567879044" sldId="285"/>
        </pc:sldMkLst>
        <pc:spChg chg="mod">
          <ac:chgData name="Josh Reiss" userId="a90d6cd88c30b6c6" providerId="LiveId" clId="{24CB60A1-A35E-4ED9-B830-0BCBB9D624EB}" dt="2022-02-10T20:56:01.647" v="44" actId="20577"/>
          <ac:spMkLst>
            <pc:docMk/>
            <pc:sldMk cId="3567879044" sldId="285"/>
            <ac:spMk id="5" creationId="{00000000-0000-0000-0000-000000000000}"/>
          </ac:spMkLst>
        </pc:spChg>
        <pc:spChg chg="mod">
          <ac:chgData name="Josh Reiss" userId="a90d6cd88c30b6c6" providerId="LiveId" clId="{24CB60A1-A35E-4ED9-B830-0BCBB9D624EB}" dt="2022-02-10T20:56:14.252" v="49" actId="20577"/>
          <ac:spMkLst>
            <pc:docMk/>
            <pc:sldMk cId="3567879044" sldId="285"/>
            <ac:spMk id="6" creationId="{00000000-0000-0000-0000-000000000000}"/>
          </ac:spMkLst>
        </pc:spChg>
        <pc:cxnChg chg="mod">
          <ac:chgData name="Josh Reiss" userId="a90d6cd88c30b6c6" providerId="LiveId" clId="{24CB60A1-A35E-4ED9-B830-0BCBB9D624EB}" dt="2022-02-10T20:56:14.252" v="49" actId="20577"/>
          <ac:cxnSpMkLst>
            <pc:docMk/>
            <pc:sldMk cId="3567879044" sldId="285"/>
            <ac:cxnSpMk id="10" creationId="{00000000-0000-0000-0000-000000000000}"/>
          </ac:cxnSpMkLst>
        </pc:cxnChg>
      </pc:sldChg>
      <pc:sldChg chg="modSp mod">
        <pc:chgData name="Josh Reiss" userId="a90d6cd88c30b6c6" providerId="LiveId" clId="{24CB60A1-A35E-4ED9-B830-0BCBB9D624EB}" dt="2022-02-10T20:56:34.742" v="55" actId="20577"/>
        <pc:sldMkLst>
          <pc:docMk/>
          <pc:sldMk cId="1389357297" sldId="286"/>
        </pc:sldMkLst>
        <pc:spChg chg="mod">
          <ac:chgData name="Josh Reiss" userId="a90d6cd88c30b6c6" providerId="LiveId" clId="{24CB60A1-A35E-4ED9-B830-0BCBB9D624EB}" dt="2022-02-10T20:56:34.742" v="55" actId="20577"/>
          <ac:spMkLst>
            <pc:docMk/>
            <pc:sldMk cId="1389357297" sldId="286"/>
            <ac:spMk id="4" creationId="{00000000-0000-0000-0000-000000000000}"/>
          </ac:spMkLst>
        </pc:spChg>
        <pc:spChg chg="mod">
          <ac:chgData name="Josh Reiss" userId="a90d6cd88c30b6c6" providerId="LiveId" clId="{24CB60A1-A35E-4ED9-B830-0BCBB9D624EB}" dt="2022-02-10T20:56:27.742" v="51" actId="20577"/>
          <ac:spMkLst>
            <pc:docMk/>
            <pc:sldMk cId="1389357297" sldId="286"/>
            <ac:spMk id="7" creationId="{00000000-0000-0000-0000-000000000000}"/>
          </ac:spMkLst>
        </pc:spChg>
      </pc:sldChg>
      <pc:sldChg chg="modSp mod">
        <pc:chgData name="Josh Reiss" userId="a90d6cd88c30b6c6" providerId="LiveId" clId="{24CB60A1-A35E-4ED9-B830-0BCBB9D624EB}" dt="2022-02-10T20:56:55.307" v="63" actId="20577"/>
        <pc:sldMkLst>
          <pc:docMk/>
          <pc:sldMk cId="1735688421" sldId="289"/>
        </pc:sldMkLst>
        <pc:spChg chg="mod">
          <ac:chgData name="Josh Reiss" userId="a90d6cd88c30b6c6" providerId="LiveId" clId="{24CB60A1-A35E-4ED9-B830-0BCBB9D624EB}" dt="2022-02-10T20:56:55.307" v="63" actId="20577"/>
          <ac:spMkLst>
            <pc:docMk/>
            <pc:sldMk cId="1735688421" sldId="289"/>
            <ac:spMk id="4" creationId="{00000000-0000-0000-0000-000000000000}"/>
          </ac:spMkLst>
        </pc:spChg>
      </pc:sldChg>
      <pc:sldChg chg="modSp mod">
        <pc:chgData name="Josh Reiss" userId="a90d6cd88c30b6c6" providerId="LiveId" clId="{24CB60A1-A35E-4ED9-B830-0BCBB9D624EB}" dt="2022-02-10T20:57:08.082" v="68" actId="20577"/>
        <pc:sldMkLst>
          <pc:docMk/>
          <pc:sldMk cId="249035003" sldId="290"/>
        </pc:sldMkLst>
        <pc:spChg chg="mod">
          <ac:chgData name="Josh Reiss" userId="a90d6cd88c30b6c6" providerId="LiveId" clId="{24CB60A1-A35E-4ED9-B830-0BCBB9D624EB}" dt="2022-02-10T20:57:08.082" v="68" actId="20577"/>
          <ac:spMkLst>
            <pc:docMk/>
            <pc:sldMk cId="249035003" sldId="290"/>
            <ac:spMk id="10" creationId="{00000000-0000-0000-0000-000000000000}"/>
          </ac:spMkLst>
        </pc:spChg>
      </pc:sldChg>
      <pc:sldChg chg="ord">
        <pc:chgData name="Josh Reiss" userId="a90d6cd88c30b6c6" providerId="LiveId" clId="{24CB60A1-A35E-4ED9-B830-0BCBB9D624EB}" dt="2022-02-10T20:57:48.686" v="75" actId="20578"/>
        <pc:sldMkLst>
          <pc:docMk/>
          <pc:sldMk cId="3158374435" sldId="291"/>
        </pc:sldMkLst>
      </pc:sldChg>
      <pc:sldChg chg="del">
        <pc:chgData name="Josh Reiss" userId="a90d6cd88c30b6c6" providerId="LiveId" clId="{24CB60A1-A35E-4ED9-B830-0BCBB9D624EB}" dt="2021-10-12T05:07:29.352" v="8" actId="2696"/>
        <pc:sldMkLst>
          <pc:docMk/>
          <pc:sldMk cId="3937470442" sldId="295"/>
        </pc:sldMkLst>
      </pc:sldChg>
      <pc:sldChg chg="modSp mod ord">
        <pc:chgData name="Josh Reiss" userId="a90d6cd88c30b6c6" providerId="LiveId" clId="{24CB60A1-A35E-4ED9-B830-0BCBB9D624EB}" dt="2022-02-10T20:58:19.046" v="81" actId="6549"/>
        <pc:sldMkLst>
          <pc:docMk/>
          <pc:sldMk cId="2638443683" sldId="296"/>
        </pc:sldMkLst>
        <pc:spChg chg="mod">
          <ac:chgData name="Josh Reiss" userId="a90d6cd88c30b6c6" providerId="LiveId" clId="{24CB60A1-A35E-4ED9-B830-0BCBB9D624EB}" dt="2022-02-10T20:58:19.046" v="81" actId="6549"/>
          <ac:spMkLst>
            <pc:docMk/>
            <pc:sldMk cId="2638443683" sldId="296"/>
            <ac:spMk id="2" creationId="{AE13DD01-44A1-44E9-BD1F-EE8909E3707D}"/>
          </ac:spMkLst>
        </pc:spChg>
        <pc:spChg chg="mod">
          <ac:chgData name="Josh Reiss" userId="a90d6cd88c30b6c6" providerId="LiveId" clId="{24CB60A1-A35E-4ED9-B830-0BCBB9D624EB}" dt="2021-10-11T05:46:16.343" v="5" actId="207"/>
          <ac:spMkLst>
            <pc:docMk/>
            <pc:sldMk cId="2638443683" sldId="296"/>
            <ac:spMk id="4" creationId="{2ED70E8D-7158-4830-948A-CCE92050112F}"/>
          </ac:spMkLst>
        </pc:spChg>
        <pc:spChg chg="mod">
          <ac:chgData name="Josh Reiss" userId="a90d6cd88c30b6c6" providerId="LiveId" clId="{24CB60A1-A35E-4ED9-B830-0BCBB9D624EB}" dt="2021-10-11T05:45:09" v="0" actId="207"/>
          <ac:spMkLst>
            <pc:docMk/>
            <pc:sldMk cId="2638443683" sldId="296"/>
            <ac:spMk id="8" creationId="{1639D159-918C-4378-A406-2058B5CF2DDB}"/>
          </ac:spMkLst>
        </pc:spChg>
        <pc:spChg chg="mod">
          <ac:chgData name="Josh Reiss" userId="a90d6cd88c30b6c6" providerId="LiveId" clId="{24CB60A1-A35E-4ED9-B830-0BCBB9D624EB}" dt="2021-10-11T05:45:43.800" v="3" actId="692"/>
          <ac:spMkLst>
            <pc:docMk/>
            <pc:sldMk cId="2638443683" sldId="296"/>
            <ac:spMk id="17" creationId="{C41647BC-80D4-479E-AE36-7B229B5A222A}"/>
          </ac:spMkLst>
        </pc:spChg>
        <pc:spChg chg="mod">
          <ac:chgData name="Josh Reiss" userId="a90d6cd88c30b6c6" providerId="LiveId" clId="{24CB60A1-A35E-4ED9-B830-0BCBB9D624EB}" dt="2021-10-11T05:45:18.200" v="1" actId="692"/>
          <ac:spMkLst>
            <pc:docMk/>
            <pc:sldMk cId="2638443683" sldId="296"/>
            <ac:spMk id="19" creationId="{2F506713-7638-4F14-A87D-64CCCC929741}"/>
          </ac:spMkLst>
        </pc:spChg>
        <pc:spChg chg="mod">
          <ac:chgData name="Josh Reiss" userId="a90d6cd88c30b6c6" providerId="LiveId" clId="{24CB60A1-A35E-4ED9-B830-0BCBB9D624EB}" dt="2021-10-15T04:39:17.178" v="35" actId="20577"/>
          <ac:spMkLst>
            <pc:docMk/>
            <pc:sldMk cId="2638443683" sldId="296"/>
            <ac:spMk id="88" creationId="{F45109C5-2999-44A1-A1A6-028E27D16B17}"/>
          </ac:spMkLst>
        </pc:spChg>
        <pc:spChg chg="mod">
          <ac:chgData name="Josh Reiss" userId="a90d6cd88c30b6c6" providerId="LiveId" clId="{24CB60A1-A35E-4ED9-B830-0BCBB9D624EB}" dt="2021-10-15T04:39:22.578" v="37" actId="20577"/>
          <ac:spMkLst>
            <pc:docMk/>
            <pc:sldMk cId="2638443683" sldId="296"/>
            <ac:spMk id="89" creationId="{410D5566-DC0F-4AB8-A327-02B901A9B722}"/>
          </ac:spMkLst>
        </pc:spChg>
        <pc:cxnChg chg="mod">
          <ac:chgData name="Josh Reiss" userId="a90d6cd88c30b6c6" providerId="LiveId" clId="{24CB60A1-A35E-4ED9-B830-0BCBB9D624EB}" dt="2021-10-11T05:46:54.574" v="7" actId="692"/>
          <ac:cxnSpMkLst>
            <pc:docMk/>
            <pc:sldMk cId="2638443683" sldId="296"/>
            <ac:cxnSpMk id="11" creationId="{9AF70535-B544-4F2E-91E7-81421A9846AF}"/>
          </ac:cxnSpMkLst>
        </pc:cxnChg>
        <pc:cxnChg chg="mod">
          <ac:chgData name="Josh Reiss" userId="a90d6cd88c30b6c6" providerId="LiveId" clId="{24CB60A1-A35E-4ED9-B830-0BCBB9D624EB}" dt="2021-10-11T05:45:29.738" v="2" actId="692"/>
          <ac:cxnSpMkLst>
            <pc:docMk/>
            <pc:sldMk cId="2638443683" sldId="296"/>
            <ac:cxnSpMk id="15" creationId="{994A5EAF-8AA5-4141-ACCA-71A294D2A5E0}"/>
          </ac:cxnSpMkLst>
        </pc:cxnChg>
        <pc:cxnChg chg="mod">
          <ac:chgData name="Josh Reiss" userId="a90d6cd88c30b6c6" providerId="LiveId" clId="{24CB60A1-A35E-4ED9-B830-0BCBB9D624EB}" dt="2021-10-11T05:46:30.974" v="6" actId="692"/>
          <ac:cxnSpMkLst>
            <pc:docMk/>
            <pc:sldMk cId="2638443683" sldId="296"/>
            <ac:cxnSpMk id="71" creationId="{2FC5AB7D-EF4B-4B4F-9E84-1C4F7DFD700E}"/>
          </ac:cxnSpMkLst>
        </pc:cxnChg>
        <pc:cxnChg chg="mod">
          <ac:chgData name="Josh Reiss" userId="a90d6cd88c30b6c6" providerId="LiveId" clId="{24CB60A1-A35E-4ED9-B830-0BCBB9D624EB}" dt="2021-10-11T05:46:30.974" v="6" actId="692"/>
          <ac:cxnSpMkLst>
            <pc:docMk/>
            <pc:sldMk cId="2638443683" sldId="296"/>
            <ac:cxnSpMk id="73" creationId="{BCB1CEDB-EED6-4266-9328-1C13A4DF7DF7}"/>
          </ac:cxnSpMkLst>
        </pc:cxnChg>
        <pc:cxnChg chg="mod">
          <ac:chgData name="Josh Reiss" userId="a90d6cd88c30b6c6" providerId="LiveId" clId="{24CB60A1-A35E-4ED9-B830-0BCBB9D624EB}" dt="2021-10-11T05:45:29.738" v="2" actId="692"/>
          <ac:cxnSpMkLst>
            <pc:docMk/>
            <pc:sldMk cId="2638443683" sldId="296"/>
            <ac:cxnSpMk id="75" creationId="{D03D0B81-8990-4D42-9117-C9075F1F12A2}"/>
          </ac:cxnSpMkLst>
        </pc:cxnChg>
      </pc:sldChg>
    </pc:docChg>
  </pc:docChgLst>
  <pc:docChgLst>
    <pc:chgData name="Josh Reiss" userId="a90d6cd88c30b6c6" providerId="LiveId" clId="{C5AD014A-E365-43EC-8C83-64E172037E6A}"/>
    <pc:docChg chg="addSld delSld modSld">
      <pc:chgData name="Josh Reiss" userId="a90d6cd88c30b6c6" providerId="LiveId" clId="{C5AD014A-E365-43EC-8C83-64E172037E6A}" dt="2019-07-06T10:15:19.595" v="126" actId="20577"/>
      <pc:docMkLst>
        <pc:docMk/>
      </pc:docMkLst>
    </pc:docChg>
  </pc:docChgLst>
  <pc:docChgLst>
    <pc:chgData name="Josh Reiss" userId="a90d6cd88c30b6c6" providerId="LiveId" clId="{B55B1B08-DDF4-474B-A5FD-538673C6B06E}"/>
    <pc:docChg chg="undo custSel addSld delSld modSld addMainMaster delMainMaster">
      <pc:chgData name="Josh Reiss" userId="a90d6cd88c30b6c6" providerId="LiveId" clId="{B55B1B08-DDF4-474B-A5FD-538673C6B06E}" dt="2021-06-11T15:59:54.616" v="6" actId="47"/>
      <pc:docMkLst>
        <pc:docMk/>
      </pc:docMkLst>
      <pc:sldChg chg="add del setBg">
        <pc:chgData name="Josh Reiss" userId="a90d6cd88c30b6c6" providerId="LiveId" clId="{B55B1B08-DDF4-474B-A5FD-538673C6B06E}" dt="2021-06-11T15:59:54.616" v="6" actId="47"/>
        <pc:sldMkLst>
          <pc:docMk/>
          <pc:sldMk cId="3428757966" sldId="302"/>
        </pc:sldMkLst>
      </pc:sldChg>
      <pc:sldChg chg="add del">
        <pc:chgData name="Josh Reiss" userId="a90d6cd88c30b6c6" providerId="LiveId" clId="{B55B1B08-DDF4-474B-A5FD-538673C6B06E}" dt="2021-06-11T15:59:54.616" v="6" actId="47"/>
        <pc:sldMkLst>
          <pc:docMk/>
          <pc:sldMk cId="15412080" sldId="303"/>
        </pc:sldMkLst>
      </pc:sldChg>
      <pc:sldChg chg="add del">
        <pc:chgData name="Josh Reiss" userId="a90d6cd88c30b6c6" providerId="LiveId" clId="{B55B1B08-DDF4-474B-A5FD-538673C6B06E}" dt="2021-06-11T15:59:54.616" v="6" actId="47"/>
        <pc:sldMkLst>
          <pc:docMk/>
          <pc:sldMk cId="4070327596" sldId="304"/>
        </pc:sldMkLst>
      </pc:sldChg>
      <pc:sldChg chg="add del">
        <pc:chgData name="Josh Reiss" userId="a90d6cd88c30b6c6" providerId="LiveId" clId="{B55B1B08-DDF4-474B-A5FD-538673C6B06E}" dt="2021-06-11T15:59:54.616" v="6" actId="47"/>
        <pc:sldMkLst>
          <pc:docMk/>
          <pc:sldMk cId="92525559" sldId="305"/>
        </pc:sldMkLst>
      </pc:sldChg>
      <pc:sldChg chg="add del">
        <pc:chgData name="Josh Reiss" userId="a90d6cd88c30b6c6" providerId="LiveId" clId="{B55B1B08-DDF4-474B-A5FD-538673C6B06E}" dt="2021-06-11T15:59:54.616" v="6" actId="47"/>
        <pc:sldMkLst>
          <pc:docMk/>
          <pc:sldMk cId="1492695062" sldId="306"/>
        </pc:sldMkLst>
      </pc:sldChg>
      <pc:sldChg chg="add del setBg">
        <pc:chgData name="Josh Reiss" userId="a90d6cd88c30b6c6" providerId="LiveId" clId="{B55B1B08-DDF4-474B-A5FD-538673C6B06E}" dt="2021-06-11T15:59:34.741" v="3" actId="47"/>
        <pc:sldMkLst>
          <pc:docMk/>
          <pc:sldMk cId="1110443485" sldId="307"/>
        </pc:sldMkLst>
      </pc:sldChg>
      <pc:sldChg chg="add del">
        <pc:chgData name="Josh Reiss" userId="a90d6cd88c30b6c6" providerId="LiveId" clId="{B55B1B08-DDF4-474B-A5FD-538673C6B06E}" dt="2021-06-11T15:59:34.741" v="3" actId="47"/>
        <pc:sldMkLst>
          <pc:docMk/>
          <pc:sldMk cId="434015917" sldId="308"/>
        </pc:sldMkLst>
      </pc:sldChg>
      <pc:sldChg chg="add del">
        <pc:chgData name="Josh Reiss" userId="a90d6cd88c30b6c6" providerId="LiveId" clId="{B55B1B08-DDF4-474B-A5FD-538673C6B06E}" dt="2021-06-11T15:59:34.741" v="3" actId="47"/>
        <pc:sldMkLst>
          <pc:docMk/>
          <pc:sldMk cId="3117891763" sldId="309"/>
        </pc:sldMkLst>
      </pc:sldChg>
      <pc:sldChg chg="add del">
        <pc:chgData name="Josh Reiss" userId="a90d6cd88c30b6c6" providerId="LiveId" clId="{B55B1B08-DDF4-474B-A5FD-538673C6B06E}" dt="2021-06-11T15:59:34.741" v="3" actId="47"/>
        <pc:sldMkLst>
          <pc:docMk/>
          <pc:sldMk cId="2419265329" sldId="310"/>
        </pc:sldMkLst>
      </pc:sldChg>
      <pc:sldChg chg="add del setBg">
        <pc:chgData name="Josh Reiss" userId="a90d6cd88c30b6c6" providerId="LiveId" clId="{B55B1B08-DDF4-474B-A5FD-538673C6B06E}" dt="2021-06-11T15:59:34.741" v="3" actId="47"/>
        <pc:sldMkLst>
          <pc:docMk/>
          <pc:sldMk cId="2426779353" sldId="311"/>
        </pc:sldMkLst>
      </pc:sldChg>
      <pc:sldMasterChg chg="add del addSldLayout delSldLayout">
        <pc:chgData name="Josh Reiss" userId="a90d6cd88c30b6c6" providerId="LiveId" clId="{B55B1B08-DDF4-474B-A5FD-538673C6B06E}" dt="2021-06-11T15:59:54.616" v="6" actId="47"/>
        <pc:sldMasterMkLst>
          <pc:docMk/>
          <pc:sldMasterMk cId="3101195762" sldId="2147483684"/>
        </pc:sldMasterMkLst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838285959" sldId="2147483685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1633119980" sldId="2147483686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3967579146" sldId="2147483687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1484918554" sldId="2147483688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808023200" sldId="2147483689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2249290911" sldId="2147483690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1518736865" sldId="2147483691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2064781303" sldId="2147483692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3795462539" sldId="2147483693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2632436314" sldId="2147483694"/>
          </pc:sldLayoutMkLst>
        </pc:sldLayoutChg>
        <pc:sldLayoutChg chg="add del">
          <pc:chgData name="Josh Reiss" userId="a90d6cd88c30b6c6" providerId="LiveId" clId="{B55B1B08-DDF4-474B-A5FD-538673C6B06E}" dt="2021-06-11T15:59:54.616" v="6" actId="47"/>
          <pc:sldLayoutMkLst>
            <pc:docMk/>
            <pc:sldMasterMk cId="3101195762" sldId="2147483684"/>
            <pc:sldLayoutMk cId="1621523787" sldId="2147483695"/>
          </pc:sldLayoutMkLst>
        </pc:sldLayoutChg>
      </pc:sldMasterChg>
    </pc:docChg>
  </pc:docChgLst>
  <pc:docChgLst>
    <pc:chgData name="Josh Reiss" userId="a90d6cd88c30b6c6" providerId="LiveId" clId="{778009A3-C39E-4F4C-BF59-31A053F4C4A4}"/>
    <pc:docChg chg="undo redo custSel addSld modSld">
      <pc:chgData name="Josh Reiss" userId="a90d6cd88c30b6c6" providerId="LiveId" clId="{778009A3-C39E-4F4C-BF59-31A053F4C4A4}" dt="2021-03-31T15:59:51.032" v="689" actId="1076"/>
      <pc:docMkLst>
        <pc:docMk/>
      </pc:docMkLst>
      <pc:sldChg chg="addSp delSp modSp new mod">
        <pc:chgData name="Josh Reiss" userId="a90d6cd88c30b6c6" providerId="LiveId" clId="{778009A3-C39E-4F4C-BF59-31A053F4C4A4}" dt="2021-03-31T14:40:36.292" v="7"/>
        <pc:sldMkLst>
          <pc:docMk/>
          <pc:sldMk cId="3937470442" sldId="295"/>
        </pc:sldMkLst>
        <pc:spChg chg="mod">
          <ac:chgData name="Josh Reiss" userId="a90d6cd88c30b6c6" providerId="LiveId" clId="{778009A3-C39E-4F4C-BF59-31A053F4C4A4}" dt="2021-03-31T14:39:49.839" v="5" actId="20577"/>
          <ac:spMkLst>
            <pc:docMk/>
            <pc:sldMk cId="3937470442" sldId="295"/>
            <ac:spMk id="2" creationId="{AE13DD01-44A1-44E9-BD1F-EE8909E3707D}"/>
          </ac:spMkLst>
        </pc:spChg>
        <pc:spChg chg="del">
          <ac:chgData name="Josh Reiss" userId="a90d6cd88c30b6c6" providerId="LiveId" clId="{778009A3-C39E-4F4C-BF59-31A053F4C4A4}" dt="2021-03-31T14:40:35.253" v="6" actId="478"/>
          <ac:spMkLst>
            <pc:docMk/>
            <pc:sldMk cId="3937470442" sldId="295"/>
            <ac:spMk id="3" creationId="{E8700D5F-DC23-49B1-90F2-FFBB63EE480D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4" creationId="{2ED70E8D-7158-4830-948A-CCE92050112F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5" creationId="{92EABA32-2723-4064-8019-0EFE41AE43DF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6" creationId="{29016564-DA2F-4F31-9A7E-3648EB6EF1BF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7" creationId="{08BF1E6D-6107-44D2-802A-A2305EC9F7A2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8" creationId="{1639D159-918C-4378-A406-2058B5CF2DDB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9" creationId="{B3D60BA9-8FD2-4CAC-801E-1EB634121F5A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10" creationId="{AC7F3416-DAF1-48E6-9CBA-67072E637749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17" creationId="{C41647BC-80D4-479E-AE36-7B229B5A222A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18" creationId="{2EA86DC0-DFBF-4DD6-9361-AA46E0EA0596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19" creationId="{2F506713-7638-4F14-A87D-64CCCC929741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20" creationId="{CF4BE138-8AAC-4878-91C3-7F0577AD03B2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21" creationId="{A3159D08-FC0E-44DE-93DC-9096F3A197CC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22" creationId="{6F032F63-916F-43B1-9791-EC6FD30BA61C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23" creationId="{882951D4-A997-4CC7-91C5-CC8DCFAD5188}"/>
          </ac:spMkLst>
        </pc:spChg>
        <pc:spChg chg="add mod">
          <ac:chgData name="Josh Reiss" userId="a90d6cd88c30b6c6" providerId="LiveId" clId="{778009A3-C39E-4F4C-BF59-31A053F4C4A4}" dt="2021-03-31T14:40:36.292" v="7"/>
          <ac:spMkLst>
            <pc:docMk/>
            <pc:sldMk cId="3937470442" sldId="295"/>
            <ac:spMk id="26" creationId="{E3E93A37-7BC0-4BF3-B766-4DD31D2C4A33}"/>
          </ac:spMkLst>
        </pc:sp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11" creationId="{9AF70535-B544-4F2E-91E7-81421A9846AF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12" creationId="{4EB62F83-C05E-4C42-8A19-0B5B9B0AAFA5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13" creationId="{3D955330-4E27-4718-8AAE-6F89192423A1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14" creationId="{BD3C4E3C-07B4-44ED-9C51-1D916181F064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15" creationId="{994A5EAF-8AA5-4141-ACCA-71A294D2A5E0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16" creationId="{BD7B0F08-14AC-42E0-820A-009F8943DCB5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24" creationId="{7B97A7D9-C167-4374-8F62-C759653D3FC4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25" creationId="{E0C93778-476C-4301-B9AD-7CC26FF659FA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27" creationId="{01D76397-921E-4DAA-87F5-5BA6808ECFAC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28" creationId="{520EB8A8-C804-4592-8F53-3F17C80F2421}"/>
          </ac:cxnSpMkLst>
        </pc:cxnChg>
        <pc:cxnChg chg="add mod">
          <ac:chgData name="Josh Reiss" userId="a90d6cd88c30b6c6" providerId="LiveId" clId="{778009A3-C39E-4F4C-BF59-31A053F4C4A4}" dt="2021-03-31T14:40:36.292" v="7"/>
          <ac:cxnSpMkLst>
            <pc:docMk/>
            <pc:sldMk cId="3937470442" sldId="295"/>
            <ac:cxnSpMk id="29" creationId="{06D9A472-B818-4C99-A7D7-7B069EAB25E7}"/>
          </ac:cxnSpMkLst>
        </pc:cxnChg>
      </pc:sldChg>
      <pc:sldChg chg="addSp delSp modSp add mod">
        <pc:chgData name="Josh Reiss" userId="a90d6cd88c30b6c6" providerId="LiveId" clId="{778009A3-C39E-4F4C-BF59-31A053F4C4A4}" dt="2021-03-31T15:59:51.032" v="689" actId="1076"/>
        <pc:sldMkLst>
          <pc:docMk/>
          <pc:sldMk cId="2638443683" sldId="296"/>
        </pc:sldMkLst>
        <pc:spChg chg="mod">
          <ac:chgData name="Josh Reiss" userId="a90d6cd88c30b6c6" providerId="LiveId" clId="{778009A3-C39E-4F4C-BF59-31A053F4C4A4}" dt="2021-03-31T15:58:56.440" v="661" actId="1038"/>
          <ac:spMkLst>
            <pc:docMk/>
            <pc:sldMk cId="2638443683" sldId="296"/>
            <ac:spMk id="4" creationId="{2ED70E8D-7158-4830-948A-CCE92050112F}"/>
          </ac:spMkLst>
        </pc:spChg>
        <pc:spChg chg="del">
          <ac:chgData name="Josh Reiss" userId="a90d6cd88c30b6c6" providerId="LiveId" clId="{778009A3-C39E-4F4C-BF59-31A053F4C4A4}" dt="2021-03-31T14:41:46.148" v="15" actId="478"/>
          <ac:spMkLst>
            <pc:docMk/>
            <pc:sldMk cId="2638443683" sldId="296"/>
            <ac:spMk id="5" creationId="{92EABA32-2723-4064-8019-0EFE41AE43DF}"/>
          </ac:spMkLst>
        </pc:spChg>
        <pc:spChg chg="del">
          <ac:chgData name="Josh Reiss" userId="a90d6cd88c30b6c6" providerId="LiveId" clId="{778009A3-C39E-4F4C-BF59-31A053F4C4A4}" dt="2021-03-31T14:42:39.358" v="56" actId="478"/>
          <ac:spMkLst>
            <pc:docMk/>
            <pc:sldMk cId="2638443683" sldId="296"/>
            <ac:spMk id="6" creationId="{29016564-DA2F-4F31-9A7E-3648EB6EF1BF}"/>
          </ac:spMkLst>
        </pc:spChg>
        <pc:spChg chg="del mod">
          <ac:chgData name="Josh Reiss" userId="a90d6cd88c30b6c6" providerId="LiveId" clId="{778009A3-C39E-4F4C-BF59-31A053F4C4A4}" dt="2021-03-31T14:52:20.416" v="207" actId="478"/>
          <ac:spMkLst>
            <pc:docMk/>
            <pc:sldMk cId="2638443683" sldId="296"/>
            <ac:spMk id="7" creationId="{08BF1E6D-6107-44D2-802A-A2305EC9F7A2}"/>
          </ac:spMkLst>
        </pc:spChg>
        <pc:spChg chg="mod topLvl">
          <ac:chgData name="Josh Reiss" userId="a90d6cd88c30b6c6" providerId="LiveId" clId="{778009A3-C39E-4F4C-BF59-31A053F4C4A4}" dt="2021-03-31T15:57:11.390" v="603" actId="1037"/>
          <ac:spMkLst>
            <pc:docMk/>
            <pc:sldMk cId="2638443683" sldId="296"/>
            <ac:spMk id="8" creationId="{1639D159-918C-4378-A406-2058B5CF2DDB}"/>
          </ac:spMkLst>
        </pc:spChg>
        <pc:spChg chg="del">
          <ac:chgData name="Josh Reiss" userId="a90d6cd88c30b6c6" providerId="LiveId" clId="{778009A3-C39E-4F4C-BF59-31A053F4C4A4}" dt="2021-03-31T14:41:46.148" v="15" actId="478"/>
          <ac:spMkLst>
            <pc:docMk/>
            <pc:sldMk cId="2638443683" sldId="296"/>
            <ac:spMk id="9" creationId="{B3D60BA9-8FD2-4CAC-801E-1EB634121F5A}"/>
          </ac:spMkLst>
        </pc:spChg>
        <pc:spChg chg="del">
          <ac:chgData name="Josh Reiss" userId="a90d6cd88c30b6c6" providerId="LiveId" clId="{778009A3-C39E-4F4C-BF59-31A053F4C4A4}" dt="2021-03-31T14:41:46.148" v="15" actId="478"/>
          <ac:spMkLst>
            <pc:docMk/>
            <pc:sldMk cId="2638443683" sldId="296"/>
            <ac:spMk id="10" creationId="{AC7F3416-DAF1-48E6-9CBA-67072E637749}"/>
          </ac:spMkLst>
        </pc:spChg>
        <pc:spChg chg="mod">
          <ac:chgData name="Josh Reiss" userId="a90d6cd88c30b6c6" providerId="LiveId" clId="{778009A3-C39E-4F4C-BF59-31A053F4C4A4}" dt="2021-03-31T15:55:44.277" v="509" actId="164"/>
          <ac:spMkLst>
            <pc:docMk/>
            <pc:sldMk cId="2638443683" sldId="296"/>
            <ac:spMk id="17" creationId="{C41647BC-80D4-479E-AE36-7B229B5A222A}"/>
          </ac:spMkLst>
        </pc:spChg>
        <pc:spChg chg="del">
          <ac:chgData name="Josh Reiss" userId="a90d6cd88c30b6c6" providerId="LiveId" clId="{778009A3-C39E-4F4C-BF59-31A053F4C4A4}" dt="2021-03-31T14:52:20.416" v="207" actId="478"/>
          <ac:spMkLst>
            <pc:docMk/>
            <pc:sldMk cId="2638443683" sldId="296"/>
            <ac:spMk id="18" creationId="{2EA86DC0-DFBF-4DD6-9361-AA46E0EA0596}"/>
          </ac:spMkLst>
        </pc:spChg>
        <pc:spChg chg="mod topLvl">
          <ac:chgData name="Josh Reiss" userId="a90d6cd88c30b6c6" providerId="LiveId" clId="{778009A3-C39E-4F4C-BF59-31A053F4C4A4}" dt="2021-03-31T15:57:54.384" v="608" actId="14100"/>
          <ac:spMkLst>
            <pc:docMk/>
            <pc:sldMk cId="2638443683" sldId="296"/>
            <ac:spMk id="19" creationId="{2F506713-7638-4F14-A87D-64CCCC929741}"/>
          </ac:spMkLst>
        </pc:spChg>
        <pc:spChg chg="mod">
          <ac:chgData name="Josh Reiss" userId="a90d6cd88c30b6c6" providerId="LiveId" clId="{778009A3-C39E-4F4C-BF59-31A053F4C4A4}" dt="2021-03-31T15:55:44.277" v="509" actId="164"/>
          <ac:spMkLst>
            <pc:docMk/>
            <pc:sldMk cId="2638443683" sldId="296"/>
            <ac:spMk id="20" creationId="{CF4BE138-8AAC-4878-91C3-7F0577AD03B2}"/>
          </ac:spMkLst>
        </pc:spChg>
        <pc:spChg chg="del">
          <ac:chgData name="Josh Reiss" userId="a90d6cd88c30b6c6" providerId="LiveId" clId="{778009A3-C39E-4F4C-BF59-31A053F4C4A4}" dt="2021-03-31T14:43:04.386" v="60" actId="478"/>
          <ac:spMkLst>
            <pc:docMk/>
            <pc:sldMk cId="2638443683" sldId="296"/>
            <ac:spMk id="21" creationId="{A3159D08-FC0E-44DE-93DC-9096F3A197CC}"/>
          </ac:spMkLst>
        </pc:spChg>
        <pc:spChg chg="del mod">
          <ac:chgData name="Josh Reiss" userId="a90d6cd88c30b6c6" providerId="LiveId" clId="{778009A3-C39E-4F4C-BF59-31A053F4C4A4}" dt="2021-03-31T14:47:06.350" v="113" actId="478"/>
          <ac:spMkLst>
            <pc:docMk/>
            <pc:sldMk cId="2638443683" sldId="296"/>
            <ac:spMk id="22" creationId="{6F032F63-916F-43B1-9791-EC6FD30BA61C}"/>
          </ac:spMkLst>
        </pc:spChg>
        <pc:spChg chg="del">
          <ac:chgData name="Josh Reiss" userId="a90d6cd88c30b6c6" providerId="LiveId" clId="{778009A3-C39E-4F4C-BF59-31A053F4C4A4}" dt="2021-03-31T14:52:20.416" v="207" actId="478"/>
          <ac:spMkLst>
            <pc:docMk/>
            <pc:sldMk cId="2638443683" sldId="296"/>
            <ac:spMk id="23" creationId="{882951D4-A997-4CC7-91C5-CC8DCFAD5188}"/>
          </ac:spMkLst>
        </pc:spChg>
        <pc:spChg chg="del">
          <ac:chgData name="Josh Reiss" userId="a90d6cd88c30b6c6" providerId="LiveId" clId="{778009A3-C39E-4F4C-BF59-31A053F4C4A4}" dt="2021-03-31T14:52:20.416" v="207" actId="478"/>
          <ac:spMkLst>
            <pc:docMk/>
            <pc:sldMk cId="2638443683" sldId="296"/>
            <ac:spMk id="26" creationId="{E3E93A37-7BC0-4BF3-B766-4DD31D2C4A33}"/>
          </ac:spMkLst>
        </pc:spChg>
        <pc:spChg chg="add mod topLvl">
          <ac:chgData name="Josh Reiss" userId="a90d6cd88c30b6c6" providerId="LiveId" clId="{778009A3-C39E-4F4C-BF59-31A053F4C4A4}" dt="2021-03-31T15:59:13.011" v="687" actId="1076"/>
          <ac:spMkLst>
            <pc:docMk/>
            <pc:sldMk cId="2638443683" sldId="296"/>
            <ac:spMk id="60" creationId="{83577C97-8061-426A-8BB3-988D6178D72F}"/>
          </ac:spMkLst>
        </pc:spChg>
        <pc:spChg chg="add mod topLvl">
          <ac:chgData name="Josh Reiss" userId="a90d6cd88c30b6c6" providerId="LiveId" clId="{778009A3-C39E-4F4C-BF59-31A053F4C4A4}" dt="2021-03-31T15:58:04.711" v="627" actId="1037"/>
          <ac:spMkLst>
            <pc:docMk/>
            <pc:sldMk cId="2638443683" sldId="296"/>
            <ac:spMk id="79" creationId="{614961CF-E06E-4A72-A7DD-775566FDD30A}"/>
          </ac:spMkLst>
        </pc:spChg>
        <pc:spChg chg="add mod topLvl">
          <ac:chgData name="Josh Reiss" userId="a90d6cd88c30b6c6" providerId="LiveId" clId="{778009A3-C39E-4F4C-BF59-31A053F4C4A4}" dt="2021-03-31T15:58:04.711" v="627" actId="1037"/>
          <ac:spMkLst>
            <pc:docMk/>
            <pc:sldMk cId="2638443683" sldId="296"/>
            <ac:spMk id="80" creationId="{02BD3826-319B-41A4-BE69-93C8FA5C1427}"/>
          </ac:spMkLst>
        </pc:spChg>
        <pc:spChg chg="add del mod">
          <ac:chgData name="Josh Reiss" userId="a90d6cd88c30b6c6" providerId="LiveId" clId="{778009A3-C39E-4F4C-BF59-31A053F4C4A4}" dt="2021-03-31T14:56:21.439" v="258" actId="478"/>
          <ac:spMkLst>
            <pc:docMk/>
            <pc:sldMk cId="2638443683" sldId="296"/>
            <ac:spMk id="81" creationId="{4B931D48-0931-4F24-875F-11C244834AA4}"/>
          </ac:spMkLst>
        </pc:spChg>
        <pc:spChg chg="add mod">
          <ac:chgData name="Josh Reiss" userId="a90d6cd88c30b6c6" providerId="LiveId" clId="{778009A3-C39E-4F4C-BF59-31A053F4C4A4}" dt="2021-03-31T15:59:16.722" v="688" actId="1076"/>
          <ac:spMkLst>
            <pc:docMk/>
            <pc:sldMk cId="2638443683" sldId="296"/>
            <ac:spMk id="84" creationId="{20433472-C133-43C8-8B08-EF20A30FDDE9}"/>
          </ac:spMkLst>
        </pc:spChg>
        <pc:spChg chg="add mod">
          <ac:chgData name="Josh Reiss" userId="a90d6cd88c30b6c6" providerId="LiveId" clId="{778009A3-C39E-4F4C-BF59-31A053F4C4A4}" dt="2021-03-31T15:59:51.032" v="689" actId="1076"/>
          <ac:spMkLst>
            <pc:docMk/>
            <pc:sldMk cId="2638443683" sldId="296"/>
            <ac:spMk id="87" creationId="{180BFA1C-2F21-41AB-8051-1027050BC80C}"/>
          </ac:spMkLst>
        </pc:spChg>
        <pc:spChg chg="add mod topLvl">
          <ac:chgData name="Josh Reiss" userId="a90d6cd88c30b6c6" providerId="LiveId" clId="{778009A3-C39E-4F4C-BF59-31A053F4C4A4}" dt="2021-03-31T15:57:11.390" v="603" actId="1037"/>
          <ac:spMkLst>
            <pc:docMk/>
            <pc:sldMk cId="2638443683" sldId="296"/>
            <ac:spMk id="88" creationId="{F45109C5-2999-44A1-A1A6-028E27D16B17}"/>
          </ac:spMkLst>
        </pc:spChg>
        <pc:spChg chg="add mod">
          <ac:chgData name="Josh Reiss" userId="a90d6cd88c30b6c6" providerId="LiveId" clId="{778009A3-C39E-4F4C-BF59-31A053F4C4A4}" dt="2021-03-31T15:55:44.277" v="509" actId="164"/>
          <ac:spMkLst>
            <pc:docMk/>
            <pc:sldMk cId="2638443683" sldId="296"/>
            <ac:spMk id="89" creationId="{410D5566-DC0F-4AB8-A327-02B901A9B722}"/>
          </ac:spMkLst>
        </pc:spChg>
        <pc:grpChg chg="add del mod">
          <ac:chgData name="Josh Reiss" userId="a90d6cd88c30b6c6" providerId="LiveId" clId="{778009A3-C39E-4F4C-BF59-31A053F4C4A4}" dt="2021-03-31T15:56:35.444" v="517" actId="165"/>
          <ac:grpSpMkLst>
            <pc:docMk/>
            <pc:sldMk cId="2638443683" sldId="296"/>
            <ac:grpSpMk id="90" creationId="{58E359EE-A604-4543-A187-9FEF96F1220E}"/>
          </ac:grpSpMkLst>
        </pc:grpChg>
        <pc:grpChg chg="add mod">
          <ac:chgData name="Josh Reiss" userId="a90d6cd88c30b6c6" providerId="LiveId" clId="{778009A3-C39E-4F4C-BF59-31A053F4C4A4}" dt="2021-03-31T15:59:04.587" v="686" actId="1037"/>
          <ac:grpSpMkLst>
            <pc:docMk/>
            <pc:sldMk cId="2638443683" sldId="296"/>
            <ac:grpSpMk id="91" creationId="{FB319E61-D990-4F55-8C2A-81FB2D24C8B6}"/>
          </ac:grpSpMkLst>
        </pc:grpChg>
        <pc:cxnChg chg="mod">
          <ac:chgData name="Josh Reiss" userId="a90d6cd88c30b6c6" providerId="LiveId" clId="{778009A3-C39E-4F4C-BF59-31A053F4C4A4}" dt="2021-03-31T15:59:04.587" v="686" actId="1037"/>
          <ac:cxnSpMkLst>
            <pc:docMk/>
            <pc:sldMk cId="2638443683" sldId="296"/>
            <ac:cxnSpMk id="11" creationId="{9AF70535-B544-4F2E-91E7-81421A9846AF}"/>
          </ac:cxnSpMkLst>
        </pc:cxnChg>
        <pc:cxnChg chg="del mod">
          <ac:chgData name="Josh Reiss" userId="a90d6cd88c30b6c6" providerId="LiveId" clId="{778009A3-C39E-4F4C-BF59-31A053F4C4A4}" dt="2021-03-31T14:42:39.358" v="56" actId="478"/>
          <ac:cxnSpMkLst>
            <pc:docMk/>
            <pc:sldMk cId="2638443683" sldId="296"/>
            <ac:cxnSpMk id="12" creationId="{4EB62F83-C05E-4C42-8A19-0B5B9B0AAFA5}"/>
          </ac:cxnSpMkLst>
        </pc:cxnChg>
        <pc:cxnChg chg="del mod">
          <ac:chgData name="Josh Reiss" userId="a90d6cd88c30b6c6" providerId="LiveId" clId="{778009A3-C39E-4F4C-BF59-31A053F4C4A4}" dt="2021-03-31T14:52:25.014" v="209" actId="478"/>
          <ac:cxnSpMkLst>
            <pc:docMk/>
            <pc:sldMk cId="2638443683" sldId="296"/>
            <ac:cxnSpMk id="13" creationId="{3D955330-4E27-4718-8AAE-6F89192423A1}"/>
          </ac:cxnSpMkLst>
        </pc:cxnChg>
        <pc:cxnChg chg="del mod">
          <ac:chgData name="Josh Reiss" userId="a90d6cd88c30b6c6" providerId="LiveId" clId="{778009A3-C39E-4F4C-BF59-31A053F4C4A4}" dt="2021-03-31T14:52:27.903" v="210" actId="478"/>
          <ac:cxnSpMkLst>
            <pc:docMk/>
            <pc:sldMk cId="2638443683" sldId="296"/>
            <ac:cxnSpMk id="14" creationId="{BD3C4E3C-07B4-44ED-9C51-1D916181F064}"/>
          </ac:cxnSpMkLst>
        </pc:cxnChg>
        <pc:cxnChg chg="mod topLvl">
          <ac:chgData name="Josh Reiss" userId="a90d6cd88c30b6c6" providerId="LiveId" clId="{778009A3-C39E-4F4C-BF59-31A053F4C4A4}" dt="2021-03-31T15:57:11.390" v="603" actId="1037"/>
          <ac:cxnSpMkLst>
            <pc:docMk/>
            <pc:sldMk cId="2638443683" sldId="296"/>
            <ac:cxnSpMk id="15" creationId="{994A5EAF-8AA5-4141-ACCA-71A294D2A5E0}"/>
          </ac:cxnSpMkLst>
        </pc:cxnChg>
        <pc:cxnChg chg="del mod">
          <ac:chgData name="Josh Reiss" userId="a90d6cd88c30b6c6" providerId="LiveId" clId="{778009A3-C39E-4F4C-BF59-31A053F4C4A4}" dt="2021-03-31T15:31:37.599" v="386" actId="478"/>
          <ac:cxnSpMkLst>
            <pc:docMk/>
            <pc:sldMk cId="2638443683" sldId="296"/>
            <ac:cxnSpMk id="16" creationId="{BD7B0F08-14AC-42E0-820A-009F8943DCB5}"/>
          </ac:cxnSpMkLst>
        </pc:cxnChg>
        <pc:cxnChg chg="del mod">
          <ac:chgData name="Josh Reiss" userId="a90d6cd88c30b6c6" providerId="LiveId" clId="{778009A3-C39E-4F4C-BF59-31A053F4C4A4}" dt="2021-03-31T14:52:22.959" v="208" actId="478"/>
          <ac:cxnSpMkLst>
            <pc:docMk/>
            <pc:sldMk cId="2638443683" sldId="296"/>
            <ac:cxnSpMk id="24" creationId="{7B97A7D9-C167-4374-8F62-C759653D3FC4}"/>
          </ac:cxnSpMkLst>
        </pc:cxnChg>
        <pc:cxnChg chg="del mod">
          <ac:chgData name="Josh Reiss" userId="a90d6cd88c30b6c6" providerId="LiveId" clId="{778009A3-C39E-4F4C-BF59-31A053F4C4A4}" dt="2021-03-31T14:52:20.416" v="207" actId="478"/>
          <ac:cxnSpMkLst>
            <pc:docMk/>
            <pc:sldMk cId="2638443683" sldId="296"/>
            <ac:cxnSpMk id="25" creationId="{E0C93778-476C-4301-B9AD-7CC26FF659FA}"/>
          </ac:cxnSpMkLst>
        </pc:cxnChg>
        <pc:cxnChg chg="del mod">
          <ac:chgData name="Josh Reiss" userId="a90d6cd88c30b6c6" providerId="LiveId" clId="{778009A3-C39E-4F4C-BF59-31A053F4C4A4}" dt="2021-03-31T14:43:04.386" v="60" actId="478"/>
          <ac:cxnSpMkLst>
            <pc:docMk/>
            <pc:sldMk cId="2638443683" sldId="296"/>
            <ac:cxnSpMk id="27" creationId="{01D76397-921E-4DAA-87F5-5BA6808ECFAC}"/>
          </ac:cxnSpMkLst>
        </pc:cxnChg>
        <pc:cxnChg chg="del mod">
          <ac:chgData name="Josh Reiss" userId="a90d6cd88c30b6c6" providerId="LiveId" clId="{778009A3-C39E-4F4C-BF59-31A053F4C4A4}" dt="2021-03-31T14:47:09.642" v="114" actId="478"/>
          <ac:cxnSpMkLst>
            <pc:docMk/>
            <pc:sldMk cId="2638443683" sldId="296"/>
            <ac:cxnSpMk id="28" creationId="{520EB8A8-C804-4592-8F53-3F17C80F2421}"/>
          </ac:cxnSpMkLst>
        </pc:cxnChg>
        <pc:cxnChg chg="del mod">
          <ac:chgData name="Josh Reiss" userId="a90d6cd88c30b6c6" providerId="LiveId" clId="{778009A3-C39E-4F4C-BF59-31A053F4C4A4}" dt="2021-03-31T14:52:30.447" v="211" actId="478"/>
          <ac:cxnSpMkLst>
            <pc:docMk/>
            <pc:sldMk cId="2638443683" sldId="296"/>
            <ac:cxnSpMk id="29" creationId="{06D9A472-B818-4C99-A7D7-7B069EAB25E7}"/>
          </ac:cxnSpMkLst>
        </pc:cxnChg>
        <pc:cxnChg chg="add del mod">
          <ac:chgData name="Josh Reiss" userId="a90d6cd88c30b6c6" providerId="LiveId" clId="{778009A3-C39E-4F4C-BF59-31A053F4C4A4}" dt="2021-03-31T14:56:24.838" v="259" actId="478"/>
          <ac:cxnSpMkLst>
            <pc:docMk/>
            <pc:sldMk cId="2638443683" sldId="296"/>
            <ac:cxnSpMk id="68" creationId="{41873E10-8CDE-484F-AC3B-F2A4CB41B983}"/>
          </ac:cxnSpMkLst>
        </pc:cxnChg>
        <pc:cxnChg chg="add mod">
          <ac:chgData name="Josh Reiss" userId="a90d6cd88c30b6c6" providerId="LiveId" clId="{778009A3-C39E-4F4C-BF59-31A053F4C4A4}" dt="2021-03-31T15:58:56.440" v="661" actId="1038"/>
          <ac:cxnSpMkLst>
            <pc:docMk/>
            <pc:sldMk cId="2638443683" sldId="296"/>
            <ac:cxnSpMk id="71" creationId="{2FC5AB7D-EF4B-4B4F-9E84-1C4F7DFD700E}"/>
          </ac:cxnSpMkLst>
        </pc:cxnChg>
        <pc:cxnChg chg="add mod">
          <ac:chgData name="Josh Reiss" userId="a90d6cd88c30b6c6" providerId="LiveId" clId="{778009A3-C39E-4F4C-BF59-31A053F4C4A4}" dt="2021-03-31T15:58:56.440" v="661" actId="1038"/>
          <ac:cxnSpMkLst>
            <pc:docMk/>
            <pc:sldMk cId="2638443683" sldId="296"/>
            <ac:cxnSpMk id="73" creationId="{BCB1CEDB-EED6-4266-9328-1C13A4DF7DF7}"/>
          </ac:cxnSpMkLst>
        </pc:cxnChg>
        <pc:cxnChg chg="add mod topLvl">
          <ac:chgData name="Josh Reiss" userId="a90d6cd88c30b6c6" providerId="LiveId" clId="{778009A3-C39E-4F4C-BF59-31A053F4C4A4}" dt="2021-03-31T15:57:11.390" v="603" actId="1037"/>
          <ac:cxnSpMkLst>
            <pc:docMk/>
            <pc:sldMk cId="2638443683" sldId="296"/>
            <ac:cxnSpMk id="75" creationId="{D03D0B81-8990-4D42-9117-C9075F1F12A2}"/>
          </ac:cxnSpMkLst>
        </pc:cxnChg>
      </pc:sldChg>
    </pc:docChg>
  </pc:docChgLst>
  <pc:docChgLst>
    <pc:chgData name="Josh Reiss" userId="a90d6cd88c30b6c6" providerId="LiveId" clId="{5A3F06A6-66E0-4612-A6D1-8086F3F03C67}"/>
    <pc:docChg chg="undo redo custSel modSld">
      <pc:chgData name="Josh Reiss" userId="a90d6cd88c30b6c6" providerId="LiveId" clId="{5A3F06A6-66E0-4612-A6D1-8086F3F03C67}" dt="2021-02-15T10:22:39.711" v="149"/>
      <pc:docMkLst>
        <pc:docMk/>
      </pc:docMkLst>
      <pc:sldChg chg="delSp modSp mod delAnim">
        <pc:chgData name="Josh Reiss" userId="a90d6cd88c30b6c6" providerId="LiveId" clId="{5A3F06A6-66E0-4612-A6D1-8086F3F03C67}" dt="2021-02-15T10:20:10.672" v="135" actId="21"/>
        <pc:sldMkLst>
          <pc:docMk/>
          <pc:sldMk cId="3567879044" sldId="285"/>
        </pc:sldMkLst>
        <pc:spChg chg="mod">
          <ac:chgData name="Josh Reiss" userId="a90d6cd88c30b6c6" providerId="LiveId" clId="{5A3F06A6-66E0-4612-A6D1-8086F3F03C67}" dt="2021-02-15T10:19:34.656" v="88" actId="6549"/>
          <ac:spMkLst>
            <pc:docMk/>
            <pc:sldMk cId="3567879044" sldId="285"/>
            <ac:spMk id="5" creationId="{00000000-0000-0000-0000-000000000000}"/>
          </ac:spMkLst>
        </pc:spChg>
        <pc:grpChg chg="mod">
          <ac:chgData name="Josh Reiss" userId="a90d6cd88c30b6c6" providerId="LiveId" clId="{5A3F06A6-66E0-4612-A6D1-8086F3F03C67}" dt="2021-02-15T10:20:03.808" v="134" actId="1037"/>
          <ac:grpSpMkLst>
            <pc:docMk/>
            <pc:sldMk cId="3567879044" sldId="285"/>
            <ac:grpSpMk id="21" creationId="{00000000-0000-0000-0000-000000000000}"/>
          </ac:grpSpMkLst>
        </pc:grpChg>
        <pc:grpChg chg="mod">
          <ac:chgData name="Josh Reiss" userId="a90d6cd88c30b6c6" providerId="LiveId" clId="{5A3F06A6-66E0-4612-A6D1-8086F3F03C67}" dt="2021-02-15T10:20:03.808" v="134" actId="1037"/>
          <ac:grpSpMkLst>
            <pc:docMk/>
            <pc:sldMk cId="3567879044" sldId="285"/>
            <ac:grpSpMk id="22" creationId="{00000000-0000-0000-0000-000000000000}"/>
          </ac:grpSpMkLst>
        </pc:grpChg>
        <pc:grpChg chg="del">
          <ac:chgData name="Josh Reiss" userId="a90d6cd88c30b6c6" providerId="LiveId" clId="{5A3F06A6-66E0-4612-A6D1-8086F3F03C67}" dt="2021-02-15T10:20:10.672" v="135" actId="21"/>
          <ac:grpSpMkLst>
            <pc:docMk/>
            <pc:sldMk cId="3567879044" sldId="285"/>
            <ac:grpSpMk id="23" creationId="{00000000-0000-0000-0000-000000000000}"/>
          </ac:grpSpMkLst>
        </pc:grpChg>
        <pc:grpChg chg="mod">
          <ac:chgData name="Josh Reiss" userId="a90d6cd88c30b6c6" providerId="LiveId" clId="{5A3F06A6-66E0-4612-A6D1-8086F3F03C67}" dt="2021-02-15T09:33:50.022" v="87" actId="1036"/>
          <ac:grpSpMkLst>
            <pc:docMk/>
            <pc:sldMk cId="3567879044" sldId="285"/>
            <ac:grpSpMk id="24" creationId="{00000000-0000-0000-0000-000000000000}"/>
          </ac:grpSpMkLst>
        </pc:grpChg>
        <pc:cxnChg chg="mod">
          <ac:chgData name="Josh Reiss" userId="a90d6cd88c30b6c6" providerId="LiveId" clId="{5A3F06A6-66E0-4612-A6D1-8086F3F03C67}" dt="2021-02-15T10:20:10.672" v="135" actId="21"/>
          <ac:cxnSpMkLst>
            <pc:docMk/>
            <pc:sldMk cId="3567879044" sldId="285"/>
            <ac:cxnSpMk id="18" creationId="{00000000-0000-0000-0000-000000000000}"/>
          </ac:cxnSpMkLst>
        </pc:cxnChg>
      </pc:sldChg>
      <pc:sldChg chg="modSp mod">
        <pc:chgData name="Josh Reiss" userId="a90d6cd88c30b6c6" providerId="LiveId" clId="{5A3F06A6-66E0-4612-A6D1-8086F3F03C67}" dt="2021-02-15T10:20:40.806" v="138" actId="20577"/>
        <pc:sldMkLst>
          <pc:docMk/>
          <pc:sldMk cId="1389357297" sldId="286"/>
        </pc:sldMkLst>
        <pc:spChg chg="mod">
          <ac:chgData name="Josh Reiss" userId="a90d6cd88c30b6c6" providerId="LiveId" clId="{5A3F06A6-66E0-4612-A6D1-8086F3F03C67}" dt="2021-02-15T10:20:40.806" v="138" actId="20577"/>
          <ac:spMkLst>
            <pc:docMk/>
            <pc:sldMk cId="1389357297" sldId="286"/>
            <ac:spMk id="4" creationId="{00000000-0000-0000-0000-000000000000}"/>
          </ac:spMkLst>
        </pc:spChg>
      </pc:sldChg>
      <pc:sldChg chg="addSp modSp mod modAnim">
        <pc:chgData name="Josh Reiss" userId="a90d6cd88c30b6c6" providerId="LiveId" clId="{5A3F06A6-66E0-4612-A6D1-8086F3F03C67}" dt="2021-02-15T10:22:39.711" v="149"/>
        <pc:sldMkLst>
          <pc:docMk/>
          <pc:sldMk cId="1735688421" sldId="289"/>
        </pc:sldMkLst>
        <pc:spChg chg="mod">
          <ac:chgData name="Josh Reiss" userId="a90d6cd88c30b6c6" providerId="LiveId" clId="{5A3F06A6-66E0-4612-A6D1-8086F3F03C67}" dt="2021-02-15T10:21:47.264" v="143" actId="1076"/>
          <ac:spMkLst>
            <pc:docMk/>
            <pc:sldMk cId="1735688421" sldId="289"/>
            <ac:spMk id="22" creationId="{5DE8F6C1-9DEE-466F-B87A-C0D42E225B14}"/>
          </ac:spMkLst>
        </pc:spChg>
        <pc:grpChg chg="add mod">
          <ac:chgData name="Josh Reiss" userId="a90d6cd88c30b6c6" providerId="LiveId" clId="{5A3F06A6-66E0-4612-A6D1-8086F3F03C67}" dt="2021-02-15T10:22:17.368" v="148" actId="14100"/>
          <ac:grpSpMkLst>
            <pc:docMk/>
            <pc:sldMk cId="1735688421" sldId="289"/>
            <ac:grpSpMk id="21" creationId="{EA0B3AD8-375A-4895-9D1E-7BCEC8A6078C}"/>
          </ac:grpSpMkLst>
        </pc:grpChg>
        <pc:cxnChg chg="mod">
          <ac:chgData name="Josh Reiss" userId="a90d6cd88c30b6c6" providerId="LiveId" clId="{5A3F06A6-66E0-4612-A6D1-8086F3F03C67}" dt="2021-02-15T10:22:06.357" v="146" actId="14100"/>
          <ac:cxnSpMkLst>
            <pc:docMk/>
            <pc:sldMk cId="1735688421" sldId="289"/>
            <ac:cxnSpMk id="23" creationId="{C205FA9C-C738-4A50-B28B-B0FE267D9734}"/>
          </ac:cxnSpMkLst>
        </pc:cxnChg>
      </pc:sldChg>
      <pc:sldChg chg="modSp mod">
        <pc:chgData name="Josh Reiss" userId="a90d6cd88c30b6c6" providerId="LiveId" clId="{5A3F06A6-66E0-4612-A6D1-8086F3F03C67}" dt="2021-02-15T09:32:30.932" v="46" actId="1036"/>
        <pc:sldMkLst>
          <pc:docMk/>
          <pc:sldMk cId="249035003" sldId="290"/>
        </pc:sldMkLst>
        <pc:spChg chg="mod">
          <ac:chgData name="Josh Reiss" userId="a90d6cd88c30b6c6" providerId="LiveId" clId="{5A3F06A6-66E0-4612-A6D1-8086F3F03C67}" dt="2021-02-15T09:32:12.413" v="2" actId="948"/>
          <ac:spMkLst>
            <pc:docMk/>
            <pc:sldMk cId="249035003" sldId="290"/>
            <ac:spMk id="10" creationId="{00000000-0000-0000-0000-000000000000}"/>
          </ac:spMkLst>
        </pc:spChg>
        <pc:grpChg chg="mod">
          <ac:chgData name="Josh Reiss" userId="a90d6cd88c30b6c6" providerId="LiveId" clId="{5A3F06A6-66E0-4612-A6D1-8086F3F03C67}" dt="2021-02-15T09:32:30.932" v="46" actId="1036"/>
          <ac:grpSpMkLst>
            <pc:docMk/>
            <pc:sldMk cId="249035003" sldId="290"/>
            <ac:grpSpMk id="28" creationId="{00000000-0000-0000-0000-000000000000}"/>
          </ac:grpSpMkLst>
        </pc:grpChg>
        <pc:grpChg chg="mod">
          <ac:chgData name="Josh Reiss" userId="a90d6cd88c30b6c6" providerId="LiveId" clId="{5A3F06A6-66E0-4612-A6D1-8086F3F03C67}" dt="2021-02-15T09:32:20.393" v="22" actId="1036"/>
          <ac:grpSpMkLst>
            <pc:docMk/>
            <pc:sldMk cId="249035003" sldId="290"/>
            <ac:grpSpMk id="37" creationId="{00000000-0000-0000-0000-000000000000}"/>
          </ac:grpSpMkLst>
        </pc:grpChg>
      </pc:sldChg>
    </pc:docChg>
  </pc:docChgLst>
  <pc:docChgLst>
    <pc:chgData name="Josh Reiss" userId="a90d6cd88c30b6c6" providerId="LiveId" clId="{A47C7D99-C339-4815-925B-654F6A1D7023}"/>
    <pc:docChg chg="modSld">
      <pc:chgData name="Josh Reiss" userId="a90d6cd88c30b6c6" providerId="LiveId" clId="{A47C7D99-C339-4815-925B-654F6A1D7023}" dt="2019-07-24T17:04:26.267" v="45" actId="207"/>
      <pc:docMkLst>
        <pc:docMk/>
      </pc:docMkLst>
      <pc:sldChg chg="modSp">
        <pc:chgData name="Josh Reiss" userId="a90d6cd88c30b6c6" providerId="LiveId" clId="{A47C7D99-C339-4815-925B-654F6A1D7023}" dt="2019-07-24T17:04:26.267" v="45" actId="207"/>
        <pc:sldMkLst>
          <pc:docMk/>
          <pc:sldMk cId="2826604112" sldId="284"/>
        </pc:sldMkLst>
        <pc:spChg chg="mod">
          <ac:chgData name="Josh Reiss" userId="a90d6cd88c30b6c6" providerId="LiveId" clId="{A47C7D99-C339-4815-925B-654F6A1D7023}" dt="2019-07-24T17:04:26.267" v="45" actId="207"/>
          <ac:spMkLst>
            <pc:docMk/>
            <pc:sldMk cId="2826604112" sldId="28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ABC34-3F97-42FF-A245-7EEE431136F8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4F522-7E3D-4814-8767-4DEF2D106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246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061C-C213-47BF-B3E3-4B3E1D575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D186B-63AD-42A0-8D34-90587BBF8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C7029-51E0-4593-8774-DB2F6D8A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0162-36A5-40BC-B075-4FAFC30A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858BE-55AB-4846-86B8-68B8B122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336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FE78-1839-4AE0-ADE6-614A28C8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B82BB-E79D-4A55-A4EF-F91FF23E9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4DFF-1076-4445-A3DD-CCB8DB3C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51A73-BBA9-46AC-9DDA-D7A41E47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F8719-89BC-45EF-AA61-E0D92EC9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54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C2B8E-46DD-4EA2-BC03-E8308BA6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A5D0-F657-49D7-A12D-520CFA001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F27BD-EBA4-426A-A4ED-D107D4DC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EA78E-6465-4835-B457-1FEC482F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F40F7-1BB8-49AC-9890-F4E71CA8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49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5F44-7AB9-4778-B418-0ACD1964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A626C-B857-4F7A-B2C0-DBB790773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E49AA-BDED-48C3-93B4-F2DF3821E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4B0A9-7C32-4EA6-94F1-FD5CC743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59497-7CC9-4CCE-AD97-238A0FD8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B2801-9A9A-42F3-AD5E-1ED46E33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22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16ED-FA18-4A46-B12E-30EA1F09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2BDD0-437F-4194-ABC0-53007D6F1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AC9EF-ED34-4413-B5FD-DFB9679E4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DD7F8-07BA-451B-A07C-C0892E774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C2C32-08B6-4820-A5BD-2FB42AC92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1C269-AC5D-49A6-96EA-924404AC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BCC1B-B6EF-4402-8DB4-0DE9D4EB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32162-3172-465D-B248-5A28310C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85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BB23-00E5-41B8-B1D3-5C31BE51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2D21A-7F93-486E-8E7E-A048074A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A2291-3D9A-474E-B7C1-4AD72B70E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903CE-2DD3-462F-A86E-0710AA6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31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C4C09-BAB0-4D49-8666-2BBE662D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04748-9BD2-4A64-99D7-B4B3CECF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7A256-43A0-48FF-9793-58A86199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31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B1D9-53BD-4439-B4BA-D900899F2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7536-9945-4E82-AF46-BA9D1C8C6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155FE-19E0-465B-BC88-7479C75CC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84EF9-23E1-40BA-BFBE-FE510E80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21545-B23F-4C6B-AC24-332880FF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3A96A-0B90-4C9C-9DBE-F3B533F5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23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497B-6840-4B63-92C5-45C31EE97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F2FAD-D07C-4923-B3FA-D20706460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525D6-50B7-42D4-A303-5CA54A0C7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E1158-7769-4F0A-92CE-B62CC8E3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1D751-6E20-498A-BB27-1CE61333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7A2C4-E7D4-4BA9-9515-5748DB78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33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B943-7965-4205-A1B5-B10FC84A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ED0E2-081C-409A-BF69-F38DB826D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8225B-88A9-4F48-B2CF-5C6D7433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7CE55-0F27-4DE9-8D37-0CD8D08B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75172-4A53-4DA7-A35E-778490649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82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2F51D6-CB62-4CE8-8B5B-834378095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C7EA5-03AC-4654-B2A7-61A2A7D0A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A0103-60A7-4B73-8B77-92B4A274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F5F25-13D4-49C8-8123-93DCFF91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6E7E-0E54-45DE-80A3-B80D20D6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558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85B5-7BD7-45AC-B8F1-DF4B8438B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81C88-F2F6-4CD4-8B22-26EB0E8C4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6EEF5-9C68-49F6-ADEA-19A65383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058C7-CE7D-4876-835C-619C6050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B3E46-2DAA-43B0-BFDA-1E7FEDFD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58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2D6B-12A7-44D6-9186-C095844D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39D8-1F99-487F-9295-EE5FF4467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7BFF6-435B-41FF-A3DF-314EEA35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EB96-C92B-430F-9AA3-42A41185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68AFF-A9DD-4DC7-8A91-C49C54DF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107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0A40-FF81-4D54-91D8-8A06A0C4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D1D33-8ECE-4AEC-9064-E1DA09B8A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87048-BD18-447D-9714-DDB8DE46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6A94F-0FBE-4226-896F-4561AC204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CD0B3-5B2C-4670-9C17-C050E198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245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5247-70F4-4000-98E6-C8CB917A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0416-9A3E-4E1D-8F33-04D2F6829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3C522-1CB4-423B-A0D0-7BD968AAB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96914-8DA2-4809-AFB7-8CA6D332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B6A56-12FD-4B12-A312-C0964698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E1F54-1A60-4DCE-9747-507F55C6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655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AFB1-8F1B-4CB1-882B-514D70D4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B380D-B395-4119-87C3-19414DD0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379CD-BD10-4AD1-BC8F-24D6A5570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CD392-FBB6-4FC7-80D3-85B13DB31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CD28D-67A8-44ED-B999-E87A7AE17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6AC15-E965-4A92-BC50-9F023B25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526B1-68EA-440E-99E0-62982E3B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5FC1E-A9B9-4860-B188-CFEC0DCC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613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81D2-8745-4C9C-AED8-5D556484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8FEE2-DF5F-459C-B845-ADC1EDC1B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FCCB64-3505-4FC7-9A9D-DA0BE0F4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D3158-3678-4E8A-8119-A9D39BAC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740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44875-58CC-4DBF-8810-23B17DFB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C594A-3E8B-4D23-84AF-D611FBFF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18F88-56BB-48C8-ABB8-E4952A6A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2576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E024-03D6-404E-B645-059C7600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FDA0D-7471-4B24-915B-810066AB8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DFF9C-EC22-431C-8A37-CD419D15D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58B16-6CB4-4B8F-A7B1-4C193FB2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3FAD2-171C-4856-862F-ED62D056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ADBD-E7CD-4064-91AF-F6B19B69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76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BCC3-0098-4E05-99BE-9E276F6B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7418C-5EC7-428D-88B5-C75480430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2EB86-1DF2-4F4B-9CE7-1FF2F13D6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92009-D36A-4FC6-ACD9-25E37AA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2C622-7C18-4E04-87BF-76C2399A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E2AFA-17CD-4DDA-BDE3-3CEC67C2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1352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A7D8-EAC9-4BB1-AD7D-28169CBB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86599-2373-4832-8C08-88A49AD75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A95D-1B68-47A6-BEDD-7704246C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818E-AB19-4AA3-A790-389D9FE25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D9E7-04ED-45CF-8952-FBB16069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300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6FFC1-1607-4F01-9803-804931ED0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A23CD-0753-44DC-8678-0A1243731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DAAC3-5AEC-4FF1-B4E6-C86ECAFA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1DA8B-A717-460E-8BE7-D0AA3E6C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037C2-7142-4C19-A700-1A1E1920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219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85B5-7BD7-45AC-B8F1-DF4B8438B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81C88-F2F6-4CD4-8B22-26EB0E8C4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6EEF5-9C68-49F6-ADEA-19A65383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058C7-CE7D-4876-835C-619C6050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B3E46-2DAA-43B0-BFDA-1E7FEDFD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057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2D6B-12A7-44D6-9186-C095844D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39D8-1F99-487F-9295-EE5FF4467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7BFF6-435B-41FF-A3DF-314EEA35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EB96-C92B-430F-9AA3-42A41185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68AFF-A9DD-4DC7-8A91-C49C54DF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669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0A40-FF81-4D54-91D8-8A06A0C4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D1D33-8ECE-4AEC-9064-E1DA09B8A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87048-BD18-447D-9714-DDB8DE46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6A94F-0FBE-4226-896F-4561AC204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CD0B3-5B2C-4670-9C17-C050E198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566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5247-70F4-4000-98E6-C8CB917A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0416-9A3E-4E1D-8F33-04D2F6829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3C522-1CB4-423B-A0D0-7BD968AAB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96914-8DA2-4809-AFB7-8CA6D332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B6A56-12FD-4B12-A312-C0964698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E1F54-1A60-4DCE-9747-507F55C6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1074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AFB1-8F1B-4CB1-882B-514D70D4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B380D-B395-4119-87C3-19414DD0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379CD-BD10-4AD1-BC8F-24D6A5570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CD392-FBB6-4FC7-80D3-85B13DB31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CD28D-67A8-44ED-B999-E87A7AE17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6AC15-E965-4A92-BC50-9F023B25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526B1-68EA-440E-99E0-62982E3B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5FC1E-A9B9-4860-B188-CFEC0DCC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386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81D2-8745-4C9C-AED8-5D556484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8FEE2-DF5F-459C-B845-ADC1EDC1B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FCCB64-3505-4FC7-9A9D-DA0BE0F4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D3158-3678-4E8A-8119-A9D39BAC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9775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44875-58CC-4DBF-8810-23B17DFB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C594A-3E8B-4D23-84AF-D611FBFF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18F88-56BB-48C8-ABB8-E4952A6A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882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E024-03D6-404E-B645-059C7600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FDA0D-7471-4B24-915B-810066AB8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DFF9C-EC22-431C-8A37-CD419D15D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58B16-6CB4-4B8F-A7B1-4C193FB2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3FAD2-171C-4856-862F-ED62D056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ADBD-E7CD-4064-91AF-F6B19B69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8647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BCC3-0098-4E05-99BE-9E276F6B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7418C-5EC7-428D-88B5-C75480430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2EB86-1DF2-4F4B-9CE7-1FF2F13D6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92009-D36A-4FC6-ACD9-25E37AA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2C622-7C18-4E04-87BF-76C2399A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E2AFA-17CD-4DDA-BDE3-3CEC67C2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718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A7D8-EAC9-4BB1-AD7D-28169CBB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86599-2373-4832-8C08-88A49AD75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A95D-1B68-47A6-BEDD-7704246C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818E-AB19-4AA3-A790-389D9FE25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D9E7-04ED-45CF-8952-FBB16069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056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6FFC1-1607-4F01-9803-804931ED0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A23CD-0753-44DC-8678-0A1243731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DAAC3-5AEC-4FF1-B4E6-C86ECAFA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1DA8B-A717-460E-8BE7-D0AA3E6C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037C2-7142-4C19-A700-1A1E1920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35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E94A1-050D-4420-9E25-5227A480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89025-C447-4C68-A54D-089BF81D3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16F3F-29D7-44F1-BCC5-92D6AAF30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EC81F-1C9F-4ED5-862B-979DDED600AF}" type="datetimeFigureOut">
              <a:rPr lang="en-GB" smtClean="0"/>
              <a:t>10/02/2022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3D3-183C-4382-955D-79AF97D10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A221-48DD-4363-86AA-CFCB9BECB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2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FCBEF-1902-4E82-B4EF-3183E6A7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6EA13-542A-4B28-8841-D8D57CC6D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DC025-89AA-4CE8-B25F-AD7B40B8E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E6F41-2EB5-4C78-8E6E-2C3671B61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E77E8-F52A-475A-BCF3-41EE858BB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2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FCBEF-1902-4E82-B4EF-3183E6A7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6EA13-542A-4B28-8841-D8D57CC6D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DC025-89AA-4CE8-B25F-AD7B40B8E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436D2-650C-4463-A8F5-9D24DF8DFC1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10/02/2022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E6F41-2EB5-4C78-8E6E-2C3671B61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E77E8-F52A-475A-BCF3-41EE858BB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9DD06-D014-4497-9E65-A73083390AB3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54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6D2C-9174-4681-953E-0C1433994D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Audio </a:t>
            </a:r>
            <a:r>
              <a:rPr lang="en-GB" dirty="0" err="1"/>
              <a:t>Worklets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163F4-4ECC-4D78-8622-CDCE99521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37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AudioWorklets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Only 18 built-in types of audio nodes</a:t>
            </a:r>
          </a:p>
          <a:p>
            <a:r>
              <a:rPr lang="en-GB" dirty="0"/>
              <a:t>`The default nodes are not enough!</a:t>
            </a:r>
          </a:p>
          <a:p>
            <a:pPr lvl="1"/>
            <a:r>
              <a:rPr lang="en-GB" dirty="0"/>
              <a:t>No noise source</a:t>
            </a:r>
          </a:p>
          <a:p>
            <a:pPr lvl="1"/>
            <a:r>
              <a:rPr lang="en-GB" dirty="0"/>
              <a:t>Strange filters</a:t>
            </a:r>
          </a:p>
          <a:p>
            <a:pPr lvl="1"/>
            <a:r>
              <a:rPr lang="en-GB" dirty="0"/>
              <a:t>Many Max MSP, </a:t>
            </a:r>
            <a:r>
              <a:rPr lang="en-GB" dirty="0" err="1"/>
              <a:t>PureData</a:t>
            </a:r>
            <a:r>
              <a:rPr lang="en-GB" dirty="0"/>
              <a:t> objects, </a:t>
            </a:r>
            <a:r>
              <a:rPr lang="en-GB" dirty="0" err="1"/>
              <a:t>Csound</a:t>
            </a:r>
            <a:r>
              <a:rPr lang="en-GB" dirty="0"/>
              <a:t> Processors have no Web Audio </a:t>
            </a:r>
            <a:r>
              <a:rPr lang="en-GB" dirty="0" err="1"/>
              <a:t>analog</a:t>
            </a:r>
            <a:endParaRPr lang="en-GB" dirty="0"/>
          </a:p>
          <a:p>
            <a:pPr lvl="1"/>
            <a:r>
              <a:rPr lang="en-GB" dirty="0"/>
              <a:t>Any other audio processing you can think of</a:t>
            </a:r>
          </a:p>
          <a:p>
            <a:r>
              <a:rPr lang="en-GB" dirty="0" err="1">
                <a:solidFill>
                  <a:schemeClr val="accent5">
                    <a:lumMod val="50000"/>
                  </a:schemeClr>
                </a:solidFill>
              </a:rPr>
              <a:t>AudioWorklets</a:t>
            </a:r>
            <a:r>
              <a:rPr lang="en-GB" dirty="0"/>
              <a:t> are the format to design your own audio nodes</a:t>
            </a:r>
          </a:p>
        </p:txBody>
      </p:sp>
    </p:spTree>
    <p:extLst>
      <p:ext uri="{BB962C8B-B14F-4D97-AF65-F5344CB8AC3E}">
        <p14:creationId xmlns:p14="http://schemas.microsoft.com/office/powerpoint/2010/main" val="282660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DD01-44A1-44E9-BD1F-EE8909E3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F70535-B544-4F2E-91E7-81421A9846AF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>
          <a:xfrm flipH="1">
            <a:off x="4711414" y="3716011"/>
            <a:ext cx="2923496" cy="0"/>
          </a:xfrm>
          <a:prstGeom prst="straightConnector1">
            <a:avLst/>
          </a:prstGeom>
          <a:ln w="114300" cmpd="dbl">
            <a:solidFill>
              <a:srgbClr val="660066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0433472-C133-43C8-8B08-EF20A30FDDE9}"/>
              </a:ext>
            </a:extLst>
          </p:cNvPr>
          <p:cNvSpPr txBox="1"/>
          <p:nvPr/>
        </p:nvSpPr>
        <p:spPr>
          <a:xfrm>
            <a:off x="4897886" y="3172373"/>
            <a:ext cx="31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Asynchronous messaging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39D159-918C-4378-A406-2058B5CF2DDB}"/>
              </a:ext>
            </a:extLst>
          </p:cNvPr>
          <p:cNvSpPr/>
          <p:nvPr/>
        </p:nvSpPr>
        <p:spPr>
          <a:xfrm>
            <a:off x="2028747" y="3356011"/>
            <a:ext cx="2682667" cy="7200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AudioWorkletProcessor</a:t>
            </a:r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4A5EAF-8AA5-4141-ACCA-71A294D2A5E0}"/>
              </a:ext>
            </a:extLst>
          </p:cNvPr>
          <p:cNvCxnSpPr>
            <a:cxnSpLocks/>
          </p:cNvCxnSpPr>
          <p:nvPr/>
        </p:nvCxnSpPr>
        <p:spPr>
          <a:xfrm>
            <a:off x="660497" y="3818426"/>
            <a:ext cx="136800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F506713-7638-4F14-A87D-64CCCC929741}"/>
              </a:ext>
            </a:extLst>
          </p:cNvPr>
          <p:cNvSpPr/>
          <p:nvPr/>
        </p:nvSpPr>
        <p:spPr>
          <a:xfrm>
            <a:off x="1504493" y="2367884"/>
            <a:ext cx="4310708" cy="3240000"/>
          </a:xfrm>
          <a:prstGeom prst="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577C97-8061-426A-8BB3-988D6178D72F}"/>
              </a:ext>
            </a:extLst>
          </p:cNvPr>
          <p:cNvSpPr txBox="1"/>
          <p:nvPr/>
        </p:nvSpPr>
        <p:spPr>
          <a:xfrm>
            <a:off x="1668077" y="2505048"/>
            <a:ext cx="431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AudioWorklet</a:t>
            </a:r>
            <a:r>
              <a:rPr lang="en-GB" sz="2400" dirty="0"/>
              <a:t> global scope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03D0B81-8990-4D42-9117-C9075F1F12A2}"/>
              </a:ext>
            </a:extLst>
          </p:cNvPr>
          <p:cNvCxnSpPr>
            <a:cxnSpLocks/>
          </p:cNvCxnSpPr>
          <p:nvPr/>
        </p:nvCxnSpPr>
        <p:spPr>
          <a:xfrm>
            <a:off x="598386" y="3568217"/>
            <a:ext cx="1368000" cy="0"/>
          </a:xfrm>
          <a:prstGeom prst="straightConnector1">
            <a:avLst/>
          </a:prstGeom>
          <a:ln w="28575">
            <a:solidFill>
              <a:srgbClr val="7030A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14961CF-E06E-4A72-A7DD-775566FDD30A}"/>
              </a:ext>
            </a:extLst>
          </p:cNvPr>
          <p:cNvSpPr txBox="1"/>
          <p:nvPr/>
        </p:nvSpPr>
        <p:spPr>
          <a:xfrm>
            <a:off x="440472" y="3107283"/>
            <a:ext cx="1473234" cy="372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Audio in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BD3826-319B-41A4-BE69-93C8FA5C1427}"/>
              </a:ext>
            </a:extLst>
          </p:cNvPr>
          <p:cNvSpPr txBox="1"/>
          <p:nvPr/>
        </p:nvSpPr>
        <p:spPr>
          <a:xfrm>
            <a:off x="447096" y="3865936"/>
            <a:ext cx="1473234" cy="372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Audio out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45109C5-2999-44A1-A1A6-028E27D16B17}"/>
              </a:ext>
            </a:extLst>
          </p:cNvPr>
          <p:cNvSpPr txBox="1"/>
          <p:nvPr/>
        </p:nvSpPr>
        <p:spPr>
          <a:xfrm>
            <a:off x="1681297" y="4431309"/>
            <a:ext cx="388800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 err="1">
                <a:latin typeface="Consolas" panose="020B0609020204030204" pitchFamily="49" charset="0"/>
              </a:rPr>
              <a:t>registerProcessor</a:t>
            </a:r>
            <a:r>
              <a:rPr lang="en-GB" sz="1600" dirty="0">
                <a:latin typeface="Consolas" panose="020B0609020204030204" pitchFamily="49" charset="0"/>
              </a:rPr>
              <a:t>('my-processor',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class extends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</a:t>
            </a:r>
            <a:r>
              <a:rPr lang="en-GB" sz="1600" dirty="0" err="1">
                <a:latin typeface="Consolas" panose="020B0609020204030204" pitchFamily="49" charset="0"/>
              </a:rPr>
              <a:t>AudioWorkletProcessor</a:t>
            </a:r>
            <a:r>
              <a:rPr lang="en-GB" sz="1600" dirty="0">
                <a:latin typeface="Consolas" panose="020B0609020204030204" pitchFamily="49" charset="0"/>
              </a:rPr>
              <a:t> {…}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B319E61-D990-4F55-8C2A-81FB2D24C8B6}"/>
              </a:ext>
            </a:extLst>
          </p:cNvPr>
          <p:cNvGrpSpPr/>
          <p:nvPr/>
        </p:nvGrpSpPr>
        <p:grpSpPr>
          <a:xfrm>
            <a:off x="6354954" y="2352295"/>
            <a:ext cx="5869633" cy="3240000"/>
            <a:chOff x="2456596" y="2352295"/>
            <a:chExt cx="5869633" cy="32400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ED70E8D-7158-4830-948A-CCE92050112F}"/>
                </a:ext>
              </a:extLst>
            </p:cNvPr>
            <p:cNvSpPr/>
            <p:nvPr/>
          </p:nvSpPr>
          <p:spPr>
            <a:xfrm>
              <a:off x="3736552" y="3356011"/>
              <a:ext cx="2086870" cy="720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AudioWorkletNode</a:t>
              </a:r>
              <a:endParaRPr lang="en-GB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41647BC-80D4-479E-AE36-7B229B5A222A}"/>
                </a:ext>
              </a:extLst>
            </p:cNvPr>
            <p:cNvSpPr/>
            <p:nvPr/>
          </p:nvSpPr>
          <p:spPr>
            <a:xfrm>
              <a:off x="2456596" y="2352295"/>
              <a:ext cx="4380757" cy="32400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4BE138-8AAC-4878-91C3-7F0577AD03B2}"/>
                </a:ext>
              </a:extLst>
            </p:cNvPr>
            <p:cNvSpPr txBox="1"/>
            <p:nvPr/>
          </p:nvSpPr>
          <p:spPr>
            <a:xfrm>
              <a:off x="2664365" y="2458882"/>
              <a:ext cx="2566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Main global scope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2FC5AB7D-EF4B-4B4F-9E84-1C4F7DFD700E}"/>
                </a:ext>
              </a:extLst>
            </p:cNvPr>
            <p:cNvCxnSpPr>
              <a:cxnSpLocks/>
            </p:cNvCxnSpPr>
            <p:nvPr/>
          </p:nvCxnSpPr>
          <p:spPr>
            <a:xfrm>
              <a:off x="5823422" y="3913386"/>
              <a:ext cx="1296000" cy="0"/>
            </a:xfrm>
            <a:prstGeom prst="straightConnector1">
              <a:avLst/>
            </a:prstGeom>
            <a:ln w="31750">
              <a:solidFill>
                <a:schemeClr val="bg2">
                  <a:lumMod val="50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BCB1CEDB-EED6-4266-9328-1C13A4DF7DF7}"/>
                </a:ext>
              </a:extLst>
            </p:cNvPr>
            <p:cNvCxnSpPr>
              <a:cxnSpLocks/>
            </p:cNvCxnSpPr>
            <p:nvPr/>
          </p:nvCxnSpPr>
          <p:spPr>
            <a:xfrm>
              <a:off x="5823422" y="3577150"/>
              <a:ext cx="1296000" cy="0"/>
            </a:xfrm>
            <a:prstGeom prst="straightConnector1">
              <a:avLst/>
            </a:prstGeom>
            <a:ln w="31750">
              <a:solidFill>
                <a:schemeClr val="bg2">
                  <a:lumMod val="50000"/>
                </a:schemeClr>
              </a:solidFill>
              <a:headEnd type="triangle" w="lg" len="lg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80BFA1C-2F21-41AB-8051-1027050BC80C}"/>
                </a:ext>
              </a:extLst>
            </p:cNvPr>
            <p:cNvSpPr txBox="1"/>
            <p:nvPr/>
          </p:nvSpPr>
          <p:spPr>
            <a:xfrm>
              <a:off x="6837351" y="3987884"/>
              <a:ext cx="14888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Application interaction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10D5566-DC0F-4AB8-A327-02B901A9B722}"/>
                </a:ext>
              </a:extLst>
            </p:cNvPr>
            <p:cNvSpPr txBox="1"/>
            <p:nvPr/>
          </p:nvSpPr>
          <p:spPr>
            <a:xfrm>
              <a:off x="2647067" y="4431309"/>
              <a:ext cx="3999813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latin typeface="Consolas" panose="020B0609020204030204" pitchFamily="49" charset="0"/>
                </a:rPr>
                <a:t>let </a:t>
              </a:r>
              <a:r>
                <a:rPr lang="en-GB" sz="1600" dirty="0" err="1">
                  <a:latin typeface="Consolas" panose="020B0609020204030204" pitchFamily="49" charset="0"/>
                </a:rPr>
                <a:t>myNode</a:t>
              </a:r>
              <a:r>
                <a:rPr lang="en-GB" sz="1600" dirty="0">
                  <a:latin typeface="Consolas" panose="020B0609020204030204" pitchFamily="49" charset="0"/>
                </a:rPr>
                <a:t> = new </a:t>
              </a:r>
              <a:r>
                <a:rPr lang="en-GB" sz="1600" dirty="0" err="1">
                  <a:latin typeface="Consolas" panose="020B0609020204030204" pitchFamily="49" charset="0"/>
                </a:rPr>
                <a:t>AudioWorkletNode</a:t>
              </a:r>
              <a:r>
                <a:rPr lang="en-GB" sz="1600" dirty="0">
                  <a:latin typeface="Consolas" panose="020B0609020204030204" pitchFamily="49" charset="0"/>
                </a:rPr>
                <a:t>(</a:t>
              </a:r>
            </a:p>
            <a:p>
              <a:r>
                <a:rPr lang="en-GB" sz="1600" dirty="0">
                  <a:latin typeface="Consolas" panose="020B0609020204030204" pitchFamily="49" charset="0"/>
                </a:rPr>
                <a:t>  context, </a:t>
              </a:r>
            </a:p>
            <a:p>
              <a:r>
                <a:rPr lang="en-GB" sz="1600" dirty="0">
                  <a:latin typeface="Consolas" panose="020B0609020204030204" pitchFamily="49" charset="0"/>
                </a:rPr>
                <a:t>  'my-processor'</a:t>
              </a:r>
            </a:p>
            <a:p>
              <a:r>
                <a:rPr lang="en-GB" sz="1600" dirty="0">
                  <a:latin typeface="Consolas" panose="020B0609020204030204" pitchFamily="49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844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 1: Noise generator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Want to create a node that outputs audio where every sample is a random number between -1 and +1.</a:t>
            </a:r>
          </a:p>
        </p:txBody>
      </p:sp>
    </p:spTree>
    <p:extLst>
      <p:ext uri="{BB962C8B-B14F-4D97-AF65-F5344CB8AC3E}">
        <p14:creationId xmlns:p14="http://schemas.microsoft.com/office/powerpoint/2010/main" val="199223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2991"/>
            <a:ext cx="10515600" cy="903810"/>
          </a:xfrm>
        </p:spPr>
        <p:txBody>
          <a:bodyPr/>
          <a:lstStyle/>
          <a:p>
            <a:r>
              <a:rPr lang="en-GB" dirty="0" err="1"/>
              <a:t>AudioWorklets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6801"/>
            <a:ext cx="7705165" cy="3558987"/>
          </a:xfrm>
        </p:spPr>
        <p:txBody>
          <a:bodyPr/>
          <a:lstStyle/>
          <a:p>
            <a:r>
              <a:rPr lang="en-GB" dirty="0"/>
              <a:t>Can define default parameters</a:t>
            </a:r>
          </a:p>
          <a:p>
            <a:r>
              <a:rPr lang="en-GB" dirty="0"/>
              <a:t>Can have any number of input and output signals</a:t>
            </a:r>
          </a:p>
          <a:p>
            <a:pPr lvl="1"/>
            <a:r>
              <a:rPr lang="en-GB" dirty="0"/>
              <a:t>Each one can be multichannel</a:t>
            </a:r>
          </a:p>
          <a:p>
            <a:r>
              <a:rPr lang="en-GB" dirty="0"/>
              <a:t>Processes 128 samples of audio at a time</a:t>
            </a:r>
          </a:p>
          <a:p>
            <a:r>
              <a:rPr lang="en-GB" dirty="0"/>
              <a:t>Simple noise generator</a:t>
            </a:r>
          </a:p>
          <a:p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766482" y="3633741"/>
            <a:ext cx="10049435" cy="24929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registerProcessor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</a:t>
            </a:r>
            <a:r>
              <a:rPr lang="en-GB" dirty="0" err="1">
                <a:solidFill>
                  <a:srgbClr val="E6DB74"/>
                </a:solidFill>
                <a:latin typeface="DejaVu Sans Mono" panose="020B0609030804020204" pitchFamily="49" charset="0"/>
              </a:rPr>
              <a:t>NoiseSource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class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extends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AudioWorkletProcessor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{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process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inputs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 {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][</a:t>
            </a:r>
            <a:r>
              <a:rPr lang="en-GB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</a:p>
          <a:p>
            <a:pPr>
              <a:spcAft>
                <a:spcPts val="600"/>
              </a:spcAft>
            </a:pP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nn-NO" dirty="0">
                <a:solidFill>
                  <a:srgbClr val="66D9EF"/>
                </a:solidFill>
                <a:latin typeface="DejaVu Sans Mono" panose="020B0609030804020204" pitchFamily="49" charset="0"/>
              </a:rPr>
              <a:t>for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 (</a:t>
            </a:r>
            <a:r>
              <a:rPr lang="nn-NO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nn-NO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&lt;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length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++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) 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nn-NO" dirty="0">
                <a:solidFill>
                  <a:srgbClr val="AE81FF"/>
                </a:solidFill>
                <a:latin typeface="DejaVu Sans Mono" panose="020B0609030804020204" pitchFamily="49" charset="0"/>
              </a:rPr>
              <a:t>2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Math.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random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()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-</a:t>
            </a:r>
            <a:r>
              <a:rPr lang="nn-NO" dirty="0">
                <a:solidFill>
                  <a:srgbClr val="AE81FF"/>
                </a:solidFill>
                <a:latin typeface="DejaVu Sans Mono" panose="020B0609030804020204" pitchFamily="49" charset="0"/>
              </a:rPr>
              <a:t>1</a:t>
            </a:r>
            <a:endParaRPr lang="nn-NO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return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true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}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});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306021" y="2394783"/>
            <a:ext cx="5202399" cy="1936294"/>
            <a:chOff x="4912659" y="2590882"/>
            <a:chExt cx="5202399" cy="1936294"/>
          </a:xfrm>
        </p:grpSpPr>
        <p:sp>
          <p:nvSpPr>
            <p:cNvPr id="7" name="TextBox 6"/>
            <p:cNvSpPr txBox="1"/>
            <p:nvPr/>
          </p:nvSpPr>
          <p:spPr>
            <a:xfrm>
              <a:off x="7987553" y="2590882"/>
              <a:ext cx="2127505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channel number</a:t>
              </a:r>
            </a:p>
          </p:txBody>
        </p:sp>
        <p:cxnSp>
          <p:nvCxnSpPr>
            <p:cNvPr id="9" name="Straight Arrow Connector 8"/>
            <p:cNvCxnSpPr>
              <a:stCxn id="7" idx="1"/>
            </p:cNvCxnSpPr>
            <p:nvPr/>
          </p:nvCxnSpPr>
          <p:spPr>
            <a:xfrm flipH="1">
              <a:off x="4912659" y="2775548"/>
              <a:ext cx="3074894" cy="175162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750209" y="1892522"/>
            <a:ext cx="4878780" cy="2469867"/>
            <a:chOff x="4356847" y="2088621"/>
            <a:chExt cx="4878780" cy="2469867"/>
          </a:xfrm>
        </p:grpSpPr>
        <p:sp>
          <p:nvSpPr>
            <p:cNvPr id="6" name="TextBox 5"/>
            <p:cNvSpPr txBox="1"/>
            <p:nvPr/>
          </p:nvSpPr>
          <p:spPr>
            <a:xfrm>
              <a:off x="7198659" y="2088621"/>
              <a:ext cx="2036968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stream number</a:t>
              </a:r>
            </a:p>
          </p:txBody>
        </p:sp>
        <p:cxnSp>
          <p:nvCxnSpPr>
            <p:cNvPr id="10" name="Straight Arrow Connector 9"/>
            <p:cNvCxnSpPr>
              <a:stCxn id="6" idx="1"/>
            </p:cNvCxnSpPr>
            <p:nvPr/>
          </p:nvCxnSpPr>
          <p:spPr>
            <a:xfrm flipH="1">
              <a:off x="4356847" y="2273287"/>
              <a:ext cx="2841812" cy="228520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2716306" y="5484759"/>
            <a:ext cx="7917879" cy="1178337"/>
            <a:chOff x="3344059" y="4417222"/>
            <a:chExt cx="7917879" cy="1178337"/>
          </a:xfrm>
        </p:grpSpPr>
        <p:sp>
          <p:nvSpPr>
            <p:cNvPr id="25" name="TextBox 24"/>
            <p:cNvSpPr txBox="1"/>
            <p:nvPr/>
          </p:nvSpPr>
          <p:spPr>
            <a:xfrm>
              <a:off x="6928700" y="5226227"/>
              <a:ext cx="4333238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Must return true to keep the processor alive</a:t>
              </a:r>
            </a:p>
          </p:txBody>
        </p:sp>
        <p:cxnSp>
          <p:nvCxnSpPr>
            <p:cNvPr id="26" name="Straight Arrow Connector 25"/>
            <p:cNvCxnSpPr>
              <a:stCxn id="25" idx="1"/>
            </p:cNvCxnSpPr>
            <p:nvPr/>
          </p:nvCxnSpPr>
          <p:spPr>
            <a:xfrm flipH="1" flipV="1">
              <a:off x="3344059" y="4417222"/>
              <a:ext cx="3584641" cy="99367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787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 err="1"/>
              <a:t>AudioWorklets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34" y="1117410"/>
            <a:ext cx="11416553" cy="4351338"/>
          </a:xfrm>
        </p:spPr>
        <p:txBody>
          <a:bodyPr/>
          <a:lstStyle/>
          <a:p>
            <a:r>
              <a:rPr lang="en-GB" dirty="0" err="1"/>
              <a:t>AudioWorkletProcessor</a:t>
            </a:r>
            <a:r>
              <a:rPr lang="en-GB" dirty="0"/>
              <a:t> definition must be declared in separate source file</a:t>
            </a:r>
          </a:p>
          <a:p>
            <a:pPr lvl="1"/>
            <a:r>
              <a:rPr lang="en-GB" dirty="0"/>
              <a:t>In Worklets.js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In main </a:t>
            </a:r>
            <a:r>
              <a:rPr lang="en-GB" dirty="0" err="1"/>
              <a:t>javascript</a:t>
            </a:r>
            <a:r>
              <a:rPr lang="en-GB" dirty="0"/>
              <a:t>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002160"/>
            <a:ext cx="10049435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registerProcessor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</a:t>
            </a:r>
            <a:r>
              <a:rPr lang="en-GB" dirty="0" err="1">
                <a:solidFill>
                  <a:srgbClr val="E6DB74"/>
                </a:solidFill>
                <a:latin typeface="DejaVu Sans Mono" panose="020B0609030804020204" pitchFamily="49" charset="0"/>
              </a:rPr>
              <a:t>NoiseSource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class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extends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AudioWorkletProcessor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{</a:t>
            </a:r>
          </a:p>
          <a:p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  process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inputs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 {</a:t>
            </a:r>
          </a:p>
          <a:p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outputs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][</a:t>
            </a:r>
            <a:r>
              <a:rPr lang="en-GB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</a:p>
          <a:p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nn-NO" dirty="0">
                <a:solidFill>
                  <a:srgbClr val="66D9EF"/>
                </a:solidFill>
                <a:latin typeface="DejaVu Sans Mono" panose="020B0609030804020204" pitchFamily="49" charset="0"/>
              </a:rPr>
              <a:t>for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 (</a:t>
            </a:r>
            <a:r>
              <a:rPr lang="nn-NO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nn-NO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&lt;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length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++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) 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nn-NO" dirty="0">
                <a:solidFill>
                  <a:srgbClr val="AE81FF"/>
                </a:solidFill>
                <a:latin typeface="DejaVu Sans Mono" panose="020B0609030804020204" pitchFamily="49" charset="0"/>
              </a:rPr>
              <a:t>2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Math.</a:t>
            </a:r>
            <a:r>
              <a:rPr lang="nn-NO" dirty="0">
                <a:solidFill>
                  <a:srgbClr val="A6E22E"/>
                </a:solidFill>
                <a:latin typeface="DejaVu Sans Mono" panose="020B0609030804020204" pitchFamily="49" charset="0"/>
              </a:rPr>
              <a:t>random</a:t>
            </a:r>
            <a:r>
              <a:rPr lang="nn-NO" dirty="0">
                <a:solidFill>
                  <a:srgbClr val="F8F8F2"/>
                </a:solidFill>
                <a:latin typeface="DejaVu Sans Mono" panose="020B0609030804020204" pitchFamily="49" charset="0"/>
              </a:rPr>
              <a:t>()</a:t>
            </a:r>
            <a:r>
              <a:rPr lang="nn-NO" dirty="0">
                <a:solidFill>
                  <a:srgbClr val="F92672"/>
                </a:solidFill>
                <a:latin typeface="DejaVu Sans Mono" panose="020B0609030804020204" pitchFamily="49" charset="0"/>
              </a:rPr>
              <a:t>-</a:t>
            </a:r>
            <a:r>
              <a:rPr lang="nn-NO" dirty="0">
                <a:solidFill>
                  <a:srgbClr val="AE81FF"/>
                </a:solidFill>
                <a:latin typeface="DejaVu Sans Mono" panose="020B0609030804020204" pitchFamily="49" charset="0"/>
              </a:rPr>
              <a:t>1</a:t>
            </a:r>
            <a:endParaRPr lang="nn-NO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return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true</a:t>
            </a:r>
            <a:endParaRPr lang="en-GB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}</a:t>
            </a:r>
          </a:p>
          <a:p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});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4789000"/>
            <a:ext cx="9336741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new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AudioContext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();</a:t>
            </a:r>
          </a:p>
          <a:p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addModule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'Worklets.js'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).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then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(() 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=&gt;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{</a:t>
            </a:r>
          </a:p>
          <a:p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myNoise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new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AudioWorkletNode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‘</a:t>
            </a:r>
            <a:r>
              <a:rPr lang="en-GB" dirty="0" err="1">
                <a:solidFill>
                  <a:srgbClr val="E6DB74"/>
                </a:solidFill>
                <a:latin typeface="DejaVu Sans Mono" panose="020B0609030804020204" pitchFamily="49" charset="0"/>
              </a:rPr>
              <a:t>NoiseSource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</a:p>
          <a:p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myNoise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connect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destination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</a:p>
          <a:p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});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186990" y="2841593"/>
            <a:ext cx="3701141" cy="2259751"/>
            <a:chOff x="3299484" y="1747899"/>
            <a:chExt cx="3701141" cy="2259751"/>
          </a:xfrm>
        </p:grpSpPr>
        <p:sp>
          <p:nvSpPr>
            <p:cNvPr id="9" name="TextBox 8"/>
            <p:cNvSpPr txBox="1"/>
            <p:nvPr/>
          </p:nvSpPr>
          <p:spPr>
            <a:xfrm>
              <a:off x="3299484" y="1747899"/>
              <a:ext cx="3701141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Loads and registers the </a:t>
              </a:r>
              <a:r>
                <a:rPr lang="en-GB" dirty="0" err="1"/>
                <a:t>AudioWorklet</a:t>
              </a:r>
              <a:endParaRPr lang="en-GB" dirty="0"/>
            </a:p>
          </p:txBody>
        </p:sp>
        <p:cxnSp>
          <p:nvCxnSpPr>
            <p:cNvPr id="10" name="Straight Arrow Connector 9"/>
            <p:cNvCxnSpPr>
              <a:stCxn id="9" idx="2"/>
            </p:cNvCxnSpPr>
            <p:nvPr/>
          </p:nvCxnSpPr>
          <p:spPr>
            <a:xfrm flipH="1">
              <a:off x="3675550" y="2117231"/>
              <a:ext cx="1474505" cy="189041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548515" y="3419867"/>
            <a:ext cx="3616631" cy="2048881"/>
            <a:chOff x="3299484" y="1747899"/>
            <a:chExt cx="3616631" cy="2048881"/>
          </a:xfrm>
        </p:grpSpPr>
        <p:sp>
          <p:nvSpPr>
            <p:cNvPr id="12" name="TextBox 11"/>
            <p:cNvSpPr txBox="1"/>
            <p:nvPr/>
          </p:nvSpPr>
          <p:spPr>
            <a:xfrm>
              <a:off x="3299484" y="1747899"/>
              <a:ext cx="3616631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Creates the user-defined </a:t>
              </a:r>
              <a:r>
                <a:rPr lang="en-GB" dirty="0" err="1"/>
                <a:t>AudioNode</a:t>
              </a:r>
              <a:endParaRPr lang="en-GB" dirty="0"/>
            </a:p>
          </p:txBody>
        </p:sp>
        <p:cxnSp>
          <p:nvCxnSpPr>
            <p:cNvPr id="13" name="Straight Arrow Connector 12"/>
            <p:cNvCxnSpPr>
              <a:stCxn id="12" idx="2"/>
            </p:cNvCxnSpPr>
            <p:nvPr/>
          </p:nvCxnSpPr>
          <p:spPr>
            <a:xfrm flipH="1">
              <a:off x="3389784" y="2117231"/>
              <a:ext cx="1718016" cy="167954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935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Code: Noise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 but useful audio </a:t>
            </a:r>
            <a:r>
              <a:rPr lang="en-GB" dirty="0" err="1"/>
              <a:t>worklet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3495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084729" y="1095469"/>
            <a:ext cx="10022541" cy="2387600"/>
          </a:xfrm>
        </p:spPr>
        <p:txBody>
          <a:bodyPr/>
          <a:lstStyle/>
          <a:p>
            <a:r>
              <a:rPr lang="en-GB" dirty="0"/>
              <a:t>Example 2: Simple </a:t>
            </a:r>
            <a:r>
              <a:rPr lang="en-GB" dirty="0" err="1"/>
              <a:t>lowpass</a:t>
            </a:r>
            <a:r>
              <a:rPr lang="en-GB" dirty="0"/>
              <a:t> filter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Process an input signal x to produce an output signal y such that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(1-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-1]</a:t>
            </a:r>
          </a:p>
        </p:txBody>
      </p:sp>
    </p:spTree>
    <p:extLst>
      <p:ext uri="{BB962C8B-B14F-4D97-AF65-F5344CB8AC3E}">
        <p14:creationId xmlns:p14="http://schemas.microsoft.com/office/powerpoint/2010/main" val="274502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744071"/>
          </a:xfrm>
        </p:spPr>
        <p:txBody>
          <a:bodyPr/>
          <a:lstStyle/>
          <a:p>
            <a:r>
              <a:rPr lang="en-GB" dirty="0" err="1"/>
              <a:t>AudioWorklets</a:t>
            </a:r>
            <a:r>
              <a:rPr lang="en-GB" dirty="0"/>
              <a:t> – simple </a:t>
            </a:r>
            <a:r>
              <a:rPr lang="en-GB" dirty="0" err="1"/>
              <a:t>lowpass</a:t>
            </a:r>
            <a:r>
              <a:rPr lang="en-GB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178" y="896471"/>
            <a:ext cx="6521823" cy="3774140"/>
          </a:xfrm>
        </p:spPr>
        <p:txBody>
          <a:bodyPr/>
          <a:lstStyle/>
          <a:p>
            <a:r>
              <a:rPr lang="en-GB" dirty="0"/>
              <a:t>Similar to </a:t>
            </a:r>
            <a:r>
              <a:rPr lang="en-GB" dirty="0" err="1"/>
              <a:t>PureData’s</a:t>
            </a:r>
            <a:r>
              <a:rPr lang="en-GB" dirty="0"/>
              <a:t> 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dobe Garamond Pro" panose="02020502060506020403" pitchFamily="18" charset="0"/>
              </a:rPr>
              <a:t>[lop~]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654425" y="1505792"/>
            <a:ext cx="10838330" cy="52604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registerProcessor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600" dirty="0">
                <a:solidFill>
                  <a:srgbClr val="E6DB74"/>
                </a:solidFill>
                <a:latin typeface="DejaVu Sans Mono" panose="020B0609030804020204" pitchFamily="49" charset="0"/>
              </a:rPr>
              <a:t>'simple-lowpass-</a:t>
            </a:r>
            <a:r>
              <a:rPr lang="en-GB" sz="1600" dirty="0" err="1">
                <a:solidFill>
                  <a:srgbClr val="E6DB74"/>
                </a:solidFill>
                <a:latin typeface="DejaVu Sans Mono" panose="020B0609030804020204" pitchFamily="49" charset="0"/>
              </a:rPr>
              <a:t>filter'</a:t>
            </a:r>
            <a:r>
              <a:rPr lang="en-GB" sz="16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600" dirty="0" err="1">
                <a:solidFill>
                  <a:srgbClr val="66D9EF"/>
                </a:solidFill>
                <a:latin typeface="DejaVu Sans Mono" panose="020B0609030804020204" pitchFamily="49" charset="0"/>
              </a:rPr>
              <a:t>class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extends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AudioWorkletProcessor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{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static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get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parameterDescriptors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() {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return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[{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name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:</a:t>
            </a:r>
            <a:r>
              <a:rPr lang="en-GB" sz="1600" dirty="0">
                <a:solidFill>
                  <a:srgbClr val="E6DB74"/>
                </a:solidFill>
                <a:latin typeface="DejaVu Sans Mono" panose="020B0609030804020204" pitchFamily="49" charset="0"/>
              </a:rPr>
              <a:t>'frequency'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defaultValue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: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100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}] }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constructor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() {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super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()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sz="1600" dirty="0" err="1">
                <a:solidFill>
                  <a:srgbClr val="66D9EF"/>
                </a:solidFill>
                <a:latin typeface="DejaVu Sans Mono" panose="020B0609030804020204" pitchFamily="49" charset="0"/>
              </a:rPr>
              <a:t>this</a:t>
            </a:r>
            <a:r>
              <a:rPr lang="en-GB" sz="16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lastOut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endParaRPr lang="en-GB" sz="1600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}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process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inputs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parameters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) {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input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inputs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],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outputs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],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coeff</a:t>
            </a:r>
            <a:endParaRPr lang="en-GB" sz="1600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frequency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parameters</a:t>
            </a:r>
            <a:r>
              <a:rPr lang="en-GB" sz="16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frequency</a:t>
            </a:r>
            <a:endParaRPr lang="en-GB" sz="1600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for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(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;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&lt;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en-GB" sz="16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length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;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++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) {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 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inputChannel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input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],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outputChannel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 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coeff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2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Math.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PI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frequency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/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sampleRate</a:t>
            </a:r>
            <a:endParaRPr lang="en-GB" sz="1600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pPr>
              <a:spcAft>
                <a:spcPts val="100"/>
              </a:spcAft>
            </a:pP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  </a:t>
            </a:r>
            <a:r>
              <a:rPr lang="nn-NO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for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(</a:t>
            </a:r>
            <a:r>
              <a:rPr lang="nn-NO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nn-NO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nn-NO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nn-NO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; </a:t>
            </a:r>
            <a:r>
              <a:rPr lang="nn-NO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nn-NO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&lt;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nn-NO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outputChannel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nn-NO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length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; </a:t>
            </a:r>
            <a:r>
              <a:rPr lang="nn-NO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++</a:t>
            </a:r>
            <a:r>
              <a:rPr lang="nn-NO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) {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    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outputChannel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inputChannel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coeff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+ 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600" dirty="0">
                <a:solidFill>
                  <a:srgbClr val="AE81FF"/>
                </a:solidFill>
                <a:latin typeface="DejaVu Sans Mono" panose="020B0609030804020204" pitchFamily="49" charset="0"/>
              </a:rPr>
              <a:t>1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-</a:t>
            </a:r>
            <a:r>
              <a:rPr lang="en-GB" sz="1600" dirty="0">
                <a:solidFill>
                  <a:srgbClr val="A6E22E"/>
                </a:solidFill>
                <a:latin typeface="DejaVu Sans Mono" panose="020B0609030804020204" pitchFamily="49" charset="0"/>
              </a:rPr>
              <a:t>coeff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en-GB" sz="1600" dirty="0" err="1">
                <a:solidFill>
                  <a:srgbClr val="66D9EF"/>
                </a:solidFill>
                <a:latin typeface="DejaVu Sans Mono" panose="020B0609030804020204" pitchFamily="49" charset="0"/>
              </a:rPr>
              <a:t>this</a:t>
            </a:r>
            <a:r>
              <a:rPr lang="en-GB" sz="16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lastOut</a:t>
            </a:r>
            <a:endParaRPr lang="en-GB" sz="1600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    </a:t>
            </a:r>
            <a:r>
              <a:rPr lang="en-GB" sz="1600" dirty="0" err="1">
                <a:solidFill>
                  <a:srgbClr val="66D9EF"/>
                </a:solidFill>
                <a:latin typeface="DejaVu Sans Mono" panose="020B0609030804020204" pitchFamily="49" charset="0"/>
              </a:rPr>
              <a:t>this</a:t>
            </a:r>
            <a:r>
              <a:rPr lang="en-GB" sz="16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lastOut</a:t>
            </a:r>
            <a:r>
              <a:rPr lang="en-GB" sz="16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outputChannel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6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]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  }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}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return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600" dirty="0">
                <a:solidFill>
                  <a:srgbClr val="66D9EF"/>
                </a:solidFill>
                <a:latin typeface="DejaVu Sans Mono" panose="020B0609030804020204" pitchFamily="49" charset="0"/>
              </a:rPr>
              <a:t>true</a:t>
            </a: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  }</a:t>
            </a:r>
          </a:p>
          <a:p>
            <a:pPr>
              <a:spcAft>
                <a:spcPts val="100"/>
              </a:spcAft>
            </a:pPr>
            <a:r>
              <a:rPr lang="en-GB" sz="1600" dirty="0">
                <a:solidFill>
                  <a:srgbClr val="F8F8F2"/>
                </a:solidFill>
                <a:latin typeface="DejaVu Sans Mono" panose="020B0609030804020204" pitchFamily="49" charset="0"/>
              </a:rPr>
              <a:t>});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680448" y="2064215"/>
            <a:ext cx="7132660" cy="532178"/>
            <a:chOff x="4642887" y="3575401"/>
            <a:chExt cx="9933831" cy="356887"/>
          </a:xfrm>
        </p:grpSpPr>
        <p:sp>
          <p:nvSpPr>
            <p:cNvPr id="20" name="TextBox 19"/>
            <p:cNvSpPr txBox="1"/>
            <p:nvPr/>
          </p:nvSpPr>
          <p:spPr>
            <a:xfrm>
              <a:off x="7887670" y="3575401"/>
              <a:ext cx="6689048" cy="24767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Want </a:t>
              </a:r>
              <a:r>
                <a:rPr lang="en-GB" dirty="0" err="1"/>
                <a:t>lastOut</a:t>
              </a:r>
              <a:r>
                <a:rPr lang="en-GB" dirty="0"/>
                <a:t> to be global to the process function</a:t>
              </a:r>
            </a:p>
          </p:txBody>
        </p:sp>
        <p:cxnSp>
          <p:nvCxnSpPr>
            <p:cNvPr id="27" name="Straight Arrow Connector 26"/>
            <p:cNvCxnSpPr>
              <a:stCxn id="20" idx="1"/>
            </p:cNvCxnSpPr>
            <p:nvPr/>
          </p:nvCxnSpPr>
          <p:spPr>
            <a:xfrm flipH="1">
              <a:off x="4642887" y="3699241"/>
              <a:ext cx="3244782" cy="23304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7633259" y="827561"/>
            <a:ext cx="4394088" cy="1000099"/>
            <a:chOff x="6656395" y="2222211"/>
            <a:chExt cx="4394088" cy="1000099"/>
          </a:xfrm>
        </p:grpSpPr>
        <p:sp>
          <p:nvSpPr>
            <p:cNvPr id="29" name="TextBox 28"/>
            <p:cNvSpPr txBox="1"/>
            <p:nvPr/>
          </p:nvSpPr>
          <p:spPr>
            <a:xfrm>
              <a:off x="6656395" y="2222211"/>
              <a:ext cx="4394088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Optional </a:t>
              </a:r>
              <a:r>
                <a:rPr lang="en-GB" dirty="0" err="1"/>
                <a:t>defaultValue</a:t>
              </a:r>
              <a:r>
                <a:rPr lang="en-GB" dirty="0"/>
                <a:t>, </a:t>
              </a:r>
              <a:r>
                <a:rPr lang="en-GB" dirty="0" err="1"/>
                <a:t>minValue</a:t>
              </a:r>
              <a:r>
                <a:rPr lang="en-GB" dirty="0"/>
                <a:t> &amp; </a:t>
              </a:r>
              <a:r>
                <a:rPr lang="en-GB" dirty="0" err="1"/>
                <a:t>maxValue</a:t>
              </a:r>
              <a:endParaRPr lang="en-GB" dirty="0"/>
            </a:p>
          </p:txBody>
        </p:sp>
        <p:cxnSp>
          <p:nvCxnSpPr>
            <p:cNvPr id="30" name="Straight Arrow Connector 29"/>
            <p:cNvCxnSpPr>
              <a:stCxn id="29" idx="2"/>
            </p:cNvCxnSpPr>
            <p:nvPr/>
          </p:nvCxnSpPr>
          <p:spPr>
            <a:xfrm flipH="1">
              <a:off x="8059560" y="2591543"/>
              <a:ext cx="793879" cy="63076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3550025" y="247660"/>
            <a:ext cx="5928540" cy="1552519"/>
            <a:chOff x="-403411" y="1751302"/>
            <a:chExt cx="5928540" cy="1552519"/>
          </a:xfrm>
        </p:grpSpPr>
        <p:sp>
          <p:nvSpPr>
            <p:cNvPr id="32" name="TextBox 31"/>
            <p:cNvSpPr txBox="1"/>
            <p:nvPr/>
          </p:nvSpPr>
          <p:spPr>
            <a:xfrm>
              <a:off x="1668752" y="1751302"/>
              <a:ext cx="3856377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Any audio parameters are defined here</a:t>
              </a:r>
            </a:p>
          </p:txBody>
        </p:sp>
        <p:cxnSp>
          <p:nvCxnSpPr>
            <p:cNvPr id="33" name="Straight Arrow Connector 32"/>
            <p:cNvCxnSpPr>
              <a:stCxn id="32" idx="2"/>
            </p:cNvCxnSpPr>
            <p:nvPr/>
          </p:nvCxnSpPr>
          <p:spPr>
            <a:xfrm flipH="1">
              <a:off x="-403411" y="2120634"/>
              <a:ext cx="4000352" cy="118318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361765" y="5432332"/>
            <a:ext cx="5571375" cy="642581"/>
            <a:chOff x="3505423" y="4464185"/>
            <a:chExt cx="5571375" cy="642581"/>
          </a:xfrm>
        </p:grpSpPr>
        <p:sp>
          <p:nvSpPr>
            <p:cNvPr id="35" name="TextBox 34"/>
            <p:cNvSpPr txBox="1"/>
            <p:nvPr/>
          </p:nvSpPr>
          <p:spPr>
            <a:xfrm>
              <a:off x="6109575" y="4737434"/>
              <a:ext cx="2967223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Keep track of previous output</a:t>
              </a:r>
            </a:p>
          </p:txBody>
        </p:sp>
        <p:cxnSp>
          <p:nvCxnSpPr>
            <p:cNvPr id="36" name="Straight Arrow Connector 35"/>
            <p:cNvCxnSpPr>
              <a:stCxn id="35" idx="1"/>
            </p:cNvCxnSpPr>
            <p:nvPr/>
          </p:nvCxnSpPr>
          <p:spPr>
            <a:xfrm flipH="1" flipV="1">
              <a:off x="3505423" y="4464185"/>
              <a:ext cx="2604152" cy="45791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6630226" y="4218346"/>
            <a:ext cx="4692607" cy="684455"/>
            <a:chOff x="4680345" y="3575401"/>
            <a:chExt cx="6535511" cy="459006"/>
          </a:xfrm>
        </p:grpSpPr>
        <p:sp>
          <p:nvSpPr>
            <p:cNvPr id="40" name="TextBox 39"/>
            <p:cNvSpPr txBox="1"/>
            <p:nvPr/>
          </p:nvSpPr>
          <p:spPr>
            <a:xfrm>
              <a:off x="7887671" y="3575401"/>
              <a:ext cx="3328185" cy="24768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Filtering the signal here</a:t>
              </a:r>
            </a:p>
          </p:txBody>
        </p:sp>
        <p:cxnSp>
          <p:nvCxnSpPr>
            <p:cNvPr id="41" name="Straight Arrow Connector 40"/>
            <p:cNvCxnSpPr>
              <a:stCxn id="40" idx="1"/>
            </p:cNvCxnSpPr>
            <p:nvPr/>
          </p:nvCxnSpPr>
          <p:spPr>
            <a:xfrm flipH="1">
              <a:off x="4680345" y="3699241"/>
              <a:ext cx="3207326" cy="33516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0B3AD8-375A-4895-9D1E-7BCEC8A6078C}"/>
              </a:ext>
            </a:extLst>
          </p:cNvPr>
          <p:cNvGrpSpPr/>
          <p:nvPr/>
        </p:nvGrpSpPr>
        <p:grpSpPr>
          <a:xfrm>
            <a:off x="2039259" y="1175415"/>
            <a:ext cx="4927598" cy="1328299"/>
            <a:chOff x="3691559" y="2231798"/>
            <a:chExt cx="3951080" cy="156889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E8F6C1-9DEE-466F-B87A-C0D42E225B14}"/>
                </a:ext>
              </a:extLst>
            </p:cNvPr>
            <p:cNvSpPr txBox="1"/>
            <p:nvPr/>
          </p:nvSpPr>
          <p:spPr>
            <a:xfrm>
              <a:off x="3976507" y="2231798"/>
              <a:ext cx="3666132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super constructor call is required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205FA9C-C738-4A50-B28B-B0FE267D9734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flipH="1">
              <a:off x="3691559" y="2745687"/>
              <a:ext cx="2118014" cy="105500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568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744071"/>
          </a:xfrm>
        </p:spPr>
        <p:txBody>
          <a:bodyPr/>
          <a:lstStyle/>
          <a:p>
            <a:r>
              <a:rPr lang="en-GB" dirty="0" err="1"/>
              <a:t>AudioWorklets</a:t>
            </a:r>
            <a:r>
              <a:rPr lang="en-GB" dirty="0"/>
              <a:t> – simple </a:t>
            </a:r>
            <a:r>
              <a:rPr lang="en-GB" dirty="0" err="1"/>
              <a:t>lowpass</a:t>
            </a:r>
            <a:r>
              <a:rPr lang="en-GB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178" y="896471"/>
            <a:ext cx="6521823" cy="3774140"/>
          </a:xfrm>
        </p:spPr>
        <p:txBody>
          <a:bodyPr/>
          <a:lstStyle/>
          <a:p>
            <a:endParaRPr lang="en-GB" dirty="0"/>
          </a:p>
        </p:txBody>
      </p:sp>
      <p:grpSp>
        <p:nvGrpSpPr>
          <p:cNvPr id="19" name="Group 18"/>
          <p:cNvGrpSpPr/>
          <p:nvPr/>
        </p:nvGrpSpPr>
        <p:grpSpPr>
          <a:xfrm>
            <a:off x="2680448" y="2010425"/>
            <a:ext cx="7132660" cy="532178"/>
            <a:chOff x="4642887" y="3575401"/>
            <a:chExt cx="9933831" cy="356887"/>
          </a:xfrm>
        </p:grpSpPr>
        <p:sp>
          <p:nvSpPr>
            <p:cNvPr id="20" name="TextBox 19"/>
            <p:cNvSpPr txBox="1"/>
            <p:nvPr/>
          </p:nvSpPr>
          <p:spPr>
            <a:xfrm>
              <a:off x="7887670" y="3575401"/>
              <a:ext cx="6689048" cy="24767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Want </a:t>
              </a:r>
              <a:r>
                <a:rPr lang="en-GB" dirty="0" err="1"/>
                <a:t>lastOut</a:t>
              </a:r>
              <a:r>
                <a:rPr lang="en-GB" dirty="0"/>
                <a:t> to be global to the process function</a:t>
              </a:r>
            </a:p>
          </p:txBody>
        </p:sp>
        <p:cxnSp>
          <p:nvCxnSpPr>
            <p:cNvPr id="27" name="Straight Arrow Connector 26"/>
            <p:cNvCxnSpPr>
              <a:stCxn id="20" idx="1"/>
            </p:cNvCxnSpPr>
            <p:nvPr/>
          </p:nvCxnSpPr>
          <p:spPr>
            <a:xfrm flipH="1">
              <a:off x="4642887" y="3699241"/>
              <a:ext cx="3244782" cy="23304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564777" y="1305342"/>
            <a:ext cx="10927978" cy="28469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new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AudioContext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();</a:t>
            </a:r>
          </a:p>
          <a:p>
            <a:pPr>
              <a:spcBef>
                <a:spcPts val="600"/>
              </a:spcBef>
            </a:pP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addModule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'example.js'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).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then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(() 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=&gt;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{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myNoise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new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AudioWorkletNode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dirty="0" err="1">
                <a:solidFill>
                  <a:srgbClr val="E6DB74"/>
                </a:solidFill>
                <a:latin typeface="DejaVu Sans Mono" panose="020B0609030804020204" pitchFamily="49" charset="0"/>
              </a:rPr>
              <a:t>'noise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-generator'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let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myFilter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>
                <a:solidFill>
                  <a:srgbClr val="66D9EF"/>
                </a:solidFill>
                <a:latin typeface="DejaVu Sans Mono" panose="020B0609030804020204" pitchFamily="49" charset="0"/>
              </a:rPr>
              <a:t>new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AudioWorkletNode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dirty="0" err="1">
                <a:solidFill>
                  <a:srgbClr val="E6DB74"/>
                </a:solidFill>
                <a:latin typeface="DejaVu Sans Mono" panose="020B0609030804020204" pitchFamily="49" charset="0"/>
              </a:rPr>
              <a:t>'simple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-lowpass-filter'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myFilter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parameters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get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>
                <a:solidFill>
                  <a:srgbClr val="E6DB74"/>
                </a:solidFill>
                <a:latin typeface="DejaVu Sans Mono" panose="020B0609030804020204" pitchFamily="49" charset="0"/>
              </a:rPr>
              <a:t>'frequency'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).</a:t>
            </a:r>
            <a:r>
              <a:rPr lang="en-GB" dirty="0">
                <a:solidFill>
                  <a:srgbClr val="A6E22E"/>
                </a:solidFill>
                <a:latin typeface="DejaVu Sans Mono" panose="020B0609030804020204" pitchFamily="49" charset="0"/>
              </a:rPr>
              <a:t>value</a:t>
            </a:r>
            <a:r>
              <a:rPr lang="en-GB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dirty="0">
                <a:solidFill>
                  <a:srgbClr val="AE81FF"/>
                </a:solidFill>
                <a:latin typeface="DejaVu Sans Mono" panose="020B0609030804020204" pitchFamily="49" charset="0"/>
              </a:rPr>
              <a:t>50</a:t>
            </a:r>
            <a:endParaRPr lang="en-GB" dirty="0">
              <a:solidFill>
                <a:srgbClr val="F8F8F2"/>
              </a:solidFill>
              <a:latin typeface="DejaVu Sans Mono" panose="020B06090308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myNoise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connect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myFilter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  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myFilter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connect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context</a:t>
            </a:r>
            <a:r>
              <a:rPr lang="en-GB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.</a:t>
            </a:r>
            <a:r>
              <a:rPr lang="en-GB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destination</a:t>
            </a: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rgbClr val="F8F8F2"/>
                </a:solidFill>
                <a:latin typeface="DejaVu Sans Mono" panose="020B0609030804020204" pitchFamily="49" charset="0"/>
              </a:rPr>
              <a:t>});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201082" y="1285054"/>
            <a:ext cx="4631653" cy="1462797"/>
            <a:chOff x="6656395" y="2222211"/>
            <a:chExt cx="4631653" cy="1462797"/>
          </a:xfrm>
        </p:grpSpPr>
        <p:sp>
          <p:nvSpPr>
            <p:cNvPr id="29" name="TextBox 28"/>
            <p:cNvSpPr txBox="1"/>
            <p:nvPr/>
          </p:nvSpPr>
          <p:spPr>
            <a:xfrm>
              <a:off x="6656395" y="2222211"/>
              <a:ext cx="4631653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Set cut-off frequency of the </a:t>
              </a:r>
              <a:r>
                <a:rPr lang="en-GB" dirty="0" err="1"/>
                <a:t>AudioWorkletNode</a:t>
              </a:r>
              <a:endParaRPr lang="en-GB" dirty="0"/>
            </a:p>
          </p:txBody>
        </p:sp>
        <p:cxnSp>
          <p:nvCxnSpPr>
            <p:cNvPr id="30" name="Straight Arrow Connector 29"/>
            <p:cNvCxnSpPr>
              <a:stCxn id="29" idx="2"/>
            </p:cNvCxnSpPr>
            <p:nvPr/>
          </p:nvCxnSpPr>
          <p:spPr>
            <a:xfrm flipH="1">
              <a:off x="6656396" y="2591543"/>
              <a:ext cx="2315826" cy="109346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4536158" y="3230261"/>
            <a:ext cx="2468417" cy="1053926"/>
            <a:chOff x="6365882" y="1537617"/>
            <a:chExt cx="2468417" cy="1053926"/>
          </a:xfrm>
        </p:grpSpPr>
        <p:sp>
          <p:nvSpPr>
            <p:cNvPr id="38" name="TextBox 37"/>
            <p:cNvSpPr txBox="1"/>
            <p:nvPr/>
          </p:nvSpPr>
          <p:spPr>
            <a:xfrm>
              <a:off x="6656395" y="2222211"/>
              <a:ext cx="2177904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Filter the noise signal</a:t>
              </a:r>
            </a:p>
          </p:txBody>
        </p:sp>
        <p:cxnSp>
          <p:nvCxnSpPr>
            <p:cNvPr id="42" name="Straight Arrow Connector 41"/>
            <p:cNvCxnSpPr>
              <a:stCxn id="38" idx="0"/>
            </p:cNvCxnSpPr>
            <p:nvPr/>
          </p:nvCxnSpPr>
          <p:spPr>
            <a:xfrm flipH="1" flipV="1">
              <a:off x="6365882" y="1537617"/>
              <a:ext cx="1379465" cy="68459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3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Code: Simple low pass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06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Adobe Garamond Pro</vt:lpstr>
      <vt:lpstr>Arial</vt:lpstr>
      <vt:lpstr>Calibri</vt:lpstr>
      <vt:lpstr>Calibri Light</vt:lpstr>
      <vt:lpstr>Consolas</vt:lpstr>
      <vt:lpstr>DejaVu Sans Mono</vt:lpstr>
      <vt:lpstr>Times New Roman</vt:lpstr>
      <vt:lpstr>Office Theme</vt:lpstr>
      <vt:lpstr>1_Office Theme</vt:lpstr>
      <vt:lpstr>2_Office Theme</vt:lpstr>
      <vt:lpstr>Audio Worklets</vt:lpstr>
      <vt:lpstr>AudioWorklets</vt:lpstr>
      <vt:lpstr>PowerPoint Presentation</vt:lpstr>
      <vt:lpstr>Example 1: Noise generator</vt:lpstr>
      <vt:lpstr>AudioWorklets</vt:lpstr>
      <vt:lpstr>AudioWorklets</vt:lpstr>
      <vt:lpstr>Example Code: Noise Generator</vt:lpstr>
      <vt:lpstr>Example 2: Simple lowpass filter</vt:lpstr>
      <vt:lpstr>AudioWorklets – simple lowpass filter</vt:lpstr>
      <vt:lpstr>AudioWorklets – simple lowpass filter</vt:lpstr>
      <vt:lpstr>Example Code: Simple low pass filter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Reiss</dc:creator>
  <cp:lastModifiedBy>Joshua Reiss</cp:lastModifiedBy>
  <cp:revision>66</cp:revision>
  <dcterms:created xsi:type="dcterms:W3CDTF">2018-10-17T13:21:35Z</dcterms:created>
  <dcterms:modified xsi:type="dcterms:W3CDTF">2022-02-10T20:58:20Z</dcterms:modified>
</cp:coreProperties>
</file>