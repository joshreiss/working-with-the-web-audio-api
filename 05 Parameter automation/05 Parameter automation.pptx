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5" r:id="rId2"/>
    <p:sldId id="295" r:id="rId3"/>
    <p:sldId id="282" r:id="rId4"/>
    <p:sldId id="284" r:id="rId5"/>
    <p:sldId id="296" r:id="rId6"/>
    <p:sldId id="297" r:id="rId7"/>
    <p:sldId id="273" r:id="rId8"/>
    <p:sldId id="283" r:id="rId9"/>
    <p:sldId id="291" r:id="rId10"/>
    <p:sldId id="290" r:id="rId11"/>
    <p:sldId id="292" r:id="rId12"/>
    <p:sldId id="293" r:id="rId13"/>
    <p:sldId id="29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h Reiss" initials="JR" lastIdx="0" clrIdx="0">
    <p:extLst>
      <p:ext uri="{19B8F6BF-5375-455C-9EA6-DF929625EA0E}">
        <p15:presenceInfo xmlns:p15="http://schemas.microsoft.com/office/powerpoint/2012/main" userId="a90d6cd88c30b6c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1B177-09F5-4F55-9A7B-BC29762CF0C4}" v="1" dt="2021-06-11T15:48:20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8718" autoAdjust="0"/>
    <p:restoredTop sz="95546" autoAdjust="0"/>
  </p:normalViewPr>
  <p:slideViewPr>
    <p:cSldViewPr snapToGrid="0">
      <p:cViewPr varScale="1">
        <p:scale>
          <a:sx n="49" d="100"/>
          <a:sy n="49" d="100"/>
        </p:scale>
        <p:origin x="33" y="15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59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C5AD014A-E365-43EC-8C83-64E172037E6A}"/>
    <pc:docChg chg="undo custSel addSld delSld modSld">
      <pc:chgData name="Josh Reiss" userId="a90d6cd88c30b6c6" providerId="LiveId" clId="{C5AD014A-E365-43EC-8C83-64E172037E6A}" dt="2019-08-24T09:16:50.251" v="400" actId="6549"/>
      <pc:docMkLst>
        <pc:docMk/>
      </pc:docMkLst>
      <pc:sldChg chg="addSp delSp modSp add">
        <pc:chgData name="Josh Reiss" userId="a90d6cd88c30b6c6" providerId="LiveId" clId="{C5AD014A-E365-43EC-8C83-64E172037E6A}" dt="2019-08-24T09:16:50.251" v="400" actId="6549"/>
        <pc:sldMkLst>
          <pc:docMk/>
          <pc:sldMk cId="3817007727" sldId="282"/>
        </pc:sldMkLst>
        <pc:spChg chg="mod">
          <ac:chgData name="Josh Reiss" userId="a90d6cd88c30b6c6" providerId="LiveId" clId="{C5AD014A-E365-43EC-8C83-64E172037E6A}" dt="2019-08-24T09:16:50.251" v="400" actId="6549"/>
          <ac:spMkLst>
            <pc:docMk/>
            <pc:sldMk cId="3817007727" sldId="282"/>
            <ac:spMk id="4" creationId="{00000000-0000-0000-0000-000000000000}"/>
          </ac:spMkLst>
        </pc:spChg>
        <pc:spChg chg="add mod">
          <ac:chgData name="Josh Reiss" userId="a90d6cd88c30b6c6" providerId="LiveId" clId="{C5AD014A-E365-43EC-8C83-64E172037E6A}" dt="2019-07-24T16:43:13.707" v="237" actId="1076"/>
          <ac:spMkLst>
            <pc:docMk/>
            <pc:sldMk cId="3817007727" sldId="282"/>
            <ac:spMk id="5" creationId="{CDA31183-803E-4998-8EAD-FB3A55ABDB19}"/>
          </ac:spMkLst>
        </pc:spChg>
        <pc:spChg chg="add del">
          <ac:chgData name="Josh Reiss" userId="a90d6cd88c30b6c6" providerId="LiveId" clId="{C5AD014A-E365-43EC-8C83-64E172037E6A}" dt="2019-07-24T16:43:00.943" v="235"/>
          <ac:spMkLst>
            <pc:docMk/>
            <pc:sldMk cId="3817007727" sldId="282"/>
            <ac:spMk id="6" creationId="{36B91F10-2DC0-40AB-B20E-609EDAF98D42}"/>
          </ac:spMkLst>
        </pc:spChg>
        <pc:spChg chg="add mod">
          <ac:chgData name="Josh Reiss" userId="a90d6cd88c30b6c6" providerId="LiveId" clId="{C5AD014A-E365-43EC-8C83-64E172037E6A}" dt="2019-07-24T16:46:09.642" v="278" actId="20577"/>
          <ac:spMkLst>
            <pc:docMk/>
            <pc:sldMk cId="3817007727" sldId="282"/>
            <ac:spMk id="7" creationId="{7D857BE4-7E1C-4D47-B1CF-AD1F8B8332A9}"/>
          </ac:spMkLst>
        </pc:spChg>
      </pc:sldChg>
      <pc:sldChg chg="addSp modSp add">
        <pc:chgData name="Josh Reiss" userId="a90d6cd88c30b6c6" providerId="LiveId" clId="{C5AD014A-E365-43EC-8C83-64E172037E6A}" dt="2019-07-24T16:40:38.930" v="185" actId="1076"/>
        <pc:sldMkLst>
          <pc:docMk/>
          <pc:sldMk cId="3194118935" sldId="283"/>
        </pc:sldMkLst>
        <pc:spChg chg="mod">
          <ac:chgData name="Josh Reiss" userId="a90d6cd88c30b6c6" providerId="LiveId" clId="{C5AD014A-E365-43EC-8C83-64E172037E6A}" dt="2019-07-06T10:15:19.595" v="126" actId="20577"/>
          <ac:spMkLst>
            <pc:docMk/>
            <pc:sldMk cId="3194118935" sldId="283"/>
            <ac:spMk id="2" creationId="{46547AFB-F290-41E4-A940-3155BE32082F}"/>
          </ac:spMkLst>
        </pc:spChg>
        <pc:spChg chg="mod">
          <ac:chgData name="Josh Reiss" userId="a90d6cd88c30b6c6" providerId="LiveId" clId="{C5AD014A-E365-43EC-8C83-64E172037E6A}" dt="2019-07-24T16:40:38.930" v="185" actId="1076"/>
          <ac:spMkLst>
            <pc:docMk/>
            <pc:sldMk cId="3194118935" sldId="283"/>
            <ac:spMk id="3" creationId="{CEA8FA44-6FFD-4CFA-97B4-AC1DE720647B}"/>
          </ac:spMkLst>
        </pc:spChg>
        <pc:picChg chg="add">
          <ac:chgData name="Josh Reiss" userId="a90d6cd88c30b6c6" providerId="LiveId" clId="{C5AD014A-E365-43EC-8C83-64E172037E6A}" dt="2019-07-06T10:15:12.013" v="119"/>
          <ac:picMkLst>
            <pc:docMk/>
            <pc:sldMk cId="3194118935" sldId="283"/>
            <ac:picMk id="4" creationId="{970E1701-CD12-4CD5-A701-D74F31C5ABE2}"/>
          </ac:picMkLst>
        </pc:picChg>
      </pc:sldChg>
      <pc:sldChg chg="modSp add">
        <pc:chgData name="Josh Reiss" userId="a90d6cd88c30b6c6" providerId="LiveId" clId="{C5AD014A-E365-43EC-8C83-64E172037E6A}" dt="2019-07-24T16:57:30.672" v="393" actId="6549"/>
        <pc:sldMkLst>
          <pc:docMk/>
          <pc:sldMk cId="1924948695" sldId="284"/>
        </pc:sldMkLst>
        <pc:spChg chg="mod">
          <ac:chgData name="Josh Reiss" userId="a90d6cd88c30b6c6" providerId="LiveId" clId="{C5AD014A-E365-43EC-8C83-64E172037E6A}" dt="2019-07-24T16:34:41.455" v="149" actId="6549"/>
          <ac:spMkLst>
            <pc:docMk/>
            <pc:sldMk cId="1924948695" sldId="284"/>
            <ac:spMk id="2" creationId="{00000000-0000-0000-0000-000000000000}"/>
          </ac:spMkLst>
        </pc:spChg>
        <pc:spChg chg="mod">
          <ac:chgData name="Josh Reiss" userId="a90d6cd88c30b6c6" providerId="LiveId" clId="{C5AD014A-E365-43EC-8C83-64E172037E6A}" dt="2019-07-24T16:57:30.672" v="393" actId="6549"/>
          <ac:spMkLst>
            <pc:docMk/>
            <pc:sldMk cId="1924948695" sldId="284"/>
            <ac:spMk id="4" creationId="{00000000-0000-0000-0000-000000000000}"/>
          </ac:spMkLst>
        </pc:spChg>
      </pc:sldChg>
    </pc:docChg>
  </pc:docChgLst>
  <pc:docChgLst>
    <pc:chgData name="Josh Reiss" userId="a90d6cd88c30b6c6" providerId="LiveId" clId="{1D81B177-09F5-4F55-9A7B-BC29762CF0C4}"/>
    <pc:docChg chg="addSld modSld">
      <pc:chgData name="Josh Reiss" userId="a90d6cd88c30b6c6" providerId="LiveId" clId="{1D81B177-09F5-4F55-9A7B-BC29762CF0C4}" dt="2021-06-11T15:48:20.251" v="0"/>
      <pc:docMkLst>
        <pc:docMk/>
      </pc:docMkLst>
      <pc:sldChg chg="add">
        <pc:chgData name="Josh Reiss" userId="a90d6cd88c30b6c6" providerId="LiveId" clId="{1D81B177-09F5-4F55-9A7B-BC29762CF0C4}" dt="2021-06-11T15:48:20.251" v="0"/>
        <pc:sldMkLst>
          <pc:docMk/>
          <pc:sldMk cId="0" sldId="273"/>
        </pc:sldMkLst>
      </pc:sldChg>
      <pc:sldChg chg="add">
        <pc:chgData name="Josh Reiss" userId="a90d6cd88c30b6c6" providerId="LiveId" clId="{1D81B177-09F5-4F55-9A7B-BC29762CF0C4}" dt="2021-06-11T15:48:20.251" v="0"/>
        <pc:sldMkLst>
          <pc:docMk/>
          <pc:sldMk cId="1440009597" sldId="297"/>
        </pc:sldMkLst>
      </pc:sldChg>
    </pc:docChg>
  </pc:docChgLst>
  <pc:docChgLst>
    <pc:chgData name="Josh Reiss" userId="a90d6cd88c30b6c6" providerId="LiveId" clId="{40279347-2C0A-4295-B73C-13CB9B869020}"/>
    <pc:docChg chg="undo redo custSel addSld delSld modSld">
      <pc:chgData name="Josh Reiss" userId="a90d6cd88c30b6c6" providerId="LiveId" clId="{40279347-2C0A-4295-B73C-13CB9B869020}" dt="2021-02-08T08:41:14.046" v="399" actId="47"/>
      <pc:docMkLst>
        <pc:docMk/>
      </pc:docMkLst>
      <pc:sldChg chg="del">
        <pc:chgData name="Josh Reiss" userId="a90d6cd88c30b6c6" providerId="LiveId" clId="{40279347-2C0A-4295-B73C-13CB9B869020}" dt="2021-02-08T08:41:14.046" v="399" actId="47"/>
        <pc:sldMkLst>
          <pc:docMk/>
          <pc:sldMk cId="0" sldId="273"/>
        </pc:sldMkLst>
      </pc:sldChg>
      <pc:sldChg chg="modSp mod">
        <pc:chgData name="Josh Reiss" userId="a90d6cd88c30b6c6" providerId="LiveId" clId="{40279347-2C0A-4295-B73C-13CB9B869020}" dt="2021-02-08T07:59:39.116" v="397" actId="1036"/>
        <pc:sldMkLst>
          <pc:docMk/>
          <pc:sldMk cId="1924948695" sldId="284"/>
        </pc:sldMkLst>
        <pc:spChg chg="mod">
          <ac:chgData name="Josh Reiss" userId="a90d6cd88c30b6c6" providerId="LiveId" clId="{40279347-2C0A-4295-B73C-13CB9B869020}" dt="2021-02-08T07:59:32.278" v="385" actId="114"/>
          <ac:spMkLst>
            <pc:docMk/>
            <pc:sldMk cId="1924948695" sldId="284"/>
            <ac:spMk id="4" creationId="{00000000-0000-0000-0000-000000000000}"/>
          </ac:spMkLst>
        </pc:spChg>
        <pc:graphicFrameChg chg="mod">
          <ac:chgData name="Josh Reiss" userId="a90d6cd88c30b6c6" providerId="LiveId" clId="{40279347-2C0A-4295-B73C-13CB9B869020}" dt="2021-02-08T07:59:39.116" v="397" actId="1036"/>
          <ac:graphicFrameMkLst>
            <pc:docMk/>
            <pc:sldMk cId="1924948695" sldId="284"/>
            <ac:graphicFrameMk id="11" creationId="{00000000-0000-0000-0000-000000000000}"/>
          </ac:graphicFrameMkLst>
        </pc:graphicFrameChg>
        <pc:graphicFrameChg chg="mod">
          <ac:chgData name="Josh Reiss" userId="a90d6cd88c30b6c6" providerId="LiveId" clId="{40279347-2C0A-4295-B73C-13CB9B869020}" dt="2021-02-08T07:59:39.116" v="397" actId="1036"/>
          <ac:graphicFrameMkLst>
            <pc:docMk/>
            <pc:sldMk cId="1924948695" sldId="284"/>
            <ac:graphicFrameMk id="13" creationId="{00000000-0000-0000-0000-000000000000}"/>
          </ac:graphicFrameMkLst>
        </pc:graphicFrameChg>
      </pc:sldChg>
      <pc:sldChg chg="del">
        <pc:chgData name="Josh Reiss" userId="a90d6cd88c30b6c6" providerId="LiveId" clId="{40279347-2C0A-4295-B73C-13CB9B869020}" dt="2021-02-08T08:41:14.046" v="399" actId="47"/>
        <pc:sldMkLst>
          <pc:docMk/>
          <pc:sldMk cId="3631777947" sldId="288"/>
        </pc:sldMkLst>
      </pc:sldChg>
      <pc:sldChg chg="del">
        <pc:chgData name="Josh Reiss" userId="a90d6cd88c30b6c6" providerId="LiveId" clId="{40279347-2C0A-4295-B73C-13CB9B869020}" dt="2021-02-08T08:41:14.046" v="399" actId="47"/>
        <pc:sldMkLst>
          <pc:docMk/>
          <pc:sldMk cId="2182502992" sldId="289"/>
        </pc:sldMkLst>
      </pc:sldChg>
      <pc:sldChg chg="addSp modSp new mod modAnim">
        <pc:chgData name="Josh Reiss" userId="a90d6cd88c30b6c6" providerId="LiveId" clId="{40279347-2C0A-4295-B73C-13CB9B869020}" dt="2021-02-08T08:01:24.507" v="398" actId="313"/>
        <pc:sldMkLst>
          <pc:docMk/>
          <pc:sldMk cId="2877618349" sldId="295"/>
        </pc:sldMkLst>
        <pc:spChg chg="mod">
          <ac:chgData name="Josh Reiss" userId="a90d6cd88c30b6c6" providerId="LiveId" clId="{40279347-2C0A-4295-B73C-13CB9B869020}" dt="2021-02-08T07:36:23.376" v="197" actId="6549"/>
          <ac:spMkLst>
            <pc:docMk/>
            <pc:sldMk cId="2877618349" sldId="295"/>
            <ac:spMk id="2" creationId="{D7AE1AE8-5B2A-448D-A5F8-528A9664EAF7}"/>
          </ac:spMkLst>
        </pc:spChg>
        <pc:spChg chg="mod">
          <ac:chgData name="Josh Reiss" userId="a90d6cd88c30b6c6" providerId="LiveId" clId="{40279347-2C0A-4295-B73C-13CB9B869020}" dt="2021-02-08T08:01:24.507" v="398" actId="313"/>
          <ac:spMkLst>
            <pc:docMk/>
            <pc:sldMk cId="2877618349" sldId="295"/>
            <ac:spMk id="3" creationId="{732F96E2-51AF-4BA7-B920-F8E002447243}"/>
          </ac:spMkLst>
        </pc:spChg>
        <pc:picChg chg="add mod">
          <ac:chgData name="Josh Reiss" userId="a90d6cd88c30b6c6" providerId="LiveId" clId="{40279347-2C0A-4295-B73C-13CB9B869020}" dt="2021-02-08T07:33:44.643" v="179" actId="1076"/>
          <ac:picMkLst>
            <pc:docMk/>
            <pc:sldMk cId="2877618349" sldId="295"/>
            <ac:picMk id="1026" creationId="{F9F3D48D-B20F-44B1-871B-34BBFE4A6217}"/>
          </ac:picMkLst>
        </pc:picChg>
        <pc:cxnChg chg="add mod">
          <ac:chgData name="Josh Reiss" userId="a90d6cd88c30b6c6" providerId="LiveId" clId="{40279347-2C0A-4295-B73C-13CB9B869020}" dt="2021-02-08T07:35:09.501" v="188" actId="692"/>
          <ac:cxnSpMkLst>
            <pc:docMk/>
            <pc:sldMk cId="2877618349" sldId="295"/>
            <ac:cxnSpMk id="5" creationId="{F4E9F10C-16E5-43B2-89EA-DB1AADBCCD58}"/>
          </ac:cxnSpMkLst>
        </pc:cxnChg>
        <pc:cxnChg chg="add mod">
          <ac:chgData name="Josh Reiss" userId="a90d6cd88c30b6c6" providerId="LiveId" clId="{40279347-2C0A-4295-B73C-13CB9B869020}" dt="2021-02-08T07:35:47.877" v="192" actId="1076"/>
          <ac:cxnSpMkLst>
            <pc:docMk/>
            <pc:sldMk cId="2877618349" sldId="295"/>
            <ac:cxnSpMk id="7" creationId="{325C3690-0AA3-4CA5-8BE3-6B5780E96CE3}"/>
          </ac:cxnSpMkLst>
        </pc:cxnChg>
      </pc:sldChg>
      <pc:sldChg chg="addSp delSp modSp add mod">
        <pc:chgData name="Josh Reiss" userId="a90d6cd88c30b6c6" providerId="LiveId" clId="{40279347-2C0A-4295-B73C-13CB9B869020}" dt="2021-02-08T07:56:26.308" v="345" actId="948"/>
        <pc:sldMkLst>
          <pc:docMk/>
          <pc:sldMk cId="1510692369" sldId="296"/>
        </pc:sldMkLst>
        <pc:spChg chg="mod">
          <ac:chgData name="Josh Reiss" userId="a90d6cd88c30b6c6" providerId="LiveId" clId="{40279347-2C0A-4295-B73C-13CB9B869020}" dt="2021-02-08T07:43:24.401" v="214" actId="20577"/>
          <ac:spMkLst>
            <pc:docMk/>
            <pc:sldMk cId="1510692369" sldId="296"/>
            <ac:spMk id="2" creationId="{00000000-0000-0000-0000-000000000000}"/>
          </ac:spMkLst>
        </pc:spChg>
        <pc:spChg chg="mod">
          <ac:chgData name="Josh Reiss" userId="a90d6cd88c30b6c6" providerId="LiveId" clId="{40279347-2C0A-4295-B73C-13CB9B869020}" dt="2021-02-08T07:56:26.308" v="345" actId="948"/>
          <ac:spMkLst>
            <pc:docMk/>
            <pc:sldMk cId="1510692369" sldId="296"/>
            <ac:spMk id="4" creationId="{00000000-0000-0000-0000-000000000000}"/>
          </ac:spMkLst>
        </pc:spChg>
        <pc:spChg chg="add del">
          <ac:chgData name="Josh Reiss" userId="a90d6cd88c30b6c6" providerId="LiveId" clId="{40279347-2C0A-4295-B73C-13CB9B869020}" dt="2021-02-08T07:44:50.339" v="220"/>
          <ac:spMkLst>
            <pc:docMk/>
            <pc:sldMk cId="1510692369" sldId="296"/>
            <ac:spMk id="5" creationId="{2E110083-1AB6-49DF-90CB-E5B2F6ACE5C3}"/>
          </ac:spMkLst>
        </pc:spChg>
        <pc:spChg chg="add del">
          <ac:chgData name="Josh Reiss" userId="a90d6cd88c30b6c6" providerId="LiveId" clId="{40279347-2C0A-4295-B73C-13CB9B869020}" dt="2021-02-08T07:45:34.795" v="228"/>
          <ac:spMkLst>
            <pc:docMk/>
            <pc:sldMk cId="1510692369" sldId="296"/>
            <ac:spMk id="7" creationId="{6D8CA58E-63FF-4B7D-B342-D41CCFA3954D}"/>
          </ac:spMkLst>
        </pc:spChg>
        <pc:spChg chg="add del">
          <ac:chgData name="Josh Reiss" userId="a90d6cd88c30b6c6" providerId="LiveId" clId="{40279347-2C0A-4295-B73C-13CB9B869020}" dt="2021-02-08T07:45:37.651" v="232"/>
          <ac:spMkLst>
            <pc:docMk/>
            <pc:sldMk cId="1510692369" sldId="296"/>
            <ac:spMk id="9" creationId="{07B0A344-E8F2-4E88-A367-EA67CE7DC961}"/>
          </ac:spMkLst>
        </pc:spChg>
        <pc:spChg chg="add mod">
          <ac:chgData name="Josh Reiss" userId="a90d6cd88c30b6c6" providerId="LiveId" clId="{40279347-2C0A-4295-B73C-13CB9B869020}" dt="2021-02-08T07:55:45.942" v="343" actId="20577"/>
          <ac:spMkLst>
            <pc:docMk/>
            <pc:sldMk cId="1510692369" sldId="296"/>
            <ac:spMk id="16" creationId="{53BE3CE7-567F-4A62-BBBB-72218D7E41A0}"/>
          </ac:spMkLst>
        </pc:spChg>
        <pc:graphicFrameChg chg="del">
          <ac:chgData name="Josh Reiss" userId="a90d6cd88c30b6c6" providerId="LiveId" clId="{40279347-2C0A-4295-B73C-13CB9B869020}" dt="2021-02-08T07:45:00.015" v="224" actId="478"/>
          <ac:graphicFrameMkLst>
            <pc:docMk/>
            <pc:sldMk cId="1510692369" sldId="296"/>
            <ac:graphicFrameMk id="11" creationId="{00000000-0000-0000-0000-000000000000}"/>
          </ac:graphicFrameMkLst>
        </pc:graphicFrameChg>
        <pc:graphicFrameChg chg="del">
          <ac:chgData name="Josh Reiss" userId="a90d6cd88c30b6c6" providerId="LiveId" clId="{40279347-2C0A-4295-B73C-13CB9B869020}" dt="2021-02-08T07:44:55.155" v="223" actId="478"/>
          <ac:graphicFrameMkLst>
            <pc:docMk/>
            <pc:sldMk cId="1510692369" sldId="296"/>
            <ac:graphicFrameMk id="13" creationId="{00000000-0000-0000-0000-000000000000}"/>
          </ac:graphicFrameMkLst>
        </pc:graphicFrameChg>
        <pc:graphicFrameChg chg="add del mod">
          <ac:chgData name="Josh Reiss" userId="a90d6cd88c30b6c6" providerId="LiveId" clId="{40279347-2C0A-4295-B73C-13CB9B869020}" dt="2021-02-08T07:54:15.632" v="319" actId="478"/>
          <ac:graphicFrameMkLst>
            <pc:docMk/>
            <pc:sldMk cId="1510692369" sldId="296"/>
            <ac:graphicFrameMk id="14" creationId="{C6703973-78A1-4A50-AD34-8CB0909F7006}"/>
          </ac:graphicFrameMkLst>
        </pc:graphicFrameChg>
        <pc:graphicFrameChg chg="add mod">
          <ac:chgData name="Josh Reiss" userId="a90d6cd88c30b6c6" providerId="LiveId" clId="{40279347-2C0A-4295-B73C-13CB9B869020}" dt="2021-02-08T07:56:08.716" v="344" actId="1076"/>
          <ac:graphicFrameMkLst>
            <pc:docMk/>
            <pc:sldMk cId="1510692369" sldId="296"/>
            <ac:graphicFrameMk id="17" creationId="{C6703973-78A1-4A50-AD34-8CB0909F7006}"/>
          </ac:graphicFrameMkLst>
        </pc:graphicFrameChg>
      </pc:sldChg>
    </pc:docChg>
  </pc:docChgLst>
  <pc:docChgLst>
    <pc:chgData name="Josh Reiss" userId="a90d6cd88c30b6c6" providerId="LiveId" clId="{8F02E535-6874-4596-B703-FB2537C58C59}"/>
    <pc:docChg chg="undo redo custSel addSld delSld modSld sldOrd">
      <pc:chgData name="Josh Reiss" userId="a90d6cd88c30b6c6" providerId="LiveId" clId="{8F02E535-6874-4596-B703-FB2537C58C59}" dt="2021-02-07T12:58:22.486" v="1109" actId="729"/>
      <pc:docMkLst>
        <pc:docMk/>
      </pc:docMkLst>
      <pc:sldChg chg="mod modShow">
        <pc:chgData name="Josh Reiss" userId="a90d6cd88c30b6c6" providerId="LiveId" clId="{8F02E535-6874-4596-B703-FB2537C58C59}" dt="2021-02-07T12:58:22.486" v="1109" actId="729"/>
        <pc:sldMkLst>
          <pc:docMk/>
          <pc:sldMk cId="0" sldId="273"/>
        </pc:sldMkLst>
      </pc:sldChg>
      <pc:sldChg chg="modSp mod">
        <pc:chgData name="Josh Reiss" userId="a90d6cd88c30b6c6" providerId="LiveId" clId="{8F02E535-6874-4596-B703-FB2537C58C59}" dt="2021-02-04T13:56:14.596" v="86" actId="1076"/>
        <pc:sldMkLst>
          <pc:docMk/>
          <pc:sldMk cId="3817007727" sldId="282"/>
        </pc:sldMkLst>
        <pc:spChg chg="mod">
          <ac:chgData name="Josh Reiss" userId="a90d6cd88c30b6c6" providerId="LiveId" clId="{8F02E535-6874-4596-B703-FB2537C58C59}" dt="2021-02-04T13:56:09.766" v="85" actId="15"/>
          <ac:spMkLst>
            <pc:docMk/>
            <pc:sldMk cId="3817007727" sldId="282"/>
            <ac:spMk id="4" creationId="{00000000-0000-0000-0000-000000000000}"/>
          </ac:spMkLst>
        </pc:spChg>
        <pc:spChg chg="mod">
          <ac:chgData name="Josh Reiss" userId="a90d6cd88c30b6c6" providerId="LiveId" clId="{8F02E535-6874-4596-B703-FB2537C58C59}" dt="2021-02-04T13:56:14.596" v="86" actId="1076"/>
          <ac:spMkLst>
            <pc:docMk/>
            <pc:sldMk cId="3817007727" sldId="282"/>
            <ac:spMk id="5" creationId="{CDA31183-803E-4998-8EAD-FB3A55ABDB19}"/>
          </ac:spMkLst>
        </pc:spChg>
        <pc:spChg chg="mod">
          <ac:chgData name="Josh Reiss" userId="a90d6cd88c30b6c6" providerId="LiveId" clId="{8F02E535-6874-4596-B703-FB2537C58C59}" dt="2021-02-04T13:54:38.111" v="10" actId="1076"/>
          <ac:spMkLst>
            <pc:docMk/>
            <pc:sldMk cId="3817007727" sldId="282"/>
            <ac:spMk id="7" creationId="{7D857BE4-7E1C-4D47-B1CF-AD1F8B8332A9}"/>
          </ac:spMkLst>
        </pc:spChg>
      </pc:sldChg>
      <pc:sldChg chg="addSp delSp modSp mod">
        <pc:chgData name="Josh Reiss" userId="a90d6cd88c30b6c6" providerId="LiveId" clId="{8F02E535-6874-4596-B703-FB2537C58C59}" dt="2021-02-07T12:52:39.706" v="1103" actId="166"/>
        <pc:sldMkLst>
          <pc:docMk/>
          <pc:sldMk cId="3194118935" sldId="283"/>
        </pc:sldMkLst>
        <pc:spChg chg="mod">
          <ac:chgData name="Josh Reiss" userId="a90d6cd88c30b6c6" providerId="LiveId" clId="{8F02E535-6874-4596-B703-FB2537C58C59}" dt="2021-02-04T16:57:17.444" v="100" actId="20577"/>
          <ac:spMkLst>
            <pc:docMk/>
            <pc:sldMk cId="3194118935" sldId="283"/>
            <ac:spMk id="2" creationId="{46547AFB-F290-41E4-A940-3155BE32082F}"/>
          </ac:spMkLst>
        </pc:spChg>
        <pc:spChg chg="mod">
          <ac:chgData name="Josh Reiss" userId="a90d6cd88c30b6c6" providerId="LiveId" clId="{8F02E535-6874-4596-B703-FB2537C58C59}" dt="2021-02-04T17:08:50.958" v="133" actId="1076"/>
          <ac:spMkLst>
            <pc:docMk/>
            <pc:sldMk cId="3194118935" sldId="283"/>
            <ac:spMk id="5" creationId="{00000000-0000-0000-0000-000000000000}"/>
          </ac:spMkLst>
        </pc:spChg>
        <pc:spChg chg="add mod ord">
          <ac:chgData name="Josh Reiss" userId="a90d6cd88c30b6c6" providerId="LiveId" clId="{8F02E535-6874-4596-B703-FB2537C58C59}" dt="2021-02-07T12:52:39.706" v="1103" actId="166"/>
          <ac:spMkLst>
            <pc:docMk/>
            <pc:sldMk cId="3194118935" sldId="283"/>
            <ac:spMk id="6" creationId="{17CB99BD-1FCD-49F8-9AC7-B331CBB4DC80}"/>
          </ac:spMkLst>
        </pc:spChg>
        <pc:spChg chg="add mod">
          <ac:chgData name="Josh Reiss" userId="a90d6cd88c30b6c6" providerId="LiveId" clId="{8F02E535-6874-4596-B703-FB2537C58C59}" dt="2021-02-04T17:13:40.067" v="252" actId="1076"/>
          <ac:spMkLst>
            <pc:docMk/>
            <pc:sldMk cId="3194118935" sldId="283"/>
            <ac:spMk id="7" creationId="{01E9C7E5-EDBB-46FA-A397-FB2EF3F1E97E}"/>
          </ac:spMkLst>
        </pc:spChg>
        <pc:picChg chg="del">
          <ac:chgData name="Josh Reiss" userId="a90d6cd88c30b6c6" providerId="LiveId" clId="{8F02E535-6874-4596-B703-FB2537C58C59}" dt="2021-02-04T16:57:24.516" v="101" actId="478"/>
          <ac:picMkLst>
            <pc:docMk/>
            <pc:sldMk cId="3194118935" sldId="283"/>
            <ac:picMk id="4" creationId="{970E1701-CD12-4CD5-A701-D74F31C5ABE2}"/>
          </ac:picMkLst>
        </pc:picChg>
      </pc:sldChg>
      <pc:sldChg chg="modSp mod">
        <pc:chgData name="Josh Reiss" userId="a90d6cd88c30b6c6" providerId="LiveId" clId="{8F02E535-6874-4596-B703-FB2537C58C59}" dt="2021-02-04T13:57:36.706" v="92" actId="115"/>
        <pc:sldMkLst>
          <pc:docMk/>
          <pc:sldMk cId="1924948695" sldId="284"/>
        </pc:sldMkLst>
        <pc:spChg chg="mod">
          <ac:chgData name="Josh Reiss" userId="a90d6cd88c30b6c6" providerId="LiveId" clId="{8F02E535-6874-4596-B703-FB2537C58C59}" dt="2021-02-04T13:57:36.706" v="92" actId="115"/>
          <ac:spMkLst>
            <pc:docMk/>
            <pc:sldMk cId="1924948695" sldId="284"/>
            <ac:spMk id="4" creationId="{00000000-0000-0000-0000-000000000000}"/>
          </ac:spMkLst>
        </pc:spChg>
      </pc:sldChg>
      <pc:sldChg chg="add mod modShow">
        <pc:chgData name="Josh Reiss" userId="a90d6cd88c30b6c6" providerId="LiveId" clId="{8F02E535-6874-4596-B703-FB2537C58C59}" dt="2021-02-07T12:58:22.486" v="1109" actId="729"/>
        <pc:sldMkLst>
          <pc:docMk/>
          <pc:sldMk cId="3631777947" sldId="288"/>
        </pc:sldMkLst>
      </pc:sldChg>
      <pc:sldChg chg="add del mod modShow">
        <pc:chgData name="Josh Reiss" userId="a90d6cd88c30b6c6" providerId="LiveId" clId="{8F02E535-6874-4596-B703-FB2537C58C59}" dt="2021-02-07T12:57:40.749" v="1106" actId="729"/>
        <pc:sldMkLst>
          <pc:docMk/>
          <pc:sldMk cId="2182502992" sldId="289"/>
        </pc:sldMkLst>
      </pc:sldChg>
      <pc:sldChg chg="modSp add mod">
        <pc:chgData name="Josh Reiss" userId="a90d6cd88c30b6c6" providerId="LiveId" clId="{8F02E535-6874-4596-B703-FB2537C58C59}" dt="2021-02-04T17:38:00.495" v="517" actId="1076"/>
        <pc:sldMkLst>
          <pc:docMk/>
          <pc:sldMk cId="277632592" sldId="290"/>
        </pc:sldMkLst>
        <pc:spChg chg="mod">
          <ac:chgData name="Josh Reiss" userId="a90d6cd88c30b6c6" providerId="LiveId" clId="{8F02E535-6874-4596-B703-FB2537C58C59}" dt="2021-02-04T17:33:46.323" v="274" actId="14100"/>
          <ac:spMkLst>
            <pc:docMk/>
            <pc:sldMk cId="277632592" sldId="290"/>
            <ac:spMk id="2" creationId="{46547AFB-F290-41E4-A940-3155BE32082F}"/>
          </ac:spMkLst>
        </pc:spChg>
        <pc:spChg chg="mod">
          <ac:chgData name="Josh Reiss" userId="a90d6cd88c30b6c6" providerId="LiveId" clId="{8F02E535-6874-4596-B703-FB2537C58C59}" dt="2021-02-04T17:35:04.253" v="281" actId="1076"/>
          <ac:spMkLst>
            <pc:docMk/>
            <pc:sldMk cId="277632592" sldId="290"/>
            <ac:spMk id="5" creationId="{00000000-0000-0000-0000-000000000000}"/>
          </ac:spMkLst>
        </pc:spChg>
        <pc:spChg chg="mod">
          <ac:chgData name="Josh Reiss" userId="a90d6cd88c30b6c6" providerId="LiveId" clId="{8F02E535-6874-4596-B703-FB2537C58C59}" dt="2021-02-04T17:36:39.088" v="398" actId="20577"/>
          <ac:spMkLst>
            <pc:docMk/>
            <pc:sldMk cId="277632592" sldId="290"/>
            <ac:spMk id="6" creationId="{17CB99BD-1FCD-49F8-9AC7-B331CBB4DC80}"/>
          </ac:spMkLst>
        </pc:spChg>
        <pc:spChg chg="mod">
          <ac:chgData name="Josh Reiss" userId="a90d6cd88c30b6c6" providerId="LiveId" clId="{8F02E535-6874-4596-B703-FB2537C58C59}" dt="2021-02-04T17:38:00.495" v="517" actId="1076"/>
          <ac:spMkLst>
            <pc:docMk/>
            <pc:sldMk cId="277632592" sldId="290"/>
            <ac:spMk id="7" creationId="{01E9C7E5-EDBB-46FA-A397-FB2EF3F1E97E}"/>
          </ac:spMkLst>
        </pc:spChg>
      </pc:sldChg>
      <pc:sldChg chg="add del">
        <pc:chgData name="Josh Reiss" userId="a90d6cd88c30b6c6" providerId="LiveId" clId="{8F02E535-6874-4596-B703-FB2537C58C59}" dt="2021-02-04T17:46:05.448" v="519"/>
        <pc:sldMkLst>
          <pc:docMk/>
          <pc:sldMk cId="460373561" sldId="291"/>
        </pc:sldMkLst>
      </pc:sldChg>
      <pc:sldChg chg="delSp modSp add mod">
        <pc:chgData name="Josh Reiss" userId="a90d6cd88c30b6c6" providerId="LiveId" clId="{8F02E535-6874-4596-B703-FB2537C58C59}" dt="2021-02-04T17:50:26.519" v="718" actId="1076"/>
        <pc:sldMkLst>
          <pc:docMk/>
          <pc:sldMk cId="1459964784" sldId="291"/>
        </pc:sldMkLst>
        <pc:spChg chg="mod">
          <ac:chgData name="Josh Reiss" userId="a90d6cd88c30b6c6" providerId="LiveId" clId="{8F02E535-6874-4596-B703-FB2537C58C59}" dt="2021-02-04T17:46:25.967" v="532" actId="1076"/>
          <ac:spMkLst>
            <pc:docMk/>
            <pc:sldMk cId="1459964784" sldId="291"/>
            <ac:spMk id="2" creationId="{46547AFB-F290-41E4-A940-3155BE32082F}"/>
          </ac:spMkLst>
        </pc:spChg>
        <pc:spChg chg="del">
          <ac:chgData name="Josh Reiss" userId="a90d6cd88c30b6c6" providerId="LiveId" clId="{8F02E535-6874-4596-B703-FB2537C58C59}" dt="2021-02-04T17:48:46.750" v="668" actId="478"/>
          <ac:spMkLst>
            <pc:docMk/>
            <pc:sldMk cId="1459964784" sldId="291"/>
            <ac:spMk id="5" creationId="{00000000-0000-0000-0000-000000000000}"/>
          </ac:spMkLst>
        </pc:spChg>
        <pc:spChg chg="mod">
          <ac:chgData name="Josh Reiss" userId="a90d6cd88c30b6c6" providerId="LiveId" clId="{8F02E535-6874-4596-B703-FB2537C58C59}" dt="2021-02-04T17:49:01.609" v="671" actId="14100"/>
          <ac:spMkLst>
            <pc:docMk/>
            <pc:sldMk cId="1459964784" sldId="291"/>
            <ac:spMk id="6" creationId="{17CB99BD-1FCD-49F8-9AC7-B331CBB4DC80}"/>
          </ac:spMkLst>
        </pc:spChg>
        <pc:spChg chg="mod">
          <ac:chgData name="Josh Reiss" userId="a90d6cd88c30b6c6" providerId="LiveId" clId="{8F02E535-6874-4596-B703-FB2537C58C59}" dt="2021-02-04T17:50:26.519" v="718" actId="1076"/>
          <ac:spMkLst>
            <pc:docMk/>
            <pc:sldMk cId="1459964784" sldId="291"/>
            <ac:spMk id="7" creationId="{01E9C7E5-EDBB-46FA-A397-FB2EF3F1E97E}"/>
          </ac:spMkLst>
        </pc:spChg>
      </pc:sldChg>
      <pc:sldChg chg="addSp delSp modSp add mod ord">
        <pc:chgData name="Josh Reiss" userId="a90d6cd88c30b6c6" providerId="LiveId" clId="{8F02E535-6874-4596-B703-FB2537C58C59}" dt="2021-02-07T12:53:02.949" v="1105"/>
        <pc:sldMkLst>
          <pc:docMk/>
          <pc:sldMk cId="1751399532" sldId="292"/>
        </pc:sldMkLst>
        <pc:spChg chg="mod">
          <ac:chgData name="Josh Reiss" userId="a90d6cd88c30b6c6" providerId="LiveId" clId="{8F02E535-6874-4596-B703-FB2537C58C59}" dt="2021-02-07T11:29:28.411" v="726" actId="20577"/>
          <ac:spMkLst>
            <pc:docMk/>
            <pc:sldMk cId="1751399532" sldId="292"/>
            <ac:spMk id="2" creationId="{00000000-0000-0000-0000-000000000000}"/>
          </ac:spMkLst>
        </pc:spChg>
        <pc:spChg chg="del">
          <ac:chgData name="Josh Reiss" userId="a90d6cd88c30b6c6" providerId="LiveId" clId="{8F02E535-6874-4596-B703-FB2537C58C59}" dt="2021-02-07T12:29:45.832" v="771" actId="478"/>
          <ac:spMkLst>
            <pc:docMk/>
            <pc:sldMk cId="1751399532" sldId="292"/>
            <ac:spMk id="3" creationId="{00000000-0000-0000-0000-000000000000}"/>
          </ac:spMkLst>
        </pc:spChg>
        <pc:spChg chg="mod">
          <ac:chgData name="Josh Reiss" userId="a90d6cd88c30b6c6" providerId="LiveId" clId="{8F02E535-6874-4596-B703-FB2537C58C59}" dt="2021-02-07T12:49:09.469" v="1073" actId="2711"/>
          <ac:spMkLst>
            <pc:docMk/>
            <pc:sldMk cId="1751399532" sldId="292"/>
            <ac:spMk id="4" creationId="{00000000-0000-0000-0000-000000000000}"/>
          </ac:spMkLst>
        </pc:spChg>
        <pc:spChg chg="add del">
          <ac:chgData name="Josh Reiss" userId="a90d6cd88c30b6c6" providerId="LiveId" clId="{8F02E535-6874-4596-B703-FB2537C58C59}" dt="2021-02-07T11:32:13.177" v="742"/>
          <ac:spMkLst>
            <pc:docMk/>
            <pc:sldMk cId="1751399532" sldId="292"/>
            <ac:spMk id="5" creationId="{790725E3-28F2-4F3F-A9C3-A6959AB0A781}"/>
          </ac:spMkLst>
        </pc:spChg>
        <pc:spChg chg="del">
          <ac:chgData name="Josh Reiss" userId="a90d6cd88c30b6c6" providerId="LiveId" clId="{8F02E535-6874-4596-B703-FB2537C58C59}" dt="2021-02-07T12:38:14.694" v="833" actId="478"/>
          <ac:spMkLst>
            <pc:docMk/>
            <pc:sldMk cId="1751399532" sldId="292"/>
            <ac:spMk id="6" creationId="{00000000-0000-0000-0000-000000000000}"/>
          </ac:spMkLst>
        </pc:spChg>
        <pc:spChg chg="add del">
          <ac:chgData name="Josh Reiss" userId="a90d6cd88c30b6c6" providerId="LiveId" clId="{8F02E535-6874-4596-B703-FB2537C58C59}" dt="2021-02-07T11:32:18.413" v="744"/>
          <ac:spMkLst>
            <pc:docMk/>
            <pc:sldMk cId="1751399532" sldId="292"/>
            <ac:spMk id="7" creationId="{62462F97-4D36-4BD0-BB0C-5B53B8EFA16E}"/>
          </ac:spMkLst>
        </pc:spChg>
        <pc:spChg chg="add del">
          <ac:chgData name="Josh Reiss" userId="a90d6cd88c30b6c6" providerId="LiveId" clId="{8F02E535-6874-4596-B703-FB2537C58C59}" dt="2021-02-07T11:32:42.083" v="746"/>
          <ac:spMkLst>
            <pc:docMk/>
            <pc:sldMk cId="1751399532" sldId="292"/>
            <ac:spMk id="9" creationId="{9D8989E0-4BAB-49CD-B9D4-57E30C98A5C7}"/>
          </ac:spMkLst>
        </pc:spChg>
        <pc:spChg chg="add del mod">
          <ac:chgData name="Josh Reiss" userId="a90d6cd88c30b6c6" providerId="LiveId" clId="{8F02E535-6874-4596-B703-FB2537C58C59}" dt="2021-02-07T12:29:48.952" v="772" actId="478"/>
          <ac:spMkLst>
            <pc:docMk/>
            <pc:sldMk cId="1751399532" sldId="292"/>
            <ac:spMk id="14" creationId="{F20E1758-4F29-4C44-A49A-D891FAB1266E}"/>
          </ac:spMkLst>
        </pc:spChg>
        <pc:spChg chg="add mod">
          <ac:chgData name="Josh Reiss" userId="a90d6cd88c30b6c6" providerId="LiveId" clId="{8F02E535-6874-4596-B703-FB2537C58C59}" dt="2021-02-07T12:49:24.530" v="1076" actId="1076"/>
          <ac:spMkLst>
            <pc:docMk/>
            <pc:sldMk cId="1751399532" sldId="292"/>
            <ac:spMk id="15" creationId="{1D547612-A4C7-4548-A19C-4AB83A5875BE}"/>
          </ac:spMkLst>
        </pc:spChg>
        <pc:spChg chg="add mod">
          <ac:chgData name="Josh Reiss" userId="a90d6cd88c30b6c6" providerId="LiveId" clId="{8F02E535-6874-4596-B703-FB2537C58C59}" dt="2021-02-07T12:49:46.771" v="1080" actId="403"/>
          <ac:spMkLst>
            <pc:docMk/>
            <pc:sldMk cId="1751399532" sldId="292"/>
            <ac:spMk id="24" creationId="{BB18D667-5A99-4D16-8939-15E559DFBAD2}"/>
          </ac:spMkLst>
        </pc:spChg>
        <pc:spChg chg="add mod">
          <ac:chgData name="Josh Reiss" userId="a90d6cd88c30b6c6" providerId="LiveId" clId="{8F02E535-6874-4596-B703-FB2537C58C59}" dt="2021-02-07T12:49:46.771" v="1080" actId="403"/>
          <ac:spMkLst>
            <pc:docMk/>
            <pc:sldMk cId="1751399532" sldId="292"/>
            <ac:spMk id="25" creationId="{B256FD0D-3FA6-4122-83F7-4F9BD027B2B8}"/>
          </ac:spMkLst>
        </pc:spChg>
        <pc:spChg chg="add mod">
          <ac:chgData name="Josh Reiss" userId="a90d6cd88c30b6c6" providerId="LiveId" clId="{8F02E535-6874-4596-B703-FB2537C58C59}" dt="2021-02-07T12:49:46.771" v="1080" actId="403"/>
          <ac:spMkLst>
            <pc:docMk/>
            <pc:sldMk cId="1751399532" sldId="292"/>
            <ac:spMk id="26" creationId="{C452BC84-F054-4B51-8EFE-580E5F9A5B4F}"/>
          </ac:spMkLst>
        </pc:spChg>
        <pc:spChg chg="add del mod">
          <ac:chgData name="Josh Reiss" userId="a90d6cd88c30b6c6" providerId="LiveId" clId="{8F02E535-6874-4596-B703-FB2537C58C59}" dt="2021-02-07T12:48:14.888" v="1016" actId="478"/>
          <ac:spMkLst>
            <pc:docMk/>
            <pc:sldMk cId="1751399532" sldId="292"/>
            <ac:spMk id="37" creationId="{42B60A13-D9FE-4933-9597-7F51F350B6AE}"/>
          </ac:spMkLst>
        </pc:spChg>
        <pc:spChg chg="add del mod">
          <ac:chgData name="Josh Reiss" userId="a90d6cd88c30b6c6" providerId="LiveId" clId="{8F02E535-6874-4596-B703-FB2537C58C59}" dt="2021-02-07T12:48:14.888" v="1016" actId="478"/>
          <ac:spMkLst>
            <pc:docMk/>
            <pc:sldMk cId="1751399532" sldId="292"/>
            <ac:spMk id="38" creationId="{A066DDF3-1977-439B-92D1-02FE02A04CBC}"/>
          </ac:spMkLst>
        </pc:spChg>
        <pc:spChg chg="add del mod">
          <ac:chgData name="Josh Reiss" userId="a90d6cd88c30b6c6" providerId="LiveId" clId="{8F02E535-6874-4596-B703-FB2537C58C59}" dt="2021-02-07T12:48:14.888" v="1016" actId="478"/>
          <ac:spMkLst>
            <pc:docMk/>
            <pc:sldMk cId="1751399532" sldId="292"/>
            <ac:spMk id="39" creationId="{6BAE5A97-54D7-47AA-BADF-81C8A7A517C7}"/>
          </ac:spMkLst>
        </pc:spChg>
        <pc:spChg chg="add del mod">
          <ac:chgData name="Josh Reiss" userId="a90d6cd88c30b6c6" providerId="LiveId" clId="{8F02E535-6874-4596-B703-FB2537C58C59}" dt="2021-02-07T12:48:14.888" v="1016" actId="478"/>
          <ac:spMkLst>
            <pc:docMk/>
            <pc:sldMk cId="1751399532" sldId="292"/>
            <ac:spMk id="44" creationId="{07728923-4169-4708-A58B-5C6D8389208E}"/>
          </ac:spMkLst>
        </pc:spChg>
        <pc:spChg chg="add del mod">
          <ac:chgData name="Josh Reiss" userId="a90d6cd88c30b6c6" providerId="LiveId" clId="{8F02E535-6874-4596-B703-FB2537C58C59}" dt="2021-02-07T12:48:14.888" v="1016" actId="478"/>
          <ac:spMkLst>
            <pc:docMk/>
            <pc:sldMk cId="1751399532" sldId="292"/>
            <ac:spMk id="45" creationId="{2FDCD000-6465-4165-A253-AD1FE3E112B9}"/>
          </ac:spMkLst>
        </pc:spChg>
        <pc:spChg chg="add del mod">
          <ac:chgData name="Josh Reiss" userId="a90d6cd88c30b6c6" providerId="LiveId" clId="{8F02E535-6874-4596-B703-FB2537C58C59}" dt="2021-02-07T12:48:14.888" v="1016" actId="478"/>
          <ac:spMkLst>
            <pc:docMk/>
            <pc:sldMk cId="1751399532" sldId="292"/>
            <ac:spMk id="46" creationId="{6EF0035B-78D5-4086-A75E-54A1AF71DDB1}"/>
          </ac:spMkLst>
        </pc:spChg>
        <pc:spChg chg="add del mod">
          <ac:chgData name="Josh Reiss" userId="a90d6cd88c30b6c6" providerId="LiveId" clId="{8F02E535-6874-4596-B703-FB2537C58C59}" dt="2021-02-07T12:48:14.888" v="1016" actId="478"/>
          <ac:spMkLst>
            <pc:docMk/>
            <pc:sldMk cId="1751399532" sldId="292"/>
            <ac:spMk id="48" creationId="{782A3834-439D-4E13-9671-45A4A619D497}"/>
          </ac:spMkLst>
        </pc:spChg>
        <pc:spChg chg="add del mod">
          <ac:chgData name="Josh Reiss" userId="a90d6cd88c30b6c6" providerId="LiveId" clId="{8F02E535-6874-4596-B703-FB2537C58C59}" dt="2021-02-07T12:48:14.888" v="1016" actId="478"/>
          <ac:spMkLst>
            <pc:docMk/>
            <pc:sldMk cId="1751399532" sldId="292"/>
            <ac:spMk id="49" creationId="{AD65B9A0-1A34-43D2-A93F-BBD095C7E742}"/>
          </ac:spMkLst>
        </pc:spChg>
        <pc:grpChg chg="add mod">
          <ac:chgData name="Josh Reiss" userId="a90d6cd88c30b6c6" providerId="LiveId" clId="{8F02E535-6874-4596-B703-FB2537C58C59}" dt="2021-02-07T12:50:05.661" v="1082" actId="1076"/>
          <ac:grpSpMkLst>
            <pc:docMk/>
            <pc:sldMk cId="1751399532" sldId="292"/>
            <ac:grpSpMk id="50" creationId="{079E02E2-6BA9-4659-9999-6BEAC6521CE2}"/>
          </ac:grpSpMkLst>
        </pc:grpChg>
        <pc:graphicFrameChg chg="del">
          <ac:chgData name="Josh Reiss" userId="a90d6cd88c30b6c6" providerId="LiveId" clId="{8F02E535-6874-4596-B703-FB2537C58C59}" dt="2021-02-07T11:33:58.311" v="756" actId="478"/>
          <ac:graphicFrameMkLst>
            <pc:docMk/>
            <pc:sldMk cId="1751399532" sldId="292"/>
            <ac:graphicFrameMk id="11" creationId="{00000000-0000-0000-0000-000000000000}"/>
          </ac:graphicFrameMkLst>
        </pc:graphicFrameChg>
        <pc:graphicFrameChg chg="del">
          <ac:chgData name="Josh Reiss" userId="a90d6cd88c30b6c6" providerId="LiveId" clId="{8F02E535-6874-4596-B703-FB2537C58C59}" dt="2021-02-07T11:33:58.311" v="756" actId="478"/>
          <ac:graphicFrameMkLst>
            <pc:docMk/>
            <pc:sldMk cId="1751399532" sldId="292"/>
            <ac:graphicFrameMk id="13" creationId="{00000000-0000-0000-0000-000000000000}"/>
          </ac:graphicFrameMkLst>
        </pc:graphicFrameChg>
        <pc:cxnChg chg="add mod">
          <ac:chgData name="Josh Reiss" userId="a90d6cd88c30b6c6" providerId="LiveId" clId="{8F02E535-6874-4596-B703-FB2537C58C59}" dt="2021-02-07T12:49:35.405" v="1077" actId="164"/>
          <ac:cxnSpMkLst>
            <pc:docMk/>
            <pc:sldMk cId="1751399532" sldId="292"/>
            <ac:cxnSpMk id="17" creationId="{018E1A5B-016C-473C-B80D-A600A8466A8D}"/>
          </ac:cxnSpMkLst>
        </pc:cxnChg>
        <pc:cxnChg chg="add mod">
          <ac:chgData name="Josh Reiss" userId="a90d6cd88c30b6c6" providerId="LiveId" clId="{8F02E535-6874-4596-B703-FB2537C58C59}" dt="2021-02-07T12:50:00.849" v="1081" actId="14100"/>
          <ac:cxnSpMkLst>
            <pc:docMk/>
            <pc:sldMk cId="1751399532" sldId="292"/>
            <ac:cxnSpMk id="18" creationId="{DF389B19-19C4-4AE8-950E-42490D2BA533}"/>
          </ac:cxnSpMkLst>
        </pc:cxnChg>
        <pc:cxnChg chg="add mod">
          <ac:chgData name="Josh Reiss" userId="a90d6cd88c30b6c6" providerId="LiveId" clId="{8F02E535-6874-4596-B703-FB2537C58C59}" dt="2021-02-07T12:49:35.405" v="1077" actId="164"/>
          <ac:cxnSpMkLst>
            <pc:docMk/>
            <pc:sldMk cId="1751399532" sldId="292"/>
            <ac:cxnSpMk id="21" creationId="{08C7FA7A-27E7-44ED-853B-BF807F8059E9}"/>
          </ac:cxnSpMkLst>
        </pc:cxnChg>
        <pc:cxnChg chg="add mod">
          <ac:chgData name="Josh Reiss" userId="a90d6cd88c30b6c6" providerId="LiveId" clId="{8F02E535-6874-4596-B703-FB2537C58C59}" dt="2021-02-07T12:49:35.405" v="1077" actId="164"/>
          <ac:cxnSpMkLst>
            <pc:docMk/>
            <pc:sldMk cId="1751399532" sldId="292"/>
            <ac:cxnSpMk id="27" creationId="{27FFC5ED-1A26-4263-A283-6DE2A5D14827}"/>
          </ac:cxnSpMkLst>
        </pc:cxnChg>
        <pc:cxnChg chg="add del mod">
          <ac:chgData name="Josh Reiss" userId="a90d6cd88c30b6c6" providerId="LiveId" clId="{8F02E535-6874-4596-B703-FB2537C58C59}" dt="2021-02-07T12:48:14.888" v="1016" actId="478"/>
          <ac:cxnSpMkLst>
            <pc:docMk/>
            <pc:sldMk cId="1751399532" sldId="292"/>
            <ac:cxnSpMk id="34" creationId="{851C61B2-2538-4C3D-8A6F-E22578A04696}"/>
          </ac:cxnSpMkLst>
        </pc:cxnChg>
        <pc:cxnChg chg="add del mod">
          <ac:chgData name="Josh Reiss" userId="a90d6cd88c30b6c6" providerId="LiveId" clId="{8F02E535-6874-4596-B703-FB2537C58C59}" dt="2021-02-07T12:48:14.888" v="1016" actId="478"/>
          <ac:cxnSpMkLst>
            <pc:docMk/>
            <pc:sldMk cId="1751399532" sldId="292"/>
            <ac:cxnSpMk id="35" creationId="{EFB00599-E64F-49C0-8DE6-A7ACB74EF45C}"/>
          </ac:cxnSpMkLst>
        </pc:cxnChg>
        <pc:cxnChg chg="add del mod">
          <ac:chgData name="Josh Reiss" userId="a90d6cd88c30b6c6" providerId="LiveId" clId="{8F02E535-6874-4596-B703-FB2537C58C59}" dt="2021-02-07T12:48:14.888" v="1016" actId="478"/>
          <ac:cxnSpMkLst>
            <pc:docMk/>
            <pc:sldMk cId="1751399532" sldId="292"/>
            <ac:cxnSpMk id="36" creationId="{C7F93DB5-CD29-436B-AB8B-869DE624E886}"/>
          </ac:cxnSpMkLst>
        </pc:cxnChg>
        <pc:cxnChg chg="add del mod">
          <ac:chgData name="Josh Reiss" userId="a90d6cd88c30b6c6" providerId="LiveId" clId="{8F02E535-6874-4596-B703-FB2537C58C59}" dt="2021-02-07T12:48:14.888" v="1016" actId="478"/>
          <ac:cxnSpMkLst>
            <pc:docMk/>
            <pc:sldMk cId="1751399532" sldId="292"/>
            <ac:cxnSpMk id="40" creationId="{427B2203-2DC3-4E0F-B66A-8AF9446D7742}"/>
          </ac:cxnSpMkLst>
        </pc:cxnChg>
        <pc:cxnChg chg="add del mod">
          <ac:chgData name="Josh Reiss" userId="a90d6cd88c30b6c6" providerId="LiveId" clId="{8F02E535-6874-4596-B703-FB2537C58C59}" dt="2021-02-07T12:48:14.888" v="1016" actId="478"/>
          <ac:cxnSpMkLst>
            <pc:docMk/>
            <pc:sldMk cId="1751399532" sldId="292"/>
            <ac:cxnSpMk id="41" creationId="{3314486C-A500-48B5-8822-8AC6E20A2776}"/>
          </ac:cxnSpMkLst>
        </pc:cxnChg>
        <pc:cxnChg chg="add del mod">
          <ac:chgData name="Josh Reiss" userId="a90d6cd88c30b6c6" providerId="LiveId" clId="{8F02E535-6874-4596-B703-FB2537C58C59}" dt="2021-02-07T12:48:14.888" v="1016" actId="478"/>
          <ac:cxnSpMkLst>
            <pc:docMk/>
            <pc:sldMk cId="1751399532" sldId="292"/>
            <ac:cxnSpMk id="42" creationId="{AABB5F0D-4ACC-4B86-9E77-DB449C289186}"/>
          </ac:cxnSpMkLst>
        </pc:cxnChg>
        <pc:cxnChg chg="add del mod">
          <ac:chgData name="Josh Reiss" userId="a90d6cd88c30b6c6" providerId="LiveId" clId="{8F02E535-6874-4596-B703-FB2537C58C59}" dt="2021-02-07T12:48:14.888" v="1016" actId="478"/>
          <ac:cxnSpMkLst>
            <pc:docMk/>
            <pc:sldMk cId="1751399532" sldId="292"/>
            <ac:cxnSpMk id="43" creationId="{07C45EAD-C90D-4B0C-9550-FA7FB59B5D20}"/>
          </ac:cxnSpMkLst>
        </pc:cxnChg>
        <pc:cxnChg chg="add del mod">
          <ac:chgData name="Josh Reiss" userId="a90d6cd88c30b6c6" providerId="LiveId" clId="{8F02E535-6874-4596-B703-FB2537C58C59}" dt="2021-02-07T12:48:14.888" v="1016" actId="478"/>
          <ac:cxnSpMkLst>
            <pc:docMk/>
            <pc:sldMk cId="1751399532" sldId="292"/>
            <ac:cxnSpMk id="47" creationId="{939D0005-4096-4D46-80AA-CC02BFF53C30}"/>
          </ac:cxnSpMkLst>
        </pc:cxnChg>
      </pc:sldChg>
      <pc:sldChg chg="addSp delSp modSp add mod ord">
        <pc:chgData name="Josh Reiss" userId="a90d6cd88c30b6c6" providerId="LiveId" clId="{8F02E535-6874-4596-B703-FB2537C58C59}" dt="2021-02-07T12:53:02.949" v="1105"/>
        <pc:sldMkLst>
          <pc:docMk/>
          <pc:sldMk cId="1676794470" sldId="293"/>
        </pc:sldMkLst>
        <pc:spChg chg="mod">
          <ac:chgData name="Josh Reiss" userId="a90d6cd88c30b6c6" providerId="LiveId" clId="{8F02E535-6874-4596-B703-FB2537C58C59}" dt="2021-02-07T12:50:18.627" v="1083"/>
          <ac:spMkLst>
            <pc:docMk/>
            <pc:sldMk cId="1676794470" sldId="293"/>
            <ac:spMk id="4" creationId="{00000000-0000-0000-0000-000000000000}"/>
          </ac:spMkLst>
        </pc:spChg>
        <pc:spChg chg="del">
          <ac:chgData name="Josh Reiss" userId="a90d6cd88c30b6c6" providerId="LiveId" clId="{8F02E535-6874-4596-B703-FB2537C58C59}" dt="2021-02-07T12:47:50.655" v="1012" actId="478"/>
          <ac:spMkLst>
            <pc:docMk/>
            <pc:sldMk cId="1676794470" sldId="293"/>
            <ac:spMk id="15" creationId="{1D547612-A4C7-4548-A19C-4AB83A5875BE}"/>
          </ac:spMkLst>
        </pc:spChg>
        <pc:spChg chg="del">
          <ac:chgData name="Josh Reiss" userId="a90d6cd88c30b6c6" providerId="LiveId" clId="{8F02E535-6874-4596-B703-FB2537C58C59}" dt="2021-02-07T12:47:45.888" v="1011" actId="478"/>
          <ac:spMkLst>
            <pc:docMk/>
            <pc:sldMk cId="1676794470" sldId="293"/>
            <ac:spMk id="24" creationId="{BB18D667-5A99-4D16-8939-15E559DFBAD2}"/>
          </ac:spMkLst>
        </pc:spChg>
        <pc:spChg chg="del">
          <ac:chgData name="Josh Reiss" userId="a90d6cd88c30b6c6" providerId="LiveId" clId="{8F02E535-6874-4596-B703-FB2537C58C59}" dt="2021-02-07T12:47:45.888" v="1011" actId="478"/>
          <ac:spMkLst>
            <pc:docMk/>
            <pc:sldMk cId="1676794470" sldId="293"/>
            <ac:spMk id="25" creationId="{B256FD0D-3FA6-4122-83F7-4F9BD027B2B8}"/>
          </ac:spMkLst>
        </pc:spChg>
        <pc:spChg chg="del">
          <ac:chgData name="Josh Reiss" userId="a90d6cd88c30b6c6" providerId="LiveId" clId="{8F02E535-6874-4596-B703-FB2537C58C59}" dt="2021-02-07T12:47:45.888" v="1011" actId="478"/>
          <ac:spMkLst>
            <pc:docMk/>
            <pc:sldMk cId="1676794470" sldId="293"/>
            <ac:spMk id="26" creationId="{C452BC84-F054-4B51-8EFE-580E5F9A5B4F}"/>
          </ac:spMkLst>
        </pc:spChg>
        <pc:spChg chg="mod">
          <ac:chgData name="Josh Reiss" userId="a90d6cd88c30b6c6" providerId="LiveId" clId="{8F02E535-6874-4596-B703-FB2537C58C59}" dt="2021-02-07T12:52:09.687" v="1101" actId="403"/>
          <ac:spMkLst>
            <pc:docMk/>
            <pc:sldMk cId="1676794470" sldId="293"/>
            <ac:spMk id="37" creationId="{42B60A13-D9FE-4933-9597-7F51F350B6AE}"/>
          </ac:spMkLst>
        </pc:spChg>
        <pc:spChg chg="mod">
          <ac:chgData name="Josh Reiss" userId="a90d6cd88c30b6c6" providerId="LiveId" clId="{8F02E535-6874-4596-B703-FB2537C58C59}" dt="2021-02-07T12:52:09.687" v="1101" actId="403"/>
          <ac:spMkLst>
            <pc:docMk/>
            <pc:sldMk cId="1676794470" sldId="293"/>
            <ac:spMk id="38" creationId="{A066DDF3-1977-439B-92D1-02FE02A04CBC}"/>
          </ac:spMkLst>
        </pc:spChg>
        <pc:spChg chg="mod">
          <ac:chgData name="Josh Reiss" userId="a90d6cd88c30b6c6" providerId="LiveId" clId="{8F02E535-6874-4596-B703-FB2537C58C59}" dt="2021-02-07T12:52:09.687" v="1101" actId="403"/>
          <ac:spMkLst>
            <pc:docMk/>
            <pc:sldMk cId="1676794470" sldId="293"/>
            <ac:spMk id="39" creationId="{6BAE5A97-54D7-47AA-BADF-81C8A7A517C7}"/>
          </ac:spMkLst>
        </pc:spChg>
        <pc:spChg chg="del">
          <ac:chgData name="Josh Reiss" userId="a90d6cd88c30b6c6" providerId="LiveId" clId="{8F02E535-6874-4596-B703-FB2537C58C59}" dt="2021-02-07T12:47:41.887" v="1010" actId="478"/>
          <ac:spMkLst>
            <pc:docMk/>
            <pc:sldMk cId="1676794470" sldId="293"/>
            <ac:spMk id="44" creationId="{07728923-4169-4708-A58B-5C6D8389208E}"/>
          </ac:spMkLst>
        </pc:spChg>
        <pc:spChg chg="del">
          <ac:chgData name="Josh Reiss" userId="a90d6cd88c30b6c6" providerId="LiveId" clId="{8F02E535-6874-4596-B703-FB2537C58C59}" dt="2021-02-07T12:47:41.887" v="1010" actId="478"/>
          <ac:spMkLst>
            <pc:docMk/>
            <pc:sldMk cId="1676794470" sldId="293"/>
            <ac:spMk id="45" creationId="{2FDCD000-6465-4165-A253-AD1FE3E112B9}"/>
          </ac:spMkLst>
        </pc:spChg>
        <pc:spChg chg="del">
          <ac:chgData name="Josh Reiss" userId="a90d6cd88c30b6c6" providerId="LiveId" clId="{8F02E535-6874-4596-B703-FB2537C58C59}" dt="2021-02-07T12:47:41.887" v="1010" actId="478"/>
          <ac:spMkLst>
            <pc:docMk/>
            <pc:sldMk cId="1676794470" sldId="293"/>
            <ac:spMk id="46" creationId="{6EF0035B-78D5-4086-A75E-54A1AF71DDB1}"/>
          </ac:spMkLst>
        </pc:spChg>
        <pc:spChg chg="mod">
          <ac:chgData name="Josh Reiss" userId="a90d6cd88c30b6c6" providerId="LiveId" clId="{8F02E535-6874-4596-B703-FB2537C58C59}" dt="2021-02-07T12:52:03.880" v="1099" actId="1076"/>
          <ac:spMkLst>
            <pc:docMk/>
            <pc:sldMk cId="1676794470" sldId="293"/>
            <ac:spMk id="48" creationId="{782A3834-439D-4E13-9671-45A4A619D497}"/>
          </ac:spMkLst>
        </pc:spChg>
        <pc:spChg chg="del">
          <ac:chgData name="Josh Reiss" userId="a90d6cd88c30b6c6" providerId="LiveId" clId="{8F02E535-6874-4596-B703-FB2537C58C59}" dt="2021-02-07T12:47:50.655" v="1012" actId="478"/>
          <ac:spMkLst>
            <pc:docMk/>
            <pc:sldMk cId="1676794470" sldId="293"/>
            <ac:spMk id="49" creationId="{AD65B9A0-1A34-43D2-A93F-BBD095C7E742}"/>
          </ac:spMkLst>
        </pc:spChg>
        <pc:grpChg chg="add mod">
          <ac:chgData name="Josh Reiss" userId="a90d6cd88c30b6c6" providerId="LiveId" clId="{8F02E535-6874-4596-B703-FB2537C58C59}" dt="2021-02-07T12:51:53.992" v="1097" actId="14100"/>
          <ac:grpSpMkLst>
            <pc:docMk/>
            <pc:sldMk cId="1676794470" sldId="293"/>
            <ac:grpSpMk id="6" creationId="{0F9EAEAA-1EB1-41D4-A6E4-23C08BBC6748}"/>
          </ac:grpSpMkLst>
        </pc:grpChg>
        <pc:cxnChg chg="del">
          <ac:chgData name="Josh Reiss" userId="a90d6cd88c30b6c6" providerId="LiveId" clId="{8F02E535-6874-4596-B703-FB2537C58C59}" dt="2021-02-07T12:47:45.888" v="1011" actId="478"/>
          <ac:cxnSpMkLst>
            <pc:docMk/>
            <pc:sldMk cId="1676794470" sldId="293"/>
            <ac:cxnSpMk id="17" creationId="{018E1A5B-016C-473C-B80D-A600A8466A8D}"/>
          </ac:cxnSpMkLst>
        </pc:cxnChg>
        <pc:cxnChg chg="del">
          <ac:chgData name="Josh Reiss" userId="a90d6cd88c30b6c6" providerId="LiveId" clId="{8F02E535-6874-4596-B703-FB2537C58C59}" dt="2021-02-07T12:47:45.888" v="1011" actId="478"/>
          <ac:cxnSpMkLst>
            <pc:docMk/>
            <pc:sldMk cId="1676794470" sldId="293"/>
            <ac:cxnSpMk id="18" creationId="{DF389B19-19C4-4AE8-950E-42490D2BA533}"/>
          </ac:cxnSpMkLst>
        </pc:cxnChg>
        <pc:cxnChg chg="del">
          <ac:chgData name="Josh Reiss" userId="a90d6cd88c30b6c6" providerId="LiveId" clId="{8F02E535-6874-4596-B703-FB2537C58C59}" dt="2021-02-07T12:47:45.888" v="1011" actId="478"/>
          <ac:cxnSpMkLst>
            <pc:docMk/>
            <pc:sldMk cId="1676794470" sldId="293"/>
            <ac:cxnSpMk id="21" creationId="{08C7FA7A-27E7-44ED-853B-BF807F8059E9}"/>
          </ac:cxnSpMkLst>
        </pc:cxnChg>
        <pc:cxnChg chg="del">
          <ac:chgData name="Josh Reiss" userId="a90d6cd88c30b6c6" providerId="LiveId" clId="{8F02E535-6874-4596-B703-FB2537C58C59}" dt="2021-02-07T12:47:45.888" v="1011" actId="478"/>
          <ac:cxnSpMkLst>
            <pc:docMk/>
            <pc:sldMk cId="1676794470" sldId="293"/>
            <ac:cxnSpMk id="27" creationId="{27FFC5ED-1A26-4263-A283-6DE2A5D14827}"/>
          </ac:cxnSpMkLst>
        </pc:cxnChg>
        <pc:cxnChg chg="mod">
          <ac:chgData name="Josh Reiss" userId="a90d6cd88c30b6c6" providerId="LiveId" clId="{8F02E535-6874-4596-B703-FB2537C58C59}" dt="2021-02-07T12:51:50.288" v="1096" actId="164"/>
          <ac:cxnSpMkLst>
            <pc:docMk/>
            <pc:sldMk cId="1676794470" sldId="293"/>
            <ac:cxnSpMk id="34" creationId="{851C61B2-2538-4C3D-8A6F-E22578A04696}"/>
          </ac:cxnSpMkLst>
        </pc:cxnChg>
        <pc:cxnChg chg="mod">
          <ac:chgData name="Josh Reiss" userId="a90d6cd88c30b6c6" providerId="LiveId" clId="{8F02E535-6874-4596-B703-FB2537C58C59}" dt="2021-02-07T12:51:50.288" v="1096" actId="164"/>
          <ac:cxnSpMkLst>
            <pc:docMk/>
            <pc:sldMk cId="1676794470" sldId="293"/>
            <ac:cxnSpMk id="35" creationId="{EFB00599-E64F-49C0-8DE6-A7ACB74EF45C}"/>
          </ac:cxnSpMkLst>
        </pc:cxnChg>
        <pc:cxnChg chg="del">
          <ac:chgData name="Josh Reiss" userId="a90d6cd88c30b6c6" providerId="LiveId" clId="{8F02E535-6874-4596-B703-FB2537C58C59}" dt="2021-02-07T12:47:28.354" v="1007" actId="478"/>
          <ac:cxnSpMkLst>
            <pc:docMk/>
            <pc:sldMk cId="1676794470" sldId="293"/>
            <ac:cxnSpMk id="36" creationId="{C7F93DB5-CD29-436B-AB8B-869DE624E886}"/>
          </ac:cxnSpMkLst>
        </pc:cxnChg>
        <pc:cxnChg chg="mod">
          <ac:chgData name="Josh Reiss" userId="a90d6cd88c30b6c6" providerId="LiveId" clId="{8F02E535-6874-4596-B703-FB2537C58C59}" dt="2021-02-07T12:51:50.288" v="1096" actId="164"/>
          <ac:cxnSpMkLst>
            <pc:docMk/>
            <pc:sldMk cId="1676794470" sldId="293"/>
            <ac:cxnSpMk id="40" creationId="{427B2203-2DC3-4E0F-B66A-8AF9446D7742}"/>
          </ac:cxnSpMkLst>
        </pc:cxnChg>
        <pc:cxnChg chg="del">
          <ac:chgData name="Josh Reiss" userId="a90d6cd88c30b6c6" providerId="LiveId" clId="{8F02E535-6874-4596-B703-FB2537C58C59}" dt="2021-02-07T12:47:41.887" v="1010" actId="478"/>
          <ac:cxnSpMkLst>
            <pc:docMk/>
            <pc:sldMk cId="1676794470" sldId="293"/>
            <ac:cxnSpMk id="41" creationId="{3314486C-A500-48B5-8822-8AC6E20A2776}"/>
          </ac:cxnSpMkLst>
        </pc:cxnChg>
        <pc:cxnChg chg="del">
          <ac:chgData name="Josh Reiss" userId="a90d6cd88c30b6c6" providerId="LiveId" clId="{8F02E535-6874-4596-B703-FB2537C58C59}" dt="2021-02-07T12:47:41.887" v="1010" actId="478"/>
          <ac:cxnSpMkLst>
            <pc:docMk/>
            <pc:sldMk cId="1676794470" sldId="293"/>
            <ac:cxnSpMk id="42" creationId="{AABB5F0D-4ACC-4B86-9E77-DB449C289186}"/>
          </ac:cxnSpMkLst>
        </pc:cxnChg>
        <pc:cxnChg chg="del">
          <ac:chgData name="Josh Reiss" userId="a90d6cd88c30b6c6" providerId="LiveId" clId="{8F02E535-6874-4596-B703-FB2537C58C59}" dt="2021-02-07T12:47:41.887" v="1010" actId="478"/>
          <ac:cxnSpMkLst>
            <pc:docMk/>
            <pc:sldMk cId="1676794470" sldId="293"/>
            <ac:cxnSpMk id="43" creationId="{07C45EAD-C90D-4B0C-9550-FA7FB59B5D20}"/>
          </ac:cxnSpMkLst>
        </pc:cxnChg>
        <pc:cxnChg chg="del">
          <ac:chgData name="Josh Reiss" userId="a90d6cd88c30b6c6" providerId="LiveId" clId="{8F02E535-6874-4596-B703-FB2537C58C59}" dt="2021-02-07T12:47:41.887" v="1010" actId="478"/>
          <ac:cxnSpMkLst>
            <pc:docMk/>
            <pc:sldMk cId="1676794470" sldId="293"/>
            <ac:cxnSpMk id="47" creationId="{939D0005-4096-4D46-80AA-CC02BFF53C30}"/>
          </ac:cxnSpMkLst>
        </pc:cxnChg>
      </pc:sldChg>
      <pc:sldChg chg="addSp delSp modSp add mod ord">
        <pc:chgData name="Josh Reiss" userId="a90d6cd88c30b6c6" providerId="LiveId" clId="{8F02E535-6874-4596-B703-FB2537C58C59}" dt="2021-02-07T12:53:02.949" v="1105"/>
        <pc:sldMkLst>
          <pc:docMk/>
          <pc:sldMk cId="966444678" sldId="294"/>
        </pc:sldMkLst>
        <pc:spChg chg="mod">
          <ac:chgData name="Josh Reiss" userId="a90d6cd88c30b6c6" providerId="LiveId" clId="{8F02E535-6874-4596-B703-FB2537C58C59}" dt="2021-02-07T12:50:23.088" v="1084"/>
          <ac:spMkLst>
            <pc:docMk/>
            <pc:sldMk cId="966444678" sldId="294"/>
            <ac:spMk id="4" creationId="{00000000-0000-0000-0000-000000000000}"/>
          </ac:spMkLst>
        </pc:spChg>
        <pc:spChg chg="add del">
          <ac:chgData name="Josh Reiss" userId="a90d6cd88c30b6c6" providerId="LiveId" clId="{8F02E535-6874-4596-B703-FB2537C58C59}" dt="2021-02-07T12:45:54.278" v="976" actId="478"/>
          <ac:spMkLst>
            <pc:docMk/>
            <pc:sldMk cId="966444678" sldId="294"/>
            <ac:spMk id="15" creationId="{1D547612-A4C7-4548-A19C-4AB83A5875BE}"/>
          </ac:spMkLst>
        </pc:spChg>
        <pc:spChg chg="add del">
          <ac:chgData name="Josh Reiss" userId="a90d6cd88c30b6c6" providerId="LiveId" clId="{8F02E535-6874-4596-B703-FB2537C58C59}" dt="2021-02-07T12:45:54.278" v="976" actId="478"/>
          <ac:spMkLst>
            <pc:docMk/>
            <pc:sldMk cId="966444678" sldId="294"/>
            <ac:spMk id="24" creationId="{BB18D667-5A99-4D16-8939-15E559DFBAD2}"/>
          </ac:spMkLst>
        </pc:spChg>
        <pc:spChg chg="add del">
          <ac:chgData name="Josh Reiss" userId="a90d6cd88c30b6c6" providerId="LiveId" clId="{8F02E535-6874-4596-B703-FB2537C58C59}" dt="2021-02-07T12:45:54.278" v="976" actId="478"/>
          <ac:spMkLst>
            <pc:docMk/>
            <pc:sldMk cId="966444678" sldId="294"/>
            <ac:spMk id="25" creationId="{B256FD0D-3FA6-4122-83F7-4F9BD027B2B8}"/>
          </ac:spMkLst>
        </pc:spChg>
        <pc:spChg chg="add del">
          <ac:chgData name="Josh Reiss" userId="a90d6cd88c30b6c6" providerId="LiveId" clId="{8F02E535-6874-4596-B703-FB2537C58C59}" dt="2021-02-07T12:45:54.278" v="976" actId="478"/>
          <ac:spMkLst>
            <pc:docMk/>
            <pc:sldMk cId="966444678" sldId="294"/>
            <ac:spMk id="26" creationId="{C452BC84-F054-4B51-8EFE-580E5F9A5B4F}"/>
          </ac:spMkLst>
        </pc:spChg>
        <pc:spChg chg="add mod">
          <ac:chgData name="Josh Reiss" userId="a90d6cd88c30b6c6" providerId="LiveId" clId="{8F02E535-6874-4596-B703-FB2537C58C59}" dt="2021-02-07T12:52:23.563" v="1102" actId="403"/>
          <ac:spMkLst>
            <pc:docMk/>
            <pc:sldMk cId="966444678" sldId="294"/>
            <ac:spMk id="31" creationId="{18FEDD89-7234-4D55-891E-AB85FA97068F}"/>
          </ac:spMkLst>
        </pc:spChg>
        <pc:spChg chg="add del">
          <ac:chgData name="Josh Reiss" userId="a90d6cd88c30b6c6" providerId="LiveId" clId="{8F02E535-6874-4596-B703-FB2537C58C59}" dt="2021-02-07T12:45:54.278" v="976" actId="478"/>
          <ac:spMkLst>
            <pc:docMk/>
            <pc:sldMk cId="966444678" sldId="294"/>
            <ac:spMk id="37" creationId="{42B60A13-D9FE-4933-9597-7F51F350B6AE}"/>
          </ac:spMkLst>
        </pc:spChg>
        <pc:spChg chg="add del">
          <ac:chgData name="Josh Reiss" userId="a90d6cd88c30b6c6" providerId="LiveId" clId="{8F02E535-6874-4596-B703-FB2537C58C59}" dt="2021-02-07T12:45:54.278" v="976" actId="478"/>
          <ac:spMkLst>
            <pc:docMk/>
            <pc:sldMk cId="966444678" sldId="294"/>
            <ac:spMk id="38" creationId="{A066DDF3-1977-439B-92D1-02FE02A04CBC}"/>
          </ac:spMkLst>
        </pc:spChg>
        <pc:spChg chg="add del">
          <ac:chgData name="Josh Reiss" userId="a90d6cd88c30b6c6" providerId="LiveId" clId="{8F02E535-6874-4596-B703-FB2537C58C59}" dt="2021-02-07T12:45:54.278" v="976" actId="478"/>
          <ac:spMkLst>
            <pc:docMk/>
            <pc:sldMk cId="966444678" sldId="294"/>
            <ac:spMk id="39" creationId="{6BAE5A97-54D7-47AA-BADF-81C8A7A517C7}"/>
          </ac:spMkLst>
        </pc:spChg>
        <pc:spChg chg="add del mod">
          <ac:chgData name="Josh Reiss" userId="a90d6cd88c30b6c6" providerId="LiveId" clId="{8F02E535-6874-4596-B703-FB2537C58C59}" dt="2021-02-07T12:52:23.563" v="1102" actId="403"/>
          <ac:spMkLst>
            <pc:docMk/>
            <pc:sldMk cId="966444678" sldId="294"/>
            <ac:spMk id="44" creationId="{07728923-4169-4708-A58B-5C6D8389208E}"/>
          </ac:spMkLst>
        </pc:spChg>
        <pc:spChg chg="add del mod">
          <ac:chgData name="Josh Reiss" userId="a90d6cd88c30b6c6" providerId="LiveId" clId="{8F02E535-6874-4596-B703-FB2537C58C59}" dt="2021-02-07T12:52:23.563" v="1102" actId="403"/>
          <ac:spMkLst>
            <pc:docMk/>
            <pc:sldMk cId="966444678" sldId="294"/>
            <ac:spMk id="45" creationId="{2FDCD000-6465-4165-A253-AD1FE3E112B9}"/>
          </ac:spMkLst>
        </pc:spChg>
        <pc:spChg chg="mod">
          <ac:chgData name="Josh Reiss" userId="a90d6cd88c30b6c6" providerId="LiveId" clId="{8F02E535-6874-4596-B703-FB2537C58C59}" dt="2021-02-07T12:52:23.563" v="1102" actId="403"/>
          <ac:spMkLst>
            <pc:docMk/>
            <pc:sldMk cId="966444678" sldId="294"/>
            <ac:spMk id="46" creationId="{6EF0035B-78D5-4086-A75E-54A1AF71DDB1}"/>
          </ac:spMkLst>
        </pc:spChg>
        <pc:spChg chg="add del">
          <ac:chgData name="Josh Reiss" userId="a90d6cd88c30b6c6" providerId="LiveId" clId="{8F02E535-6874-4596-B703-FB2537C58C59}" dt="2021-02-07T12:45:57.272" v="977" actId="478"/>
          <ac:spMkLst>
            <pc:docMk/>
            <pc:sldMk cId="966444678" sldId="294"/>
            <ac:spMk id="48" creationId="{782A3834-439D-4E13-9671-45A4A619D497}"/>
          </ac:spMkLst>
        </pc:spChg>
        <pc:spChg chg="mod">
          <ac:chgData name="Josh Reiss" userId="a90d6cd88c30b6c6" providerId="LiveId" clId="{8F02E535-6874-4596-B703-FB2537C58C59}" dt="2021-02-07T12:51:05.170" v="1091" actId="1076"/>
          <ac:spMkLst>
            <pc:docMk/>
            <pc:sldMk cId="966444678" sldId="294"/>
            <ac:spMk id="49" creationId="{AD65B9A0-1A34-43D2-A93F-BBD095C7E742}"/>
          </ac:spMkLst>
        </pc:spChg>
        <pc:spChg chg="add mod">
          <ac:chgData name="Josh Reiss" userId="a90d6cd88c30b6c6" providerId="LiveId" clId="{8F02E535-6874-4596-B703-FB2537C58C59}" dt="2021-02-07T12:52:23.563" v="1102" actId="403"/>
          <ac:spMkLst>
            <pc:docMk/>
            <pc:sldMk cId="966444678" sldId="294"/>
            <ac:spMk id="50" creationId="{3E4EC849-E12D-4B26-AAB5-831D14D6DBC1}"/>
          </ac:spMkLst>
        </pc:spChg>
        <pc:grpChg chg="add mod">
          <ac:chgData name="Josh Reiss" userId="a90d6cd88c30b6c6" providerId="LiveId" clId="{8F02E535-6874-4596-B703-FB2537C58C59}" dt="2021-02-07T12:51:09.811" v="1092" actId="1076"/>
          <ac:grpSpMkLst>
            <pc:docMk/>
            <pc:sldMk cId="966444678" sldId="294"/>
            <ac:grpSpMk id="6" creationId="{3A557EB2-97BF-49FF-9EB4-6C0C6AE38EC5}"/>
          </ac:grpSpMkLst>
        </pc:grpChg>
        <pc:cxnChg chg="add del">
          <ac:chgData name="Josh Reiss" userId="a90d6cd88c30b6c6" providerId="LiveId" clId="{8F02E535-6874-4596-B703-FB2537C58C59}" dt="2021-02-07T12:45:54.278" v="976" actId="478"/>
          <ac:cxnSpMkLst>
            <pc:docMk/>
            <pc:sldMk cId="966444678" sldId="294"/>
            <ac:cxnSpMk id="17" creationId="{018E1A5B-016C-473C-B80D-A600A8466A8D}"/>
          </ac:cxnSpMkLst>
        </pc:cxnChg>
        <pc:cxnChg chg="add del">
          <ac:chgData name="Josh Reiss" userId="a90d6cd88c30b6c6" providerId="LiveId" clId="{8F02E535-6874-4596-B703-FB2537C58C59}" dt="2021-02-07T12:45:54.278" v="976" actId="478"/>
          <ac:cxnSpMkLst>
            <pc:docMk/>
            <pc:sldMk cId="966444678" sldId="294"/>
            <ac:cxnSpMk id="18" creationId="{DF389B19-19C4-4AE8-950E-42490D2BA533}"/>
          </ac:cxnSpMkLst>
        </pc:cxnChg>
        <pc:cxnChg chg="add del">
          <ac:chgData name="Josh Reiss" userId="a90d6cd88c30b6c6" providerId="LiveId" clId="{8F02E535-6874-4596-B703-FB2537C58C59}" dt="2021-02-07T12:45:54.278" v="976" actId="478"/>
          <ac:cxnSpMkLst>
            <pc:docMk/>
            <pc:sldMk cId="966444678" sldId="294"/>
            <ac:cxnSpMk id="21" creationId="{08C7FA7A-27E7-44ED-853B-BF807F8059E9}"/>
          </ac:cxnSpMkLst>
        </pc:cxnChg>
        <pc:cxnChg chg="add del">
          <ac:chgData name="Josh Reiss" userId="a90d6cd88c30b6c6" providerId="LiveId" clId="{8F02E535-6874-4596-B703-FB2537C58C59}" dt="2021-02-07T12:45:54.278" v="976" actId="478"/>
          <ac:cxnSpMkLst>
            <pc:docMk/>
            <pc:sldMk cId="966444678" sldId="294"/>
            <ac:cxnSpMk id="27" creationId="{27FFC5ED-1A26-4263-A283-6DE2A5D14827}"/>
          </ac:cxnSpMkLst>
        </pc:cxnChg>
        <pc:cxnChg chg="add del">
          <ac:chgData name="Josh Reiss" userId="a90d6cd88c30b6c6" providerId="LiveId" clId="{8F02E535-6874-4596-B703-FB2537C58C59}" dt="2021-02-07T12:45:54.278" v="976" actId="478"/>
          <ac:cxnSpMkLst>
            <pc:docMk/>
            <pc:sldMk cId="966444678" sldId="294"/>
            <ac:cxnSpMk id="34" creationId="{851C61B2-2538-4C3D-8A6F-E22578A04696}"/>
          </ac:cxnSpMkLst>
        </pc:cxnChg>
        <pc:cxnChg chg="add del">
          <ac:chgData name="Josh Reiss" userId="a90d6cd88c30b6c6" providerId="LiveId" clId="{8F02E535-6874-4596-B703-FB2537C58C59}" dt="2021-02-07T12:45:54.278" v="976" actId="478"/>
          <ac:cxnSpMkLst>
            <pc:docMk/>
            <pc:sldMk cId="966444678" sldId="294"/>
            <ac:cxnSpMk id="35" creationId="{EFB00599-E64F-49C0-8DE6-A7ACB74EF45C}"/>
          </ac:cxnSpMkLst>
        </pc:cxnChg>
        <pc:cxnChg chg="add del">
          <ac:chgData name="Josh Reiss" userId="a90d6cd88c30b6c6" providerId="LiveId" clId="{8F02E535-6874-4596-B703-FB2537C58C59}" dt="2021-02-07T12:45:54.278" v="976" actId="478"/>
          <ac:cxnSpMkLst>
            <pc:docMk/>
            <pc:sldMk cId="966444678" sldId="294"/>
            <ac:cxnSpMk id="36" creationId="{C7F93DB5-CD29-436B-AB8B-869DE624E886}"/>
          </ac:cxnSpMkLst>
        </pc:cxnChg>
        <pc:cxnChg chg="add del">
          <ac:chgData name="Josh Reiss" userId="a90d6cd88c30b6c6" providerId="LiveId" clId="{8F02E535-6874-4596-B703-FB2537C58C59}" dt="2021-02-07T12:45:54.278" v="976" actId="478"/>
          <ac:cxnSpMkLst>
            <pc:docMk/>
            <pc:sldMk cId="966444678" sldId="294"/>
            <ac:cxnSpMk id="40" creationId="{427B2203-2DC3-4E0F-B66A-8AF9446D7742}"/>
          </ac:cxnSpMkLst>
        </pc:cxnChg>
        <pc:cxnChg chg="add del mod">
          <ac:chgData name="Josh Reiss" userId="a90d6cd88c30b6c6" providerId="LiveId" clId="{8F02E535-6874-4596-B703-FB2537C58C59}" dt="2021-02-07T12:50:54.840" v="1089" actId="1076"/>
          <ac:cxnSpMkLst>
            <pc:docMk/>
            <pc:sldMk cId="966444678" sldId="294"/>
            <ac:cxnSpMk id="41" creationId="{3314486C-A500-48B5-8822-8AC6E20A2776}"/>
          </ac:cxnSpMkLst>
        </pc:cxnChg>
        <pc:cxnChg chg="mod">
          <ac:chgData name="Josh Reiss" userId="a90d6cd88c30b6c6" providerId="LiveId" clId="{8F02E535-6874-4596-B703-FB2537C58C59}" dt="2021-02-07T12:50:49.142" v="1087" actId="14100"/>
          <ac:cxnSpMkLst>
            <pc:docMk/>
            <pc:sldMk cId="966444678" sldId="294"/>
            <ac:cxnSpMk id="42" creationId="{AABB5F0D-4ACC-4B86-9E77-DB449C289186}"/>
          </ac:cxnSpMkLst>
        </pc:cxnChg>
        <pc:cxnChg chg="mod">
          <ac:chgData name="Josh Reiss" userId="a90d6cd88c30b6c6" providerId="LiveId" clId="{8F02E535-6874-4596-B703-FB2537C58C59}" dt="2021-02-07T12:50:35.614" v="1085" actId="164"/>
          <ac:cxnSpMkLst>
            <pc:docMk/>
            <pc:sldMk cId="966444678" sldId="294"/>
            <ac:cxnSpMk id="43" creationId="{07C45EAD-C90D-4B0C-9550-FA7FB59B5D20}"/>
          </ac:cxnSpMkLst>
        </pc:cxnChg>
        <pc:cxnChg chg="mod">
          <ac:chgData name="Josh Reiss" userId="a90d6cd88c30b6c6" providerId="LiveId" clId="{8F02E535-6874-4596-B703-FB2537C58C59}" dt="2021-02-07T12:50:35.614" v="1085" actId="164"/>
          <ac:cxnSpMkLst>
            <pc:docMk/>
            <pc:sldMk cId="966444678" sldId="294"/>
            <ac:cxnSpMk id="47" creationId="{939D0005-4096-4D46-80AA-CC02BFF53C30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WAA%20documents/Other/Schedul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[Scheduling.xlsx]Curves!$F$1</c:f>
              <c:strCache>
                <c:ptCount val="1"/>
                <c:pt idx="0">
                  <c:v>Linear Ramp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[Scheduling.xlsx]Curves!$A$2:$A$202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cat>
          <c:val>
            <c:numRef>
              <c:f>[Scheduling.xlsx]Curves!$F$2:$F$202</c:f>
              <c:numCache>
                <c:formatCode>General</c:formatCode>
                <c:ptCount val="201"/>
                <c:pt idx="0">
                  <c:v>0.5</c:v>
                </c:pt>
                <c:pt idx="1">
                  <c:v>0.50749999999999995</c:v>
                </c:pt>
                <c:pt idx="2">
                  <c:v>0.51500000000000001</c:v>
                </c:pt>
                <c:pt idx="3">
                  <c:v>0.52249999999999996</c:v>
                </c:pt>
                <c:pt idx="4">
                  <c:v>0.53</c:v>
                </c:pt>
                <c:pt idx="5">
                  <c:v>0.53749999999999998</c:v>
                </c:pt>
                <c:pt idx="6">
                  <c:v>0.54500000000000004</c:v>
                </c:pt>
                <c:pt idx="7">
                  <c:v>0.55249999999999999</c:v>
                </c:pt>
                <c:pt idx="8">
                  <c:v>0.56000000000000005</c:v>
                </c:pt>
                <c:pt idx="9">
                  <c:v>0.5675</c:v>
                </c:pt>
                <c:pt idx="10">
                  <c:v>0.57499999999999996</c:v>
                </c:pt>
                <c:pt idx="11">
                  <c:v>0.58250000000000002</c:v>
                </c:pt>
                <c:pt idx="12">
                  <c:v>0.59</c:v>
                </c:pt>
                <c:pt idx="13">
                  <c:v>0.59750000000000003</c:v>
                </c:pt>
                <c:pt idx="14">
                  <c:v>0.60499999999999998</c:v>
                </c:pt>
                <c:pt idx="15">
                  <c:v>0.61250000000000004</c:v>
                </c:pt>
                <c:pt idx="16">
                  <c:v>0.62</c:v>
                </c:pt>
                <c:pt idx="17">
                  <c:v>0.62749999999999995</c:v>
                </c:pt>
                <c:pt idx="18">
                  <c:v>0.63500000000000001</c:v>
                </c:pt>
                <c:pt idx="19">
                  <c:v>0.64250000000000007</c:v>
                </c:pt>
                <c:pt idx="20">
                  <c:v>0.65</c:v>
                </c:pt>
                <c:pt idx="21">
                  <c:v>0.65749999999999997</c:v>
                </c:pt>
                <c:pt idx="22">
                  <c:v>0.66500000000000004</c:v>
                </c:pt>
                <c:pt idx="23">
                  <c:v>0.67249999999999999</c:v>
                </c:pt>
                <c:pt idx="24">
                  <c:v>0.67999999999999994</c:v>
                </c:pt>
                <c:pt idx="25">
                  <c:v>0.6875</c:v>
                </c:pt>
                <c:pt idx="26">
                  <c:v>0.69500000000000006</c:v>
                </c:pt>
                <c:pt idx="27">
                  <c:v>0.70250000000000001</c:v>
                </c:pt>
                <c:pt idx="28">
                  <c:v>0.71</c:v>
                </c:pt>
                <c:pt idx="29">
                  <c:v>0.71750000000000003</c:v>
                </c:pt>
                <c:pt idx="30">
                  <c:v>0.72499999999999998</c:v>
                </c:pt>
                <c:pt idx="31">
                  <c:v>0.73249999999999993</c:v>
                </c:pt>
                <c:pt idx="32">
                  <c:v>0.74</c:v>
                </c:pt>
                <c:pt idx="33">
                  <c:v>0.74750000000000005</c:v>
                </c:pt>
                <c:pt idx="34">
                  <c:v>0.755</c:v>
                </c:pt>
                <c:pt idx="35">
                  <c:v>0.76249999999999996</c:v>
                </c:pt>
                <c:pt idx="36">
                  <c:v>0.77</c:v>
                </c:pt>
                <c:pt idx="37">
                  <c:v>0.77749999999999997</c:v>
                </c:pt>
                <c:pt idx="38">
                  <c:v>0.78500000000000003</c:v>
                </c:pt>
                <c:pt idx="39">
                  <c:v>0.79249999999999998</c:v>
                </c:pt>
                <c:pt idx="40">
                  <c:v>0.8</c:v>
                </c:pt>
                <c:pt idx="41">
                  <c:v>0.8075</c:v>
                </c:pt>
                <c:pt idx="42">
                  <c:v>0.81499999999999995</c:v>
                </c:pt>
                <c:pt idx="43">
                  <c:v>0.82250000000000001</c:v>
                </c:pt>
                <c:pt idx="44">
                  <c:v>0.83000000000000007</c:v>
                </c:pt>
                <c:pt idx="45">
                  <c:v>0.83750000000000002</c:v>
                </c:pt>
                <c:pt idx="46">
                  <c:v>0.84499999999999997</c:v>
                </c:pt>
                <c:pt idx="47">
                  <c:v>0.85250000000000004</c:v>
                </c:pt>
                <c:pt idx="48">
                  <c:v>0.86</c:v>
                </c:pt>
                <c:pt idx="49">
                  <c:v>0.86749999999999994</c:v>
                </c:pt>
                <c:pt idx="50">
                  <c:v>0.875</c:v>
                </c:pt>
                <c:pt idx="51">
                  <c:v>0.88250000000000006</c:v>
                </c:pt>
                <c:pt idx="52">
                  <c:v>0.89</c:v>
                </c:pt>
                <c:pt idx="53">
                  <c:v>0.89749999999999996</c:v>
                </c:pt>
                <c:pt idx="54">
                  <c:v>0.90500000000000003</c:v>
                </c:pt>
                <c:pt idx="55">
                  <c:v>0.91250000000000009</c:v>
                </c:pt>
                <c:pt idx="56">
                  <c:v>0.92</c:v>
                </c:pt>
                <c:pt idx="57">
                  <c:v>0.92749999999999999</c:v>
                </c:pt>
                <c:pt idx="58">
                  <c:v>0.93499999999999994</c:v>
                </c:pt>
                <c:pt idx="59">
                  <c:v>0.9425</c:v>
                </c:pt>
                <c:pt idx="60">
                  <c:v>0.95</c:v>
                </c:pt>
                <c:pt idx="61">
                  <c:v>0.95750000000000002</c:v>
                </c:pt>
                <c:pt idx="62">
                  <c:v>0.96499999999999997</c:v>
                </c:pt>
                <c:pt idx="63">
                  <c:v>0.97250000000000003</c:v>
                </c:pt>
                <c:pt idx="64">
                  <c:v>0.98</c:v>
                </c:pt>
                <c:pt idx="65">
                  <c:v>0.98750000000000004</c:v>
                </c:pt>
                <c:pt idx="66">
                  <c:v>0.995</c:v>
                </c:pt>
                <c:pt idx="67">
                  <c:v>1.0024999999999999</c:v>
                </c:pt>
                <c:pt idx="68">
                  <c:v>1.01</c:v>
                </c:pt>
                <c:pt idx="69">
                  <c:v>1.0175000000000001</c:v>
                </c:pt>
                <c:pt idx="70">
                  <c:v>1.0249999999999999</c:v>
                </c:pt>
                <c:pt idx="71">
                  <c:v>1.0325</c:v>
                </c:pt>
                <c:pt idx="72">
                  <c:v>1.04</c:v>
                </c:pt>
                <c:pt idx="73">
                  <c:v>1.0474999999999999</c:v>
                </c:pt>
                <c:pt idx="74">
                  <c:v>1.0549999999999999</c:v>
                </c:pt>
                <c:pt idx="75">
                  <c:v>1.0625</c:v>
                </c:pt>
                <c:pt idx="76">
                  <c:v>1.07</c:v>
                </c:pt>
                <c:pt idx="77">
                  <c:v>1.0775000000000001</c:v>
                </c:pt>
                <c:pt idx="78">
                  <c:v>1.085</c:v>
                </c:pt>
                <c:pt idx="79">
                  <c:v>1.0925</c:v>
                </c:pt>
                <c:pt idx="80">
                  <c:v>1.1000000000000001</c:v>
                </c:pt>
                <c:pt idx="81">
                  <c:v>1.1074999999999999</c:v>
                </c:pt>
                <c:pt idx="82">
                  <c:v>1.115</c:v>
                </c:pt>
                <c:pt idx="83">
                  <c:v>1.1225000000000001</c:v>
                </c:pt>
                <c:pt idx="84">
                  <c:v>1.1299999999999999</c:v>
                </c:pt>
                <c:pt idx="85">
                  <c:v>1.1375</c:v>
                </c:pt>
                <c:pt idx="86">
                  <c:v>1.145</c:v>
                </c:pt>
                <c:pt idx="87">
                  <c:v>1.1524999999999999</c:v>
                </c:pt>
                <c:pt idx="88">
                  <c:v>1.1600000000000001</c:v>
                </c:pt>
                <c:pt idx="89">
                  <c:v>1.1675</c:v>
                </c:pt>
                <c:pt idx="90">
                  <c:v>1.175</c:v>
                </c:pt>
                <c:pt idx="91">
                  <c:v>1.1825000000000001</c:v>
                </c:pt>
                <c:pt idx="92">
                  <c:v>1.19</c:v>
                </c:pt>
                <c:pt idx="93">
                  <c:v>1.1975</c:v>
                </c:pt>
                <c:pt idx="94">
                  <c:v>1.2050000000000001</c:v>
                </c:pt>
                <c:pt idx="95">
                  <c:v>1.2124999999999999</c:v>
                </c:pt>
                <c:pt idx="96">
                  <c:v>1.22</c:v>
                </c:pt>
                <c:pt idx="97">
                  <c:v>1.2275</c:v>
                </c:pt>
                <c:pt idx="98">
                  <c:v>1.2349999999999999</c:v>
                </c:pt>
                <c:pt idx="99">
                  <c:v>1.2424999999999999</c:v>
                </c:pt>
                <c:pt idx="100">
                  <c:v>1.25</c:v>
                </c:pt>
                <c:pt idx="101">
                  <c:v>1.2575000000000001</c:v>
                </c:pt>
                <c:pt idx="102">
                  <c:v>1.2650000000000001</c:v>
                </c:pt>
                <c:pt idx="103">
                  <c:v>1.2725</c:v>
                </c:pt>
                <c:pt idx="104">
                  <c:v>1.28</c:v>
                </c:pt>
                <c:pt idx="105">
                  <c:v>1.2875000000000001</c:v>
                </c:pt>
                <c:pt idx="106">
                  <c:v>1.2949999999999999</c:v>
                </c:pt>
                <c:pt idx="107">
                  <c:v>1.3025</c:v>
                </c:pt>
                <c:pt idx="108">
                  <c:v>1.31</c:v>
                </c:pt>
                <c:pt idx="109">
                  <c:v>1.3175000000000001</c:v>
                </c:pt>
                <c:pt idx="110">
                  <c:v>1.3250000000000002</c:v>
                </c:pt>
                <c:pt idx="111">
                  <c:v>1.3325</c:v>
                </c:pt>
                <c:pt idx="112">
                  <c:v>1.34</c:v>
                </c:pt>
                <c:pt idx="113">
                  <c:v>1.3474999999999999</c:v>
                </c:pt>
                <c:pt idx="114">
                  <c:v>1.355</c:v>
                </c:pt>
                <c:pt idx="115">
                  <c:v>1.3624999999999998</c:v>
                </c:pt>
                <c:pt idx="116">
                  <c:v>1.3699999999999999</c:v>
                </c:pt>
                <c:pt idx="117">
                  <c:v>1.3774999999999999</c:v>
                </c:pt>
                <c:pt idx="118">
                  <c:v>1.385</c:v>
                </c:pt>
                <c:pt idx="119">
                  <c:v>1.3925000000000001</c:v>
                </c:pt>
                <c:pt idx="120">
                  <c:v>1.4</c:v>
                </c:pt>
                <c:pt idx="121">
                  <c:v>1.4075</c:v>
                </c:pt>
                <c:pt idx="122">
                  <c:v>1.415</c:v>
                </c:pt>
                <c:pt idx="123">
                  <c:v>1.4224999999999999</c:v>
                </c:pt>
                <c:pt idx="124">
                  <c:v>1.43</c:v>
                </c:pt>
                <c:pt idx="125">
                  <c:v>1.4375</c:v>
                </c:pt>
                <c:pt idx="126">
                  <c:v>1.4450000000000001</c:v>
                </c:pt>
                <c:pt idx="127">
                  <c:v>1.4525000000000001</c:v>
                </c:pt>
                <c:pt idx="128">
                  <c:v>1.46</c:v>
                </c:pt>
                <c:pt idx="129">
                  <c:v>1.4675</c:v>
                </c:pt>
                <c:pt idx="130">
                  <c:v>1.4750000000000001</c:v>
                </c:pt>
                <c:pt idx="131">
                  <c:v>1.4824999999999999</c:v>
                </c:pt>
                <c:pt idx="132">
                  <c:v>1.49</c:v>
                </c:pt>
                <c:pt idx="133">
                  <c:v>1.4975000000000001</c:v>
                </c:pt>
                <c:pt idx="134">
                  <c:v>1.5050000000000001</c:v>
                </c:pt>
                <c:pt idx="135">
                  <c:v>1.5125000000000002</c:v>
                </c:pt>
                <c:pt idx="136">
                  <c:v>1.52</c:v>
                </c:pt>
                <c:pt idx="137">
                  <c:v>1.5275000000000001</c:v>
                </c:pt>
                <c:pt idx="138">
                  <c:v>1.5349999999999999</c:v>
                </c:pt>
                <c:pt idx="139">
                  <c:v>1.5425</c:v>
                </c:pt>
                <c:pt idx="140">
                  <c:v>1.5499999999999998</c:v>
                </c:pt>
                <c:pt idx="141">
                  <c:v>1.5574999999999999</c:v>
                </c:pt>
                <c:pt idx="142">
                  <c:v>1.5649999999999999</c:v>
                </c:pt>
                <c:pt idx="143">
                  <c:v>1.5725</c:v>
                </c:pt>
                <c:pt idx="144">
                  <c:v>1.58</c:v>
                </c:pt>
                <c:pt idx="145">
                  <c:v>1.5874999999999999</c:v>
                </c:pt>
                <c:pt idx="146">
                  <c:v>1.595</c:v>
                </c:pt>
                <c:pt idx="147">
                  <c:v>1.6025</c:v>
                </c:pt>
                <c:pt idx="148">
                  <c:v>1.6099999999999999</c:v>
                </c:pt>
                <c:pt idx="149">
                  <c:v>1.6174999999999999</c:v>
                </c:pt>
                <c:pt idx="150">
                  <c:v>1.625</c:v>
                </c:pt>
                <c:pt idx="151">
                  <c:v>1.6325000000000001</c:v>
                </c:pt>
                <c:pt idx="152">
                  <c:v>1.6400000000000001</c:v>
                </c:pt>
                <c:pt idx="153">
                  <c:v>1.6475</c:v>
                </c:pt>
                <c:pt idx="154">
                  <c:v>1.655</c:v>
                </c:pt>
                <c:pt idx="155">
                  <c:v>1.6625000000000001</c:v>
                </c:pt>
                <c:pt idx="156">
                  <c:v>1.67</c:v>
                </c:pt>
                <c:pt idx="157">
                  <c:v>1.6775</c:v>
                </c:pt>
                <c:pt idx="158">
                  <c:v>1.6850000000000001</c:v>
                </c:pt>
                <c:pt idx="159">
                  <c:v>1.6925000000000001</c:v>
                </c:pt>
                <c:pt idx="160">
                  <c:v>1.7000000000000002</c:v>
                </c:pt>
                <c:pt idx="161">
                  <c:v>1.7075</c:v>
                </c:pt>
                <c:pt idx="162">
                  <c:v>1.7150000000000001</c:v>
                </c:pt>
                <c:pt idx="163">
                  <c:v>1.7224999999999999</c:v>
                </c:pt>
                <c:pt idx="164">
                  <c:v>1.73</c:v>
                </c:pt>
                <c:pt idx="165">
                  <c:v>1.7374999999999998</c:v>
                </c:pt>
                <c:pt idx="166">
                  <c:v>1.7449999999999999</c:v>
                </c:pt>
                <c:pt idx="167">
                  <c:v>1.7524999999999999</c:v>
                </c:pt>
                <c:pt idx="168">
                  <c:v>1.76</c:v>
                </c:pt>
                <c:pt idx="169">
                  <c:v>1.7675000000000001</c:v>
                </c:pt>
                <c:pt idx="170">
                  <c:v>1.7749999999999999</c:v>
                </c:pt>
                <c:pt idx="171">
                  <c:v>1.7825</c:v>
                </c:pt>
                <c:pt idx="172">
                  <c:v>1.79</c:v>
                </c:pt>
                <c:pt idx="173">
                  <c:v>1.7974999999999999</c:v>
                </c:pt>
                <c:pt idx="174">
                  <c:v>1.8049999999999999</c:v>
                </c:pt>
                <c:pt idx="175">
                  <c:v>1.8125</c:v>
                </c:pt>
                <c:pt idx="176">
                  <c:v>1.82</c:v>
                </c:pt>
                <c:pt idx="177">
                  <c:v>1.8275000000000001</c:v>
                </c:pt>
                <c:pt idx="178">
                  <c:v>1.835</c:v>
                </c:pt>
                <c:pt idx="179">
                  <c:v>1.8425</c:v>
                </c:pt>
                <c:pt idx="180">
                  <c:v>1.85</c:v>
                </c:pt>
                <c:pt idx="181">
                  <c:v>1.8574999999999999</c:v>
                </c:pt>
                <c:pt idx="182">
                  <c:v>1.865</c:v>
                </c:pt>
                <c:pt idx="183">
                  <c:v>1.8725000000000001</c:v>
                </c:pt>
                <c:pt idx="184">
                  <c:v>1.8800000000000001</c:v>
                </c:pt>
                <c:pt idx="185">
                  <c:v>1.8875000000000002</c:v>
                </c:pt>
                <c:pt idx="186">
                  <c:v>1.895</c:v>
                </c:pt>
                <c:pt idx="187">
                  <c:v>1.9025000000000001</c:v>
                </c:pt>
                <c:pt idx="188">
                  <c:v>1.91</c:v>
                </c:pt>
                <c:pt idx="189">
                  <c:v>1.9175</c:v>
                </c:pt>
                <c:pt idx="190">
                  <c:v>1.9249999999999998</c:v>
                </c:pt>
                <c:pt idx="191">
                  <c:v>1.9324999999999999</c:v>
                </c:pt>
                <c:pt idx="192">
                  <c:v>1.94</c:v>
                </c:pt>
                <c:pt idx="193">
                  <c:v>1.9475</c:v>
                </c:pt>
                <c:pt idx="194">
                  <c:v>1.9550000000000001</c:v>
                </c:pt>
                <c:pt idx="195">
                  <c:v>1.9624999999999999</c:v>
                </c:pt>
                <c:pt idx="196">
                  <c:v>1.97</c:v>
                </c:pt>
                <c:pt idx="197">
                  <c:v>1.9775</c:v>
                </c:pt>
                <c:pt idx="198">
                  <c:v>1.9849999999999999</c:v>
                </c:pt>
                <c:pt idx="199">
                  <c:v>1.9924999999999999</c:v>
                </c:pt>
                <c:pt idx="20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FE-4CCB-8C4E-E2EB4378A50B}"/>
            </c:ext>
          </c:extLst>
        </c:ser>
        <c:ser>
          <c:idx val="1"/>
          <c:order val="1"/>
          <c:tx>
            <c:strRef>
              <c:f>[Scheduling.xlsx]Curves!$G$1</c:f>
              <c:strCache>
                <c:ptCount val="1"/>
                <c:pt idx="0">
                  <c:v>Exponential Ramp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[Scheduling.xlsx]Curves!$A$2:$A$202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cat>
          <c:val>
            <c:numRef>
              <c:f>[Scheduling.xlsx]Curves!$G$2:$G$202</c:f>
              <c:numCache>
                <c:formatCode>General</c:formatCode>
                <c:ptCount val="201"/>
                <c:pt idx="0">
                  <c:v>0.5</c:v>
                </c:pt>
                <c:pt idx="1">
                  <c:v>0.50347777502835944</c:v>
                </c:pt>
                <c:pt idx="2">
                  <c:v>0.50697973989501455</c:v>
                </c:pt>
                <c:pt idx="3">
                  <c:v>0.51050606285359668</c:v>
                </c:pt>
                <c:pt idx="4">
                  <c:v>0.51405691332803327</c:v>
                </c:pt>
                <c:pt idx="5">
                  <c:v>0.51763246192068879</c:v>
                </c:pt>
                <c:pt idx="6">
                  <c:v>0.52123288042056071</c:v>
                </c:pt>
                <c:pt idx="7">
                  <c:v>0.52485834181153368</c:v>
                </c:pt>
                <c:pt idx="8">
                  <c:v>0.52850902028069013</c:v>
                </c:pt>
                <c:pt idx="9">
                  <c:v>0.5321850912266799</c:v>
                </c:pt>
                <c:pt idx="10">
                  <c:v>0.53588673126814657</c:v>
                </c:pt>
                <c:pt idx="11">
                  <c:v>0.53961411825221361</c:v>
                </c:pt>
                <c:pt idx="12">
                  <c:v>0.543367431263029</c:v>
                </c:pt>
                <c:pt idx="13">
                  <c:v>0.54714685063036972</c:v>
                </c:pt>
                <c:pt idx="14">
                  <c:v>0.55095255793830533</c:v>
                </c:pt>
                <c:pt idx="15">
                  <c:v>0.55478473603392253</c:v>
                </c:pt>
                <c:pt idx="16">
                  <c:v>0.55864356903611001</c:v>
                </c:pt>
                <c:pt idx="17">
                  <c:v>0.56252924234440471</c:v>
                </c:pt>
                <c:pt idx="18">
                  <c:v>0.56644194264789927</c:v>
                </c:pt>
                <c:pt idx="19">
                  <c:v>0.57038185793421181</c:v>
                </c:pt>
                <c:pt idx="20">
                  <c:v>0.57434917749851755</c:v>
                </c:pt>
                <c:pt idx="21">
                  <c:v>0.57834409195264369</c:v>
                </c:pt>
                <c:pt idx="22">
                  <c:v>0.58236679323422791</c:v>
                </c:pt>
                <c:pt idx="23">
                  <c:v>0.5864174746159394</c:v>
                </c:pt>
                <c:pt idx="24">
                  <c:v>0.59049633071476515</c:v>
                </c:pt>
                <c:pt idx="25">
                  <c:v>0.59460355750136051</c:v>
                </c:pt>
                <c:pt idx="26">
                  <c:v>0.59873935230946429</c:v>
                </c:pt>
                <c:pt idx="27">
                  <c:v>0.60290391384538022</c:v>
                </c:pt>
                <c:pt idx="28">
                  <c:v>0.60709744219752348</c:v>
                </c:pt>
                <c:pt idx="29">
                  <c:v>0.6113201388460342</c:v>
                </c:pt>
                <c:pt idx="30">
                  <c:v>0.61557220667245816</c:v>
                </c:pt>
                <c:pt idx="31">
                  <c:v>0.61985384996949322</c:v>
                </c:pt>
                <c:pt idx="32">
                  <c:v>0.62416527445080594</c:v>
                </c:pt>
                <c:pt idx="33">
                  <c:v>0.62850668726091419</c:v>
                </c:pt>
                <c:pt idx="34">
                  <c:v>0.63287829698513998</c:v>
                </c:pt>
                <c:pt idx="35">
                  <c:v>0.637280313659631</c:v>
                </c:pt>
                <c:pt idx="36">
                  <c:v>0.64171294878145213</c:v>
                </c:pt>
                <c:pt idx="37">
                  <c:v>0.64617641531874614</c:v>
                </c:pt>
                <c:pt idx="38">
                  <c:v>0.6506709277209668</c:v>
                </c:pt>
                <c:pt idx="39">
                  <c:v>0.65519670192918167</c:v>
                </c:pt>
                <c:pt idx="40">
                  <c:v>0.6597539553864471</c:v>
                </c:pt>
                <c:pt idx="41">
                  <c:v>0.66434290704825572</c:v>
                </c:pt>
                <c:pt idx="42">
                  <c:v>0.66896377739305601</c:v>
                </c:pt>
                <c:pt idx="43">
                  <c:v>0.67361678843284511</c:v>
                </c:pt>
                <c:pt idx="44">
                  <c:v>0.67830216372383589</c:v>
                </c:pt>
                <c:pt idx="45">
                  <c:v>0.68302012837719772</c:v>
                </c:pt>
                <c:pt idx="46">
                  <c:v>0.68777090906987193</c:v>
                </c:pt>
                <c:pt idx="47">
                  <c:v>0.69255473405546231</c:v>
                </c:pt>
                <c:pt idx="48">
                  <c:v>0.69737183317520268</c:v>
                </c:pt>
                <c:pt idx="49">
                  <c:v>0.70222243786899863</c:v>
                </c:pt>
                <c:pt idx="50">
                  <c:v>0.70710678118654746</c:v>
                </c:pt>
                <c:pt idx="51">
                  <c:v>0.71202509779853584</c:v>
                </c:pt>
                <c:pt idx="52">
                  <c:v>0.71697762400791376</c:v>
                </c:pt>
                <c:pt idx="53">
                  <c:v>0.72196459776124811</c:v>
                </c:pt>
                <c:pt idx="54">
                  <c:v>0.72698625866015532</c:v>
                </c:pt>
                <c:pt idx="55">
                  <c:v>0.73204284797281272</c:v>
                </c:pt>
                <c:pt idx="56">
                  <c:v>0.73713460864555058</c:v>
                </c:pt>
                <c:pt idx="57">
                  <c:v>0.74226178531452458</c:v>
                </c:pt>
                <c:pt idx="58">
                  <c:v>0.74742462431746914</c:v>
                </c:pt>
                <c:pt idx="59">
                  <c:v>0.75262337370553356</c:v>
                </c:pt>
                <c:pt idx="60">
                  <c:v>0.75785828325519899</c:v>
                </c:pt>
                <c:pt idx="61">
                  <c:v>0.76312960448027956</c:v>
                </c:pt>
                <c:pt idx="62">
                  <c:v>0.76843759064400619</c:v>
                </c:pt>
                <c:pt idx="63">
                  <c:v>0.77378249677119493</c:v>
                </c:pt>
                <c:pt idx="64">
                  <c:v>0.7791645796604999</c:v>
                </c:pt>
                <c:pt idx="65">
                  <c:v>0.78458409789675077</c:v>
                </c:pt>
                <c:pt idx="66">
                  <c:v>0.79004131186337712</c:v>
                </c:pt>
                <c:pt idx="67">
                  <c:v>0.7955364837549187</c:v>
                </c:pt>
                <c:pt idx="68">
                  <c:v>0.80106987758962211</c:v>
                </c:pt>
                <c:pt idx="69">
                  <c:v>0.80664175922212622</c:v>
                </c:pt>
                <c:pt idx="70">
                  <c:v>0.81225239635623547</c:v>
                </c:pt>
                <c:pt idx="71">
                  <c:v>0.81790205855778109</c:v>
                </c:pt>
                <c:pt idx="72">
                  <c:v>0.82359101726757311</c:v>
                </c:pt>
                <c:pt idx="73">
                  <c:v>0.82931954581444167</c:v>
                </c:pt>
                <c:pt idx="74">
                  <c:v>0.83508791942836935</c:v>
                </c:pt>
                <c:pt idx="75">
                  <c:v>0.8408964152537145</c:v>
                </c:pt>
                <c:pt idx="76">
                  <c:v>0.84674531236252715</c:v>
                </c:pt>
                <c:pt idx="77">
                  <c:v>0.85263489176795682</c:v>
                </c:pt>
                <c:pt idx="78">
                  <c:v>0.85856543643775374</c:v>
                </c:pt>
                <c:pt idx="79">
                  <c:v>0.86453723130786519</c:v>
                </c:pt>
                <c:pt idx="80">
                  <c:v>0.87055056329612412</c:v>
                </c:pt>
                <c:pt idx="81">
                  <c:v>0.87660572131603509</c:v>
                </c:pt>
                <c:pt idx="82">
                  <c:v>0.88270299629065485</c:v>
                </c:pt>
                <c:pt idx="83">
                  <c:v>0.88884268116657017</c:v>
                </c:pt>
                <c:pt idx="84">
                  <c:v>0.89502507092797234</c:v>
                </c:pt>
                <c:pt idx="85">
                  <c:v>0.90125046261083019</c:v>
                </c:pt>
                <c:pt idx="86">
                  <c:v>0.90751915531716087</c:v>
                </c:pt>
                <c:pt idx="87">
                  <c:v>0.91383145022940049</c:v>
                </c:pt>
                <c:pt idx="88">
                  <c:v>0.92018765062487506</c:v>
                </c:pt>
                <c:pt idx="89">
                  <c:v>0.92658806189037091</c:v>
                </c:pt>
                <c:pt idx="90">
                  <c:v>0.93303299153680741</c:v>
                </c:pt>
                <c:pt idx="91">
                  <c:v>0.9395227492140118</c:v>
                </c:pt>
                <c:pt idx="92">
                  <c:v>0.946057646725596</c:v>
                </c:pt>
                <c:pt idx="93">
                  <c:v>0.95263799804393734</c:v>
                </c:pt>
                <c:pt idx="94">
                  <c:v>0.95926411932526434</c:v>
                </c:pt>
                <c:pt idx="95">
                  <c:v>0.96593632892484549</c:v>
                </c:pt>
                <c:pt idx="96">
                  <c:v>0.97265494741228542</c:v>
                </c:pt>
                <c:pt idx="97">
                  <c:v>0.97942029758692684</c:v>
                </c:pt>
                <c:pt idx="98">
                  <c:v>0.9862327044933592</c:v>
                </c:pt>
                <c:pt idx="99">
                  <c:v>0.99309249543703582</c:v>
                </c:pt>
                <c:pt idx="100">
                  <c:v>1</c:v>
                </c:pt>
                <c:pt idx="101">
                  <c:v>1.0069555500567189</c:v>
                </c:pt>
                <c:pt idx="102">
                  <c:v>1.0139594797900291</c:v>
                </c:pt>
                <c:pt idx="103">
                  <c:v>1.0210121257071934</c:v>
                </c:pt>
                <c:pt idx="104">
                  <c:v>1.0281138266560665</c:v>
                </c:pt>
                <c:pt idx="105">
                  <c:v>1.0352649238413776</c:v>
                </c:pt>
                <c:pt idx="106">
                  <c:v>1.0424657608411214</c:v>
                </c:pt>
                <c:pt idx="107">
                  <c:v>1.0497166836230674</c:v>
                </c:pt>
                <c:pt idx="108">
                  <c:v>1.0570180405613805</c:v>
                </c:pt>
                <c:pt idx="109">
                  <c:v>1.06437018245336</c:v>
                </c:pt>
                <c:pt idx="110">
                  <c:v>1.0717734625362931</c:v>
                </c:pt>
                <c:pt idx="111">
                  <c:v>1.0792282365044272</c:v>
                </c:pt>
                <c:pt idx="112">
                  <c:v>1.0867348625260582</c:v>
                </c:pt>
                <c:pt idx="113">
                  <c:v>1.0942937012607394</c:v>
                </c:pt>
                <c:pt idx="114">
                  <c:v>1.1019051158766107</c:v>
                </c:pt>
                <c:pt idx="115">
                  <c:v>1.1095694720678448</c:v>
                </c:pt>
                <c:pt idx="116">
                  <c:v>1.1172871380722198</c:v>
                </c:pt>
                <c:pt idx="117">
                  <c:v>1.1250584846888094</c:v>
                </c:pt>
                <c:pt idx="118">
                  <c:v>1.1328838852957985</c:v>
                </c:pt>
                <c:pt idx="119">
                  <c:v>1.1407637158684236</c:v>
                </c:pt>
                <c:pt idx="120">
                  <c:v>1.1486983549970351</c:v>
                </c:pt>
                <c:pt idx="121">
                  <c:v>1.1566881839052874</c:v>
                </c:pt>
                <c:pt idx="122">
                  <c:v>1.1647335864684558</c:v>
                </c:pt>
                <c:pt idx="123">
                  <c:v>1.1728349492318786</c:v>
                </c:pt>
                <c:pt idx="124">
                  <c:v>1.1809926614295303</c:v>
                </c:pt>
                <c:pt idx="125">
                  <c:v>1.189207115002721</c:v>
                </c:pt>
                <c:pt idx="126">
                  <c:v>1.1974787046189286</c:v>
                </c:pt>
                <c:pt idx="127">
                  <c:v>1.2058078276907604</c:v>
                </c:pt>
                <c:pt idx="128">
                  <c:v>1.214194884395047</c:v>
                </c:pt>
                <c:pt idx="129">
                  <c:v>1.2226402776920684</c:v>
                </c:pt>
                <c:pt idx="130">
                  <c:v>1.2311444133449163</c:v>
                </c:pt>
                <c:pt idx="131">
                  <c:v>1.2397076999389867</c:v>
                </c:pt>
                <c:pt idx="132">
                  <c:v>1.2483305489016119</c:v>
                </c:pt>
                <c:pt idx="133">
                  <c:v>1.2570133745218284</c:v>
                </c:pt>
                <c:pt idx="134">
                  <c:v>1.26575659397028</c:v>
                </c:pt>
                <c:pt idx="135">
                  <c:v>1.2745606273192622</c:v>
                </c:pt>
                <c:pt idx="136">
                  <c:v>1.2834258975629043</c:v>
                </c:pt>
                <c:pt idx="137">
                  <c:v>1.2923528306374923</c:v>
                </c:pt>
                <c:pt idx="138">
                  <c:v>1.3013418554419334</c:v>
                </c:pt>
                <c:pt idx="139">
                  <c:v>1.3103934038583631</c:v>
                </c:pt>
                <c:pt idx="140">
                  <c:v>1.3195079107728942</c:v>
                </c:pt>
                <c:pt idx="141">
                  <c:v>1.3286858140965114</c:v>
                </c:pt>
                <c:pt idx="142">
                  <c:v>1.3379275547861118</c:v>
                </c:pt>
                <c:pt idx="143">
                  <c:v>1.3472335768656902</c:v>
                </c:pt>
                <c:pt idx="144">
                  <c:v>1.3566043274476718</c:v>
                </c:pt>
                <c:pt idx="145">
                  <c:v>1.3660402567543954</c:v>
                </c:pt>
                <c:pt idx="146">
                  <c:v>1.3755418181397436</c:v>
                </c:pt>
                <c:pt idx="147">
                  <c:v>1.3851094681109246</c:v>
                </c:pt>
                <c:pt idx="148">
                  <c:v>1.3947436663504056</c:v>
                </c:pt>
                <c:pt idx="149">
                  <c:v>1.404444875737997</c:v>
                </c:pt>
                <c:pt idx="150">
                  <c:v>1.4142135623730949</c:v>
                </c:pt>
                <c:pt idx="151">
                  <c:v>1.4240501955970717</c:v>
                </c:pt>
                <c:pt idx="152">
                  <c:v>1.4339552480158273</c:v>
                </c:pt>
                <c:pt idx="153">
                  <c:v>1.4439291955224962</c:v>
                </c:pt>
                <c:pt idx="154">
                  <c:v>1.4539725173203106</c:v>
                </c:pt>
                <c:pt idx="155">
                  <c:v>1.4640856959456252</c:v>
                </c:pt>
                <c:pt idx="156">
                  <c:v>1.4742692172911012</c:v>
                </c:pt>
                <c:pt idx="157">
                  <c:v>1.4845235706290492</c:v>
                </c:pt>
                <c:pt idx="158">
                  <c:v>1.4948492486349385</c:v>
                </c:pt>
                <c:pt idx="159">
                  <c:v>1.5052467474110673</c:v>
                </c:pt>
                <c:pt idx="160">
                  <c:v>1.515716566510398</c:v>
                </c:pt>
                <c:pt idx="161">
                  <c:v>1.5262592089605591</c:v>
                </c:pt>
                <c:pt idx="162">
                  <c:v>1.5368751812880124</c:v>
                </c:pt>
                <c:pt idx="163">
                  <c:v>1.5475649935423896</c:v>
                </c:pt>
                <c:pt idx="164">
                  <c:v>1.5583291593209996</c:v>
                </c:pt>
                <c:pt idx="165">
                  <c:v>1.5691681957935013</c:v>
                </c:pt>
                <c:pt idx="166">
                  <c:v>1.5800826237267542</c:v>
                </c:pt>
                <c:pt idx="167">
                  <c:v>1.5910729675098374</c:v>
                </c:pt>
                <c:pt idx="168">
                  <c:v>1.6021397551792438</c:v>
                </c:pt>
                <c:pt idx="169">
                  <c:v>1.6132835184442524</c:v>
                </c:pt>
                <c:pt idx="170">
                  <c:v>1.6245047927124709</c:v>
                </c:pt>
                <c:pt idx="171">
                  <c:v>1.6358041171155622</c:v>
                </c:pt>
                <c:pt idx="172">
                  <c:v>1.6471820345351462</c:v>
                </c:pt>
                <c:pt idx="173">
                  <c:v>1.6586390916288831</c:v>
                </c:pt>
                <c:pt idx="174">
                  <c:v>1.6701758388567385</c:v>
                </c:pt>
                <c:pt idx="175">
                  <c:v>1.681792830507429</c:v>
                </c:pt>
                <c:pt idx="176">
                  <c:v>1.6934906247250543</c:v>
                </c:pt>
                <c:pt idx="177">
                  <c:v>1.7052697835359134</c:v>
                </c:pt>
                <c:pt idx="178">
                  <c:v>1.7171308728755077</c:v>
                </c:pt>
                <c:pt idx="179">
                  <c:v>1.7290744626157302</c:v>
                </c:pt>
                <c:pt idx="180">
                  <c:v>1.7411011265922482</c:v>
                </c:pt>
                <c:pt idx="181">
                  <c:v>1.7532114426320702</c:v>
                </c:pt>
                <c:pt idx="182">
                  <c:v>1.7654059925813097</c:v>
                </c:pt>
                <c:pt idx="183">
                  <c:v>1.7776853623331406</c:v>
                </c:pt>
                <c:pt idx="184">
                  <c:v>1.7900501418559451</c:v>
                </c:pt>
                <c:pt idx="185">
                  <c:v>1.8025009252216604</c:v>
                </c:pt>
                <c:pt idx="186">
                  <c:v>1.8150383106343217</c:v>
                </c:pt>
                <c:pt idx="187">
                  <c:v>1.8276629004588012</c:v>
                </c:pt>
                <c:pt idx="188">
                  <c:v>1.8403753012497499</c:v>
                </c:pt>
                <c:pt idx="189">
                  <c:v>1.8531761237807416</c:v>
                </c:pt>
                <c:pt idx="190">
                  <c:v>1.8660659830736148</c:v>
                </c:pt>
                <c:pt idx="191">
                  <c:v>1.8790454984280236</c:v>
                </c:pt>
                <c:pt idx="192">
                  <c:v>1.8921152934511916</c:v>
                </c:pt>
                <c:pt idx="193">
                  <c:v>1.9052759960878745</c:v>
                </c:pt>
                <c:pt idx="194">
                  <c:v>1.9185282386505287</c:v>
                </c:pt>
                <c:pt idx="195">
                  <c:v>1.931872657849691</c:v>
                </c:pt>
                <c:pt idx="196">
                  <c:v>1.9453098948245711</c:v>
                </c:pt>
                <c:pt idx="197">
                  <c:v>1.9588405951738539</c:v>
                </c:pt>
                <c:pt idx="198">
                  <c:v>1.9724654089867182</c:v>
                </c:pt>
                <c:pt idx="199">
                  <c:v>1.9861849908740716</c:v>
                </c:pt>
                <c:pt idx="20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FE-4CCB-8C4E-E2EB4378A50B}"/>
            </c:ext>
          </c:extLst>
        </c:ser>
        <c:ser>
          <c:idx val="2"/>
          <c:order val="2"/>
          <c:tx>
            <c:strRef>
              <c:f>[Scheduling.xlsx]Curves!$H$1</c:f>
              <c:strCache>
                <c:ptCount val="1"/>
                <c:pt idx="0">
                  <c:v>setTarget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[Scheduling.xlsx]Curves!$A$2:$A$202</c:f>
              <c:numCache>
                <c:formatCode>General</c:formatCode>
                <c:ptCount val="201"/>
                <c:pt idx="0">
                  <c:v>0</c:v>
                </c:pt>
                <c:pt idx="1">
                  <c:v>5.0000000000000001E-3</c:v>
                </c:pt>
                <c:pt idx="2">
                  <c:v>0.01</c:v>
                </c:pt>
                <c:pt idx="3">
                  <c:v>1.4999999999999999E-2</c:v>
                </c:pt>
                <c:pt idx="4">
                  <c:v>0.02</c:v>
                </c:pt>
                <c:pt idx="5">
                  <c:v>2.5000000000000001E-2</c:v>
                </c:pt>
                <c:pt idx="6">
                  <c:v>0.03</c:v>
                </c:pt>
                <c:pt idx="7">
                  <c:v>3.5000000000000003E-2</c:v>
                </c:pt>
                <c:pt idx="8">
                  <c:v>0.04</c:v>
                </c:pt>
                <c:pt idx="9">
                  <c:v>4.4999999999999998E-2</c:v>
                </c:pt>
                <c:pt idx="10">
                  <c:v>0.05</c:v>
                </c:pt>
                <c:pt idx="11">
                  <c:v>5.5E-2</c:v>
                </c:pt>
                <c:pt idx="12">
                  <c:v>0.06</c:v>
                </c:pt>
                <c:pt idx="13">
                  <c:v>6.5000000000000002E-2</c:v>
                </c:pt>
                <c:pt idx="14">
                  <c:v>7.0000000000000007E-2</c:v>
                </c:pt>
                <c:pt idx="15">
                  <c:v>7.4999999999999997E-2</c:v>
                </c:pt>
                <c:pt idx="16">
                  <c:v>0.08</c:v>
                </c:pt>
                <c:pt idx="17">
                  <c:v>8.5000000000000006E-2</c:v>
                </c:pt>
                <c:pt idx="18">
                  <c:v>0.09</c:v>
                </c:pt>
                <c:pt idx="19">
                  <c:v>9.5000000000000001E-2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0.13500000000000001</c:v>
                </c:pt>
                <c:pt idx="28">
                  <c:v>0.14000000000000001</c:v>
                </c:pt>
                <c:pt idx="29">
                  <c:v>0.14499999999999999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0.16500000000000001</c:v>
                </c:pt>
                <c:pt idx="34">
                  <c:v>0.17</c:v>
                </c:pt>
                <c:pt idx="35">
                  <c:v>0.17499999999999999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0.19500000000000001</c:v>
                </c:pt>
                <c:pt idx="40">
                  <c:v>0.2</c:v>
                </c:pt>
                <c:pt idx="41">
                  <c:v>0.20499999999999999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0.22500000000000001</c:v>
                </c:pt>
                <c:pt idx="46">
                  <c:v>0.23</c:v>
                </c:pt>
                <c:pt idx="47">
                  <c:v>0.23499999999999999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0.26500000000000001</c:v>
                </c:pt>
                <c:pt idx="54">
                  <c:v>0.27</c:v>
                </c:pt>
                <c:pt idx="55">
                  <c:v>0.27500000000000002</c:v>
                </c:pt>
                <c:pt idx="56">
                  <c:v>0.28000000000000003</c:v>
                </c:pt>
                <c:pt idx="57">
                  <c:v>0.28499999999999998</c:v>
                </c:pt>
                <c:pt idx="58">
                  <c:v>0.28999999999999998</c:v>
                </c:pt>
                <c:pt idx="59">
                  <c:v>0.29499999999999998</c:v>
                </c:pt>
                <c:pt idx="60">
                  <c:v>0.3</c:v>
                </c:pt>
                <c:pt idx="61">
                  <c:v>0.30499999999999999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0.32500000000000001</c:v>
                </c:pt>
                <c:pt idx="66">
                  <c:v>0.33</c:v>
                </c:pt>
                <c:pt idx="67">
                  <c:v>0.33500000000000002</c:v>
                </c:pt>
                <c:pt idx="68">
                  <c:v>0.34</c:v>
                </c:pt>
                <c:pt idx="69">
                  <c:v>0.34499999999999997</c:v>
                </c:pt>
                <c:pt idx="70">
                  <c:v>0.35</c:v>
                </c:pt>
                <c:pt idx="71">
                  <c:v>0.35499999999999998</c:v>
                </c:pt>
                <c:pt idx="72">
                  <c:v>0.36</c:v>
                </c:pt>
                <c:pt idx="73">
                  <c:v>0.36499999999999999</c:v>
                </c:pt>
                <c:pt idx="74">
                  <c:v>0.37</c:v>
                </c:pt>
                <c:pt idx="75">
                  <c:v>0.375</c:v>
                </c:pt>
                <c:pt idx="76">
                  <c:v>0.38</c:v>
                </c:pt>
                <c:pt idx="77">
                  <c:v>0.38500000000000001</c:v>
                </c:pt>
                <c:pt idx="78">
                  <c:v>0.39</c:v>
                </c:pt>
                <c:pt idx="79">
                  <c:v>0.39500000000000002</c:v>
                </c:pt>
                <c:pt idx="80">
                  <c:v>0.4</c:v>
                </c:pt>
                <c:pt idx="81">
                  <c:v>0.40500000000000003</c:v>
                </c:pt>
                <c:pt idx="82">
                  <c:v>0.41</c:v>
                </c:pt>
                <c:pt idx="83">
                  <c:v>0.41499999999999998</c:v>
                </c:pt>
                <c:pt idx="84">
                  <c:v>0.42</c:v>
                </c:pt>
                <c:pt idx="85">
                  <c:v>0.42499999999999999</c:v>
                </c:pt>
                <c:pt idx="86">
                  <c:v>0.43</c:v>
                </c:pt>
                <c:pt idx="87">
                  <c:v>0.435</c:v>
                </c:pt>
                <c:pt idx="88">
                  <c:v>0.44</c:v>
                </c:pt>
                <c:pt idx="89">
                  <c:v>0.44500000000000001</c:v>
                </c:pt>
                <c:pt idx="90">
                  <c:v>0.45</c:v>
                </c:pt>
                <c:pt idx="91">
                  <c:v>0.45500000000000002</c:v>
                </c:pt>
                <c:pt idx="92">
                  <c:v>0.46</c:v>
                </c:pt>
                <c:pt idx="93">
                  <c:v>0.46500000000000002</c:v>
                </c:pt>
                <c:pt idx="94">
                  <c:v>0.47</c:v>
                </c:pt>
                <c:pt idx="95">
                  <c:v>0.47499999999999998</c:v>
                </c:pt>
                <c:pt idx="96">
                  <c:v>0.48</c:v>
                </c:pt>
                <c:pt idx="97">
                  <c:v>0.48499999999999999</c:v>
                </c:pt>
                <c:pt idx="98">
                  <c:v>0.49</c:v>
                </c:pt>
                <c:pt idx="99">
                  <c:v>0.495</c:v>
                </c:pt>
                <c:pt idx="100">
                  <c:v>0.5</c:v>
                </c:pt>
                <c:pt idx="101">
                  <c:v>0.505</c:v>
                </c:pt>
                <c:pt idx="102">
                  <c:v>0.51</c:v>
                </c:pt>
                <c:pt idx="103">
                  <c:v>0.51500000000000001</c:v>
                </c:pt>
                <c:pt idx="104">
                  <c:v>0.52</c:v>
                </c:pt>
                <c:pt idx="105">
                  <c:v>0.52500000000000002</c:v>
                </c:pt>
                <c:pt idx="106">
                  <c:v>0.53</c:v>
                </c:pt>
                <c:pt idx="107">
                  <c:v>0.53500000000000003</c:v>
                </c:pt>
                <c:pt idx="108">
                  <c:v>0.54</c:v>
                </c:pt>
                <c:pt idx="109">
                  <c:v>0.54500000000000004</c:v>
                </c:pt>
                <c:pt idx="110">
                  <c:v>0.55000000000000004</c:v>
                </c:pt>
                <c:pt idx="111">
                  <c:v>0.55500000000000005</c:v>
                </c:pt>
                <c:pt idx="112">
                  <c:v>0.56000000000000005</c:v>
                </c:pt>
                <c:pt idx="113">
                  <c:v>0.56499999999999995</c:v>
                </c:pt>
                <c:pt idx="114">
                  <c:v>0.56999999999999995</c:v>
                </c:pt>
                <c:pt idx="115">
                  <c:v>0.57499999999999996</c:v>
                </c:pt>
                <c:pt idx="116">
                  <c:v>0.57999999999999996</c:v>
                </c:pt>
                <c:pt idx="117">
                  <c:v>0.58499999999999996</c:v>
                </c:pt>
                <c:pt idx="118">
                  <c:v>0.59</c:v>
                </c:pt>
                <c:pt idx="119">
                  <c:v>0.59499999999999997</c:v>
                </c:pt>
                <c:pt idx="120">
                  <c:v>0.6</c:v>
                </c:pt>
                <c:pt idx="121">
                  <c:v>0.60499999999999998</c:v>
                </c:pt>
                <c:pt idx="122">
                  <c:v>0.61</c:v>
                </c:pt>
                <c:pt idx="123">
                  <c:v>0.61499999999999999</c:v>
                </c:pt>
                <c:pt idx="124">
                  <c:v>0.62</c:v>
                </c:pt>
                <c:pt idx="125">
                  <c:v>0.625</c:v>
                </c:pt>
                <c:pt idx="126">
                  <c:v>0.63</c:v>
                </c:pt>
                <c:pt idx="127">
                  <c:v>0.63500000000000001</c:v>
                </c:pt>
                <c:pt idx="128">
                  <c:v>0.64</c:v>
                </c:pt>
                <c:pt idx="129">
                  <c:v>0.64500000000000002</c:v>
                </c:pt>
                <c:pt idx="130">
                  <c:v>0.65</c:v>
                </c:pt>
                <c:pt idx="131">
                  <c:v>0.65500000000000003</c:v>
                </c:pt>
                <c:pt idx="132">
                  <c:v>0.66</c:v>
                </c:pt>
                <c:pt idx="133">
                  <c:v>0.66500000000000004</c:v>
                </c:pt>
                <c:pt idx="134">
                  <c:v>0.67</c:v>
                </c:pt>
                <c:pt idx="135">
                  <c:v>0.67500000000000004</c:v>
                </c:pt>
                <c:pt idx="136">
                  <c:v>0.68</c:v>
                </c:pt>
                <c:pt idx="137">
                  <c:v>0.68500000000000005</c:v>
                </c:pt>
                <c:pt idx="138">
                  <c:v>0.69</c:v>
                </c:pt>
                <c:pt idx="139">
                  <c:v>0.69499999999999995</c:v>
                </c:pt>
                <c:pt idx="140">
                  <c:v>0.7</c:v>
                </c:pt>
                <c:pt idx="141">
                  <c:v>0.70499999999999996</c:v>
                </c:pt>
                <c:pt idx="142">
                  <c:v>0.71</c:v>
                </c:pt>
                <c:pt idx="143">
                  <c:v>0.71499999999999997</c:v>
                </c:pt>
                <c:pt idx="144">
                  <c:v>0.72</c:v>
                </c:pt>
                <c:pt idx="145">
                  <c:v>0.72499999999999998</c:v>
                </c:pt>
                <c:pt idx="146">
                  <c:v>0.73</c:v>
                </c:pt>
                <c:pt idx="147">
                  <c:v>0.73499999999999999</c:v>
                </c:pt>
                <c:pt idx="148">
                  <c:v>0.74</c:v>
                </c:pt>
                <c:pt idx="149">
                  <c:v>0.745</c:v>
                </c:pt>
                <c:pt idx="150">
                  <c:v>0.75</c:v>
                </c:pt>
                <c:pt idx="151">
                  <c:v>0.755</c:v>
                </c:pt>
                <c:pt idx="152">
                  <c:v>0.76</c:v>
                </c:pt>
                <c:pt idx="153">
                  <c:v>0.76500000000000001</c:v>
                </c:pt>
                <c:pt idx="154">
                  <c:v>0.77</c:v>
                </c:pt>
                <c:pt idx="155">
                  <c:v>0.77500000000000002</c:v>
                </c:pt>
                <c:pt idx="156">
                  <c:v>0.78</c:v>
                </c:pt>
                <c:pt idx="157">
                  <c:v>0.78500000000000003</c:v>
                </c:pt>
                <c:pt idx="158">
                  <c:v>0.79</c:v>
                </c:pt>
                <c:pt idx="159">
                  <c:v>0.79500000000000004</c:v>
                </c:pt>
                <c:pt idx="160">
                  <c:v>0.8</c:v>
                </c:pt>
                <c:pt idx="161">
                  <c:v>0.80500000000000005</c:v>
                </c:pt>
                <c:pt idx="162">
                  <c:v>0.81</c:v>
                </c:pt>
                <c:pt idx="163">
                  <c:v>0.81499999999999995</c:v>
                </c:pt>
                <c:pt idx="164">
                  <c:v>0.82</c:v>
                </c:pt>
                <c:pt idx="165">
                  <c:v>0.82499999999999996</c:v>
                </c:pt>
                <c:pt idx="166">
                  <c:v>0.83</c:v>
                </c:pt>
                <c:pt idx="167">
                  <c:v>0.83499999999999996</c:v>
                </c:pt>
                <c:pt idx="168">
                  <c:v>0.84</c:v>
                </c:pt>
                <c:pt idx="169">
                  <c:v>0.84499999999999997</c:v>
                </c:pt>
                <c:pt idx="170">
                  <c:v>0.85</c:v>
                </c:pt>
                <c:pt idx="171">
                  <c:v>0.85499999999999998</c:v>
                </c:pt>
                <c:pt idx="172">
                  <c:v>0.86</c:v>
                </c:pt>
                <c:pt idx="173">
                  <c:v>0.86499999999999999</c:v>
                </c:pt>
                <c:pt idx="174">
                  <c:v>0.87</c:v>
                </c:pt>
                <c:pt idx="175">
                  <c:v>0.875</c:v>
                </c:pt>
                <c:pt idx="176">
                  <c:v>0.88</c:v>
                </c:pt>
                <c:pt idx="177">
                  <c:v>0.88500000000000001</c:v>
                </c:pt>
                <c:pt idx="178">
                  <c:v>0.89</c:v>
                </c:pt>
                <c:pt idx="179">
                  <c:v>0.89500000000000002</c:v>
                </c:pt>
                <c:pt idx="180">
                  <c:v>0.9</c:v>
                </c:pt>
                <c:pt idx="181">
                  <c:v>0.90500000000000003</c:v>
                </c:pt>
                <c:pt idx="182">
                  <c:v>0.91</c:v>
                </c:pt>
                <c:pt idx="183">
                  <c:v>0.91500000000000004</c:v>
                </c:pt>
                <c:pt idx="184">
                  <c:v>0.92</c:v>
                </c:pt>
                <c:pt idx="185">
                  <c:v>0.92500000000000004</c:v>
                </c:pt>
                <c:pt idx="186">
                  <c:v>0.93</c:v>
                </c:pt>
                <c:pt idx="187">
                  <c:v>0.93500000000000005</c:v>
                </c:pt>
                <c:pt idx="188">
                  <c:v>0.94</c:v>
                </c:pt>
                <c:pt idx="189">
                  <c:v>0.94499999999999995</c:v>
                </c:pt>
                <c:pt idx="190">
                  <c:v>0.95</c:v>
                </c:pt>
                <c:pt idx="191">
                  <c:v>0.95499999999999996</c:v>
                </c:pt>
                <c:pt idx="192">
                  <c:v>0.96</c:v>
                </c:pt>
                <c:pt idx="193">
                  <c:v>0.96499999999999997</c:v>
                </c:pt>
                <c:pt idx="194">
                  <c:v>0.97</c:v>
                </c:pt>
                <c:pt idx="195">
                  <c:v>0.97499999999999998</c:v>
                </c:pt>
                <c:pt idx="196">
                  <c:v>0.98</c:v>
                </c:pt>
                <c:pt idx="197">
                  <c:v>0.98499999999999999</c:v>
                </c:pt>
                <c:pt idx="198">
                  <c:v>0.99</c:v>
                </c:pt>
                <c:pt idx="199">
                  <c:v>0.995</c:v>
                </c:pt>
                <c:pt idx="200">
                  <c:v>1</c:v>
                </c:pt>
              </c:numCache>
            </c:numRef>
          </c:cat>
          <c:val>
            <c:numRef>
              <c:f>[Scheduling.xlsx]Curves!$H$2:$H$202</c:f>
              <c:numCache>
                <c:formatCode>General</c:formatCode>
                <c:ptCount val="201"/>
                <c:pt idx="0">
                  <c:v>0.5</c:v>
                </c:pt>
                <c:pt idx="1">
                  <c:v>0.51492524937624795</c:v>
                </c:pt>
                <c:pt idx="2">
                  <c:v>0.52970199003986718</c:v>
                </c:pt>
                <c:pt idx="3">
                  <c:v>0.54433169967723782</c:v>
                </c:pt>
                <c:pt idx="4">
                  <c:v>0.55881584127151518</c:v>
                </c:pt>
                <c:pt idx="5">
                  <c:v>0.57315586324892909</c:v>
                </c:pt>
                <c:pt idx="6">
                  <c:v>0.58735319962362698</c:v>
                </c:pt>
                <c:pt idx="7">
                  <c:v>0.60140927014107759</c:v>
                </c:pt>
                <c:pt idx="8">
                  <c:v>0.61532548042004631</c:v>
                </c:pt>
                <c:pt idx="9">
                  <c:v>0.62910322209315783</c:v>
                </c:pt>
                <c:pt idx="10">
                  <c:v>0.64274387294606061</c:v>
                </c:pt>
                <c:pt idx="11">
                  <c:v>0.65624879705520778</c:v>
                </c:pt>
                <c:pt idx="12">
                  <c:v>0.66961934492426378</c:v>
                </c:pt>
                <c:pt idx="13">
                  <c:v>0.68285685361915816</c:v>
                </c:pt>
                <c:pt idx="14">
                  <c:v>0.69596264690179122</c:v>
                </c:pt>
                <c:pt idx="15">
                  <c:v>0.70893803536241329</c:v>
                </c:pt>
                <c:pt idx="16">
                  <c:v>0.72178431655068298</c:v>
                </c:pt>
                <c:pt idx="17">
                  <c:v>0.7345027751054245</c:v>
                </c:pt>
                <c:pt idx="18">
                  <c:v>0.747094682883092</c:v>
                </c:pt>
                <c:pt idx="19">
                  <c:v>0.75956129908495651</c:v>
                </c:pt>
                <c:pt idx="20">
                  <c:v>0.77190387038302721</c:v>
                </c:pt>
                <c:pt idx="21">
                  <c:v>0.78412363104471927</c:v>
                </c:pt>
                <c:pt idx="22">
                  <c:v>0.79622180305628221</c:v>
                </c:pt>
                <c:pt idx="23">
                  <c:v>0.80819959624499882</c:v>
                </c:pt>
                <c:pt idx="24">
                  <c:v>0.82005820840016974</c:v>
                </c:pt>
                <c:pt idx="25">
                  <c:v>0.83179882539289274</c:v>
                </c:pt>
                <c:pt idx="26">
                  <c:v>0.84342262129465073</c:v>
                </c:pt>
                <c:pt idx="27">
                  <c:v>0.85493075849472033</c:v>
                </c:pt>
                <c:pt idx="28">
                  <c:v>0.86632438781641175</c:v>
                </c:pt>
                <c:pt idx="29">
                  <c:v>0.87760464863215204</c:v>
                </c:pt>
                <c:pt idx="30">
                  <c:v>0.88877266897742313</c:v>
                </c:pt>
                <c:pt idx="31">
                  <c:v>0.8998295656635662</c:v>
                </c:pt>
                <c:pt idx="32">
                  <c:v>0.9107764443894637</c:v>
                </c:pt>
                <c:pt idx="33">
                  <c:v>0.92161439985211069</c:v>
                </c:pt>
                <c:pt idx="34">
                  <c:v>0.93234451585608547</c:v>
                </c:pt>
                <c:pt idx="35">
                  <c:v>0.94296786542192979</c:v>
                </c:pt>
                <c:pt idx="36">
                  <c:v>0.95348551089345346</c:v>
                </c:pt>
                <c:pt idx="37">
                  <c:v>0.96389850404396804</c:v>
                </c:pt>
                <c:pt idx="38">
                  <c:v>0.97420788618146625</c:v>
                </c:pt>
                <c:pt idx="39">
                  <c:v>0.98441468825275313</c:v>
                </c:pt>
                <c:pt idx="40">
                  <c:v>0.99451993094654112</c:v>
                </c:pt>
                <c:pt idx="41">
                  <c:v>1.0045246247955208</c:v>
                </c:pt>
                <c:pt idx="42">
                  <c:v>1.014429770277415</c:v>
                </c:pt>
                <c:pt idx="43">
                  <c:v>1.0242363579150253</c:v>
                </c:pt>
                <c:pt idx="44">
                  <c:v>1.0339453683752879</c:v>
                </c:pt>
                <c:pt idx="45">
                  <c:v>1.0435577725673399</c:v>
                </c:pt>
                <c:pt idx="46">
                  <c:v>1.0530745317396111</c:v>
                </c:pt>
                <c:pt idx="47">
                  <c:v>1.0624965975759488</c:v>
                </c:pt>
                <c:pt idx="48">
                  <c:v>1.0718249122907888</c:v>
                </c:pt>
                <c:pt idx="49">
                  <c:v>1.0810604087233759</c:v>
                </c:pt>
                <c:pt idx="50">
                  <c:v>1.0902040104310498</c:v>
                </c:pt>
                <c:pt idx="51">
                  <c:v>1.0992566317816013</c:v>
                </c:pt>
                <c:pt idx="52">
                  <c:v>1.1082191780447084</c:v>
                </c:pt>
                <c:pt idx="53">
                  <c:v>1.1170925454824672</c:v>
                </c:pt>
                <c:pt idx="54">
                  <c:v>1.1258776214390156</c:v>
                </c:pt>
                <c:pt idx="55">
                  <c:v>1.13457528442927</c:v>
                </c:pt>
                <c:pt idx="56">
                  <c:v>1.1431864042267776</c:v>
                </c:pt>
                <c:pt idx="57">
                  <c:v>1.1517118419506944</c:v>
                </c:pt>
                <c:pt idx="58">
                  <c:v>1.1601524501518969</c:v>
                </c:pt>
                <c:pt idx="59">
                  <c:v>1.1685090728982392</c:v>
                </c:pt>
                <c:pt idx="60">
                  <c:v>1.1767825458589605</c:v>
                </c:pt>
                <c:pt idx="61">
                  <c:v>1.1849736963882502</c:v>
                </c:pt>
                <c:pt idx="62">
                  <c:v>1.1930833436079884</c:v>
                </c:pt>
                <c:pt idx="63">
                  <c:v>1.2011122984896543</c:v>
                </c:pt>
                <c:pt idx="64">
                  <c:v>1.2090613639354273</c:v>
                </c:pt>
                <c:pt idx="65">
                  <c:v>1.2169313348584758</c:v>
                </c:pt>
                <c:pt idx="66">
                  <c:v>1.2247229982624512</c:v>
                </c:pt>
                <c:pt idx="67">
                  <c:v>1.2324371333201865</c:v>
                </c:pt>
                <c:pt idx="68">
                  <c:v>1.2400745114516156</c:v>
                </c:pt>
                <c:pt idx="69">
                  <c:v>1.2476358964009167</c:v>
                </c:pt>
                <c:pt idx="70">
                  <c:v>1.2551220443128857</c:v>
                </c:pt>
                <c:pt idx="71">
                  <c:v>1.2625337038085522</c:v>
                </c:pt>
                <c:pt idx="72">
                  <c:v>1.2698716160600425</c:v>
                </c:pt>
                <c:pt idx="73">
                  <c:v>1.2771365148646963</c:v>
                </c:pt>
                <c:pt idx="74">
                  <c:v>1.2843291267184485</c:v>
                </c:pt>
                <c:pt idx="75">
                  <c:v>1.291450170888478</c:v>
                </c:pt>
                <c:pt idx="76">
                  <c:v>1.2985003594851361</c:v>
                </c:pt>
                <c:pt idx="77">
                  <c:v>1.3054803975331579</c:v>
                </c:pt>
                <c:pt idx="78">
                  <c:v>1.3123909830421647</c:v>
                </c:pt>
                <c:pt idx="79">
                  <c:v>1.3192328070764663</c:v>
                </c:pt>
                <c:pt idx="80">
                  <c:v>1.3260065538241677</c:v>
                </c:pt>
                <c:pt idx="81">
                  <c:v>1.3327129006655882</c:v>
                </c:pt>
                <c:pt idx="82">
                  <c:v>1.3393525182410011</c:v>
                </c:pt>
                <c:pt idx="83">
                  <c:v>1.3459260705176965</c:v>
                </c:pt>
                <c:pt idx="84">
                  <c:v>1.3524342148563804</c:v>
                </c:pt>
                <c:pt idx="85">
                  <c:v>1.35887760207691</c:v>
                </c:pt>
                <c:pt idx="86">
                  <c:v>1.3652568765233768</c:v>
                </c:pt>
                <c:pt idx="87">
                  <c:v>1.3715726761285416</c:v>
                </c:pt>
                <c:pt idx="88">
                  <c:v>1.3778256324776279</c:v>
                </c:pt>
                <c:pt idx="89">
                  <c:v>1.3840163708714819</c:v>
                </c:pt>
                <c:pt idx="90">
                  <c:v>1.3901455103891014</c:v>
                </c:pt>
                <c:pt idx="91">
                  <c:v>1.3962136639495459</c:v>
                </c:pt>
                <c:pt idx="92">
                  <c:v>1.4022214383732288</c:v>
                </c:pt>
                <c:pt idx="93">
                  <c:v>1.4081694344425983</c:v>
                </c:pt>
                <c:pt idx="94">
                  <c:v>1.4140582469622183</c:v>
                </c:pt>
                <c:pt idx="95">
                  <c:v>1.4198884648182482</c:v>
                </c:pt>
                <c:pt idx="96">
                  <c:v>1.4256606710373319</c:v>
                </c:pt>
                <c:pt idx="97">
                  <c:v>1.4313754428449017</c:v>
                </c:pt>
                <c:pt idx="98">
                  <c:v>1.4370333517229006</c:v>
                </c:pt>
                <c:pt idx="99">
                  <c:v>1.4426349634669315</c:v>
                </c:pt>
                <c:pt idx="100">
                  <c:v>1.4481808382428365</c:v>
                </c:pt>
                <c:pt idx="101">
                  <c:v>1.453671530642715</c:v>
                </c:pt>
                <c:pt idx="102">
                  <c:v>1.4591075897403827</c:v>
                </c:pt>
                <c:pt idx="103">
                  <c:v>1.464489559146279</c:v>
                </c:pt>
                <c:pt idx="104">
                  <c:v>1.4698179770618298</c:v>
                </c:pt>
                <c:pt idx="105">
                  <c:v>1.475093376333267</c:v>
                </c:pt>
                <c:pt idx="106">
                  <c:v>1.480316284504914</c:v>
                </c:pt>
                <c:pt idx="107">
                  <c:v>1.4854872238719401</c:v>
                </c:pt>
                <c:pt idx="108">
                  <c:v>1.4906067115325914</c:v>
                </c:pt>
                <c:pt idx="109">
                  <c:v>1.4956752594399001</c:v>
                </c:pt>
                <c:pt idx="110">
                  <c:v>1.5006933744528808</c:v>
                </c:pt>
                <c:pt idx="111">
                  <c:v>1.5056615583872164</c:v>
                </c:pt>
                <c:pt idx="112">
                  <c:v>1.5105803080654407</c:v>
                </c:pt>
                <c:pt idx="113">
                  <c:v>1.5154501153666207</c:v>
                </c:pt>
                <c:pt idx="114">
                  <c:v>1.5202714672755442</c:v>
                </c:pt>
                <c:pt idx="115">
                  <c:v>1.5250448459314201</c:v>
                </c:pt>
                <c:pt idx="116">
                  <c:v>1.529770728676092</c:v>
                </c:pt>
                <c:pt idx="117">
                  <c:v>1.5344495881017726</c:v>
                </c:pt>
                <c:pt idx="118">
                  <c:v>1.5390818920983032</c:v>
                </c:pt>
                <c:pt idx="119">
                  <c:v>1.543668103899944</c:v>
                </c:pt>
                <c:pt idx="120">
                  <c:v>1.5482086821316967</c:v>
                </c:pt>
                <c:pt idx="121">
                  <c:v>1.5527040808551689</c:v>
                </c:pt>
                <c:pt idx="122">
                  <c:v>1.5571547496139786</c:v>
                </c:pt>
                <c:pt idx="123">
                  <c:v>1.5615611334787109</c:v>
                </c:pt>
                <c:pt idx="124">
                  <c:v>1.5659236730914241</c:v>
                </c:pt>
                <c:pt idx="125">
                  <c:v>1.5702428047097148</c:v>
                </c:pt>
                <c:pt idx="126">
                  <c:v>1.5745189602503444</c:v>
                </c:pt>
                <c:pt idx="127">
                  <c:v>1.5787525673324303</c:v>
                </c:pt>
                <c:pt idx="128">
                  <c:v>1.5829440493202087</c:v>
                </c:pt>
                <c:pt idx="129">
                  <c:v>1.5870938253653715</c:v>
                </c:pt>
                <c:pt idx="130">
                  <c:v>1.5912023104489812</c:v>
                </c:pt>
                <c:pt idx="131">
                  <c:v>1.5952699154229699</c:v>
                </c:pt>
                <c:pt idx="132">
                  <c:v>1.5992970470512244</c:v>
                </c:pt>
                <c:pt idx="133">
                  <c:v>1.603284108050264</c:v>
                </c:pt>
                <c:pt idx="134">
                  <c:v>1.607231497129511</c:v>
                </c:pt>
                <c:pt idx="135">
                  <c:v>1.6111396090311627</c:v>
                </c:pt>
                <c:pt idx="136">
                  <c:v>1.6150088345696663</c:v>
                </c:pt>
                <c:pt idx="137">
                  <c:v>1.6188395606707995</c:v>
                </c:pt>
                <c:pt idx="138">
                  <c:v>1.6226321704103652</c:v>
                </c:pt>
                <c:pt idx="139">
                  <c:v>1.6263870430524978</c:v>
                </c:pt>
                <c:pt idx="140">
                  <c:v>1.6301045540875903</c:v>
                </c:pt>
                <c:pt idx="141">
                  <c:v>1.6337850752698444</c:v>
                </c:pt>
                <c:pt idx="142">
                  <c:v>1.6374289746544453</c:v>
                </c:pt>
                <c:pt idx="143">
                  <c:v>1.6410366166343682</c:v>
                </c:pt>
                <c:pt idx="144">
                  <c:v>1.6446083619768173</c:v>
                </c:pt>
                <c:pt idx="145">
                  <c:v>1.6481445678593034</c:v>
                </c:pt>
                <c:pt idx="146">
                  <c:v>1.6516455879053618</c:v>
                </c:pt>
                <c:pt idx="147">
                  <c:v>1.6551117722199142</c:v>
                </c:pt>
                <c:pt idx="148">
                  <c:v>1.6585434674242809</c:v>
                </c:pt>
                <c:pt idx="149">
                  <c:v>1.6619410166908419</c:v>
                </c:pt>
                <c:pt idx="150">
                  <c:v>1.6653047597773551</c:v>
                </c:pt>
                <c:pt idx="151">
                  <c:v>1.6686350330609327</c:v>
                </c:pt>
                <c:pt idx="152">
                  <c:v>1.671932169571678</c:v>
                </c:pt>
                <c:pt idx="153">
                  <c:v>1.6751964990259893</c:v>
                </c:pt>
                <c:pt idx="154">
                  <c:v>1.678428347859533</c:v>
                </c:pt>
                <c:pt idx="155">
                  <c:v>1.6816280392598855</c:v>
                </c:pt>
                <c:pt idx="156">
                  <c:v>1.6847958931988529</c:v>
                </c:pt>
                <c:pt idx="157">
                  <c:v>1.6879322264644694</c:v>
                </c:pt>
                <c:pt idx="158">
                  <c:v>1.6910373526926747</c:v>
                </c:pt>
                <c:pt idx="159">
                  <c:v>1.6941115823986799</c:v>
                </c:pt>
                <c:pt idx="160">
                  <c:v>1.6971552230080169</c:v>
                </c:pt>
                <c:pt idx="161">
                  <c:v>1.7001685788872831</c:v>
                </c:pt>
                <c:pt idx="162">
                  <c:v>1.7031519513745781</c:v>
                </c:pt>
                <c:pt idx="163">
                  <c:v>1.7061056388096358</c:v>
                </c:pt>
                <c:pt idx="164">
                  <c:v>1.7090299365636621</c:v>
                </c:pt>
                <c:pt idx="165">
                  <c:v>1.7119251370688688</c:v>
                </c:pt>
                <c:pt idx="166">
                  <c:v>1.7147915298477192</c:v>
                </c:pt>
                <c:pt idx="167">
                  <c:v>1.7176294015418798</c:v>
                </c:pt>
                <c:pt idx="168">
                  <c:v>1.720439035940885</c:v>
                </c:pt>
                <c:pt idx="169">
                  <c:v>1.723220714010516</c:v>
                </c:pt>
                <c:pt idx="170">
                  <c:v>1.7259747139208981</c:v>
                </c:pt>
                <c:pt idx="171">
                  <c:v>1.7287013110743168</c:v>
                </c:pt>
                <c:pt idx="172">
                  <c:v>1.7314007781327603</c:v>
                </c:pt>
                <c:pt idx="173">
                  <c:v>1.7340733850451833</c:v>
                </c:pt>
                <c:pt idx="174">
                  <c:v>1.7367193990745047</c:v>
                </c:pt>
                <c:pt idx="175">
                  <c:v>1.7393390848243322</c:v>
                </c:pt>
                <c:pt idx="176">
                  <c:v>1.7419327042654242</c:v>
                </c:pt>
                <c:pt idx="177">
                  <c:v>1.7445005167618859</c:v>
                </c:pt>
                <c:pt idx="178">
                  <c:v>1.7470427790971068</c:v>
                </c:pt>
                <c:pt idx="179">
                  <c:v>1.7495597454994389</c:v>
                </c:pt>
                <c:pt idx="180">
                  <c:v>1.7520516676676201</c:v>
                </c:pt>
                <c:pt idx="181">
                  <c:v>1.754518794795944</c:v>
                </c:pt>
                <c:pt idx="182">
                  <c:v>1.7569613735991789</c:v>
                </c:pt>
                <c:pt idx="183">
                  <c:v>1.7593796483372408</c:v>
                </c:pt>
                <c:pt idx="184">
                  <c:v>1.761773860839619</c:v>
                </c:pt>
                <c:pt idx="185">
                  <c:v>1.7641442505295586</c:v>
                </c:pt>
                <c:pt idx="186">
                  <c:v>1.7664910544480041</c:v>
                </c:pt>
                <c:pt idx="187">
                  <c:v>1.7688145072773029</c:v>
                </c:pt>
                <c:pt idx="188">
                  <c:v>1.7711148413646742</c:v>
                </c:pt>
                <c:pt idx="189">
                  <c:v>1.7733922867454437</c:v>
                </c:pt>
                <c:pt idx="190">
                  <c:v>1.7756470711660475</c:v>
                </c:pt>
                <c:pt idx="191">
                  <c:v>1.7778794201068062</c:v>
                </c:pt>
                <c:pt idx="192">
                  <c:v>1.7800895568044748</c:v>
                </c:pt>
                <c:pt idx="193">
                  <c:v>1.7822777022745644</c:v>
                </c:pt>
                <c:pt idx="194">
                  <c:v>1.7844440753334456</c:v>
                </c:pt>
                <c:pt idx="195">
                  <c:v>1.7865888926202296</c:v>
                </c:pt>
                <c:pt idx="196">
                  <c:v>1.7887123686184325</c:v>
                </c:pt>
                <c:pt idx="197">
                  <c:v>1.7908147156774237</c:v>
                </c:pt>
                <c:pt idx="198">
                  <c:v>1.7928961440336608</c:v>
                </c:pt>
                <c:pt idx="199">
                  <c:v>1.7949568618317142</c:v>
                </c:pt>
                <c:pt idx="200">
                  <c:v>1.796997075145081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FE-4CCB-8C4E-E2EB4378A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9751352"/>
        <c:axId val="529752312"/>
      </c:lineChart>
      <c:catAx>
        <c:axId val="529751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9752312"/>
        <c:crosses val="autoZero"/>
        <c:auto val="1"/>
        <c:lblAlgn val="ctr"/>
        <c:lblOffset val="100"/>
        <c:tickLblSkip val="20"/>
        <c:tickMarkSkip val="1"/>
        <c:noMultiLvlLbl val="0"/>
      </c:catAx>
      <c:valAx>
        <c:axId val="529752312"/>
        <c:scaling>
          <c:orientation val="minMax"/>
          <c:max val="2.2000000000000002"/>
          <c:min val="0.4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9751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ABC34-3F97-42FF-A245-7EEE431136F8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4F522-7E3D-4814-8767-4DEF2D106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246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1597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061C-C213-47BF-B3E3-4B3E1D575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D186B-63AD-42A0-8D34-90587BBF8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C7029-51E0-4593-8774-DB2F6D8A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E0162-36A5-40BC-B075-4FAFC30A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858BE-55AB-4846-86B8-68B8B122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336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FE78-1839-4AE0-ADE6-614A28C8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B82BB-E79D-4A55-A4EF-F91FF23E9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4DFF-1076-4445-A3DD-CCB8DB3C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51A73-BBA9-46AC-9DDA-D7A41E47A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F8719-89BC-45EF-AA61-E0D92EC9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54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C2B8E-46DD-4EA2-BC03-E8308BA67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3A5D0-F657-49D7-A12D-520CFA001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F27BD-EBA4-426A-A4ED-D107D4DC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EA78E-6465-4835-B457-1FEC482F2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F40F7-1BB8-49AC-9890-F4E71CA8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49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5F44-7AB9-4778-B418-0ACD1964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A626C-B857-4F7A-B2C0-DBB790773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E49AA-BDED-48C3-93B4-F2DF3821E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4B0A9-7C32-4EA6-94F1-FD5CC743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59497-7CC9-4CCE-AD97-238A0FD8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B2801-9A9A-42F3-AD5E-1ED46E33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22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16ED-FA18-4A46-B12E-30EA1F09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2BDD0-437F-4194-ABC0-53007D6F1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AC9EF-ED34-4413-B5FD-DFB9679E4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DD7F8-07BA-451B-A07C-C0892E774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C2C32-08B6-4820-A5BD-2FB42AC92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1C269-AC5D-49A6-96EA-924404AC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BCC1B-B6EF-4402-8DB4-0DE9D4EB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132162-3172-465D-B248-5A28310C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85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BB23-00E5-41B8-B1D3-5C31BE51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2D21A-7F93-486E-8E7E-A048074A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A2291-3D9A-474E-B7C1-4AD72B70E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903CE-2DD3-462F-A86E-0710AA6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31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C4C09-BAB0-4D49-8666-2BBE662D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04748-9BD2-4A64-99D7-B4B3CECF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7A256-43A0-48FF-9793-58A86199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31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B1D9-53BD-4439-B4BA-D900899F2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7536-9945-4E82-AF46-BA9D1C8C6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155FE-19E0-465B-BC88-7479C75CC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84EF9-23E1-40BA-BFBE-FE510E80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21545-B23F-4C6B-AC24-332880FF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3A96A-0B90-4C9C-9DBE-F3B533F5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235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497B-6840-4B63-92C5-45C31EE97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4F2FAD-D07C-4923-B3FA-D20706460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525D6-50B7-42D4-A303-5CA54A0C7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E1158-7769-4F0A-92CE-B62CC8E3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1D751-6E20-498A-BB27-1CE61333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7A2C4-E7D4-4BA9-9515-5748DB78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33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B943-7965-4205-A1B5-B10FC84A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ED0E2-081C-409A-BF69-F38DB826D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8225B-88A9-4F48-B2CF-5C6D7433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7CE55-0F27-4DE9-8D37-0CD8D08B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75172-4A53-4DA7-A35E-778490649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82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2F51D6-CB62-4CE8-8B5B-834378095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C7EA5-03AC-4654-B2A7-61A2A7D0A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A0103-60A7-4B73-8B77-92B4A274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F5F25-13D4-49C8-8123-93DCFF91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16E7E-0E54-45DE-80A3-B80D20D6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55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4E94A1-050D-4420-9E25-5227A480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89025-C447-4C68-A54D-089BF81D3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16F3F-29D7-44F1-BCC5-92D6AAF30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EC81F-1C9F-4ED5-862B-979DDED600A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3D3-183C-4382-955D-79AF97D10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2A221-48DD-4363-86AA-CFCB9BECB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83F81-098F-46DA-8A0C-2B0642FD30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26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hyperlink" Target="https://developer.mozilla.org/en-US/docs/Web/API/AudioParam/linearRampToValueAtTime" TargetMode="External"/><Relationship Id="rId7" Type="http://schemas.openxmlformats.org/officeDocument/2006/relationships/oleObject" Target="../embeddings/oleObject1.bin"/><Relationship Id="rId2" Type="http://schemas.openxmlformats.org/officeDocument/2006/relationships/hyperlink" Target="https://developer.mozilla.org/en-US/docs/Web/API/AudioParam/setValueAtTim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en-US/docs/Web/API/AudioParam/setValueCurveAtTime" TargetMode="External"/><Relationship Id="rId5" Type="http://schemas.openxmlformats.org/officeDocument/2006/relationships/hyperlink" Target="https://developer.mozilla.org/en-US/docs/Web/API/AudioParam/setTargetAtTime" TargetMode="External"/><Relationship Id="rId10" Type="http://schemas.openxmlformats.org/officeDocument/2006/relationships/image" Target="../media/image3.wmf"/><Relationship Id="rId4" Type="http://schemas.openxmlformats.org/officeDocument/2006/relationships/hyperlink" Target="https://developer.mozilla.org/en-US/docs/Web/API/AudioParam/exponentialRampToValueAtTime" TargetMode="External"/><Relationship Id="rId9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AudioParam/exponentialRampToValueAtTime" TargetMode="External"/><Relationship Id="rId2" Type="http://schemas.openxmlformats.org/officeDocument/2006/relationships/hyperlink" Target="https://developer.mozilla.org/en-US/docs/Web/API/AudioParam/linearRampToValueAtTime" TargetMode="Externa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hyperlink" Target="https://developer.mozilla.org/en-US/docs/Web/API/AudioParam/setTargetAtTime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mohayonao.github.io/adsr-envelope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Audio Parameters: timing, scheduling, envelopes…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56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1AE8-5B2A-448D-A5F8-528A9664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Automation in audio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96E2-51AF-4BA7-B920-F8E002447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Having the Digital Audio Workstation do some tasks for you</a:t>
            </a:r>
          </a:p>
          <a:p>
            <a:pPr lvl="1"/>
            <a:r>
              <a:rPr lang="en-GB" dirty="0"/>
              <a:t>Assigning automation curves to change fader levels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F3D48D-B20F-44B1-871B-34BBFE4A621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3535220"/>
            <a:ext cx="100203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4E9F10C-16E5-43B2-89EA-DB1AADBCCD58}"/>
              </a:ext>
            </a:extLst>
          </p:cNvPr>
          <p:cNvCxnSpPr/>
          <p:nvPr/>
        </p:nvCxnSpPr>
        <p:spPr>
          <a:xfrm flipV="1">
            <a:off x="1746819" y="2926080"/>
            <a:ext cx="2699057" cy="2043211"/>
          </a:xfrm>
          <a:prstGeom prst="straightConnector1">
            <a:avLst/>
          </a:prstGeom>
          <a:ln w="31750">
            <a:solidFill>
              <a:srgbClr val="FF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5C3690-0AA3-4CA5-8BE3-6B5780E96CE3}"/>
              </a:ext>
            </a:extLst>
          </p:cNvPr>
          <p:cNvCxnSpPr>
            <a:cxnSpLocks/>
          </p:cNvCxnSpPr>
          <p:nvPr/>
        </p:nvCxnSpPr>
        <p:spPr>
          <a:xfrm>
            <a:off x="4445876" y="2926080"/>
            <a:ext cx="3279228" cy="1828800"/>
          </a:xfrm>
          <a:prstGeom prst="straightConnector1">
            <a:avLst/>
          </a:prstGeom>
          <a:ln w="31750">
            <a:solidFill>
              <a:srgbClr val="FF000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61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94192"/>
            <a:ext cx="10515600" cy="766989"/>
          </a:xfrm>
        </p:spPr>
        <p:txBody>
          <a:bodyPr/>
          <a:lstStyle/>
          <a:p>
            <a:r>
              <a:rPr lang="en-GB" dirty="0"/>
              <a:t>Parameters and timing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01512" y="828289"/>
            <a:ext cx="11540251" cy="5201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Each Audio Parameter can be changed </a:t>
            </a:r>
            <a:r>
              <a:rPr lang="en-US" altLang="en-US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by;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setting it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en-US" dirty="0">
              <a:solidFill>
                <a:srgbClr val="333333"/>
              </a:solidFill>
              <a:latin typeface="+mn-lt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en-US" dirty="0">
              <a:solidFill>
                <a:srgbClr val="333333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connecting a node to it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en-US" dirty="0">
              <a:solidFill>
                <a:srgbClr val="333333"/>
              </a:solidFill>
              <a:latin typeface="+mn-lt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en-US" dirty="0">
              <a:solidFill>
                <a:srgbClr val="333333"/>
              </a:solidFill>
              <a:latin typeface="+mn-lt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Everything connected to a parameter adds to its value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scheduling events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Parameter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has list of events, initially empty, defining when and how values change</a:t>
            </a:r>
            <a:endParaRPr lang="en-US" altLang="en-US" dirty="0">
              <a:solidFill>
                <a:srgbClr val="333333"/>
              </a:solidFill>
              <a:latin typeface="+mn-lt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Timeline-based automation curves 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llow us to schedule changes at precise times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31183-803E-4998-8EAD-FB3A55ABDB19}"/>
              </a:ext>
            </a:extLst>
          </p:cNvPr>
          <p:cNvSpPr/>
          <p:nvPr/>
        </p:nvSpPr>
        <p:spPr>
          <a:xfrm>
            <a:off x="1270032" y="2147912"/>
            <a:ext cx="621929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Tone.frequency.value</a:t>
            </a:r>
            <a:r>
              <a:rPr lang="en-GB" sz="2000" dirty="0">
                <a:solidFill>
                  <a:srgbClr val="A6E22E"/>
                </a:solidFill>
                <a:latin typeface="DejaVu Sans Mono" panose="020B0609030804020204" pitchFamily="49" charset="0"/>
              </a:rPr>
              <a:t> = 200;</a:t>
            </a:r>
            <a:endParaRPr lang="en-GB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57BE4-7E1C-4D47-B1CF-AD1F8B8332A9}"/>
              </a:ext>
            </a:extLst>
          </p:cNvPr>
          <p:cNvSpPr/>
          <p:nvPr/>
        </p:nvSpPr>
        <p:spPr>
          <a:xfrm>
            <a:off x="1270032" y="3429000"/>
            <a:ext cx="6219290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gainNode.connect</a:t>
            </a:r>
            <a:r>
              <a:rPr lang="en-GB" sz="2000" dirty="0">
                <a:solidFill>
                  <a:srgbClr val="A6E22E"/>
                </a:solidFill>
                <a:latin typeface="DejaVu Sans Mono" panose="020B0609030804020204" pitchFamily="49" charset="0"/>
              </a:rPr>
              <a:t>(</a:t>
            </a:r>
            <a:r>
              <a:rPr lang="en-GB" sz="20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Tone.frequency</a:t>
            </a:r>
            <a:r>
              <a:rPr lang="en-GB" sz="2000" dirty="0">
                <a:solidFill>
                  <a:srgbClr val="A6E22E"/>
                </a:solidFill>
                <a:latin typeface="DejaVu Sans Mono" panose="020B0609030804020204" pitchFamily="49" charset="0"/>
              </a:rPr>
              <a:t>);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1700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94192"/>
            <a:ext cx="10515600" cy="766989"/>
          </a:xfrm>
        </p:spPr>
        <p:txBody>
          <a:bodyPr/>
          <a:lstStyle/>
          <a:p>
            <a:r>
              <a:rPr lang="en-GB" dirty="0"/>
              <a:t>Parameter scheduling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2880" y="1361410"/>
            <a:ext cx="11840122" cy="47859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  <a:hlinkClick r:id="rId2" tooltip="The setValueAtTime() method of the AudioParam interface schedules an instant change to the AudioParam value at a precise time, as measured against AudioContext.currentTime. The new value is given in the value parameter."/>
              </a:rPr>
              <a:t>SetValueAtTime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instantaneous</a:t>
            </a:r>
            <a:r>
              <a:rPr kumimoji="0" lang="en-US" altLang="en-US" sz="2400" b="0" i="0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 c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hange </a:t>
            </a:r>
            <a:r>
              <a:rPr lang="en-US" altLang="en-US" sz="2400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to </a:t>
            </a:r>
            <a:r>
              <a:rPr lang="en-US" altLang="en-US" sz="2000" i="1" dirty="0">
                <a:solidFill>
                  <a:srgbClr val="333333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value</a:t>
            </a:r>
            <a:r>
              <a:rPr lang="en-US" altLang="en-US" sz="2000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at </a:t>
            </a:r>
            <a:r>
              <a:rPr kumimoji="0" lang="en-US" altLang="en-US" sz="20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startTime</a:t>
            </a: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  <a:hlinkClick r:id="rId3" tooltip="NOTE: both the example and live example are incorrect, see https://github.com/WebAudio/web-audio-api/issues/341"/>
              </a:rPr>
              <a:t>LinearRampToValueAtTime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linear change from previous to new </a:t>
            </a:r>
            <a:r>
              <a:rPr kumimoji="0" lang="en-US" altLang="en-US" sz="20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value</a:t>
            </a:r>
            <a:r>
              <a:rPr kumimoji="0" lang="en-US" altLang="en-US" sz="20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at </a:t>
            </a:r>
            <a:r>
              <a:rPr kumimoji="0" lang="en-US" altLang="en-US" sz="20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endTime</a:t>
            </a: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strike="noStrike" cap="none" normalizeH="0" baseline="0" dirty="0" err="1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  <a:hlinkClick r:id="rId4" tooltip="A reference to this AudioParam object. In some browsers older implementations of this interface return void."/>
              </a:rPr>
              <a:t>exponentialRampToValueAtTime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exponential change starting at </a:t>
            </a:r>
            <a:r>
              <a:rPr kumimoji="0" lang="en-US" altLang="en-US" sz="2400" b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previous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 </a:t>
            </a:r>
            <a:r>
              <a:rPr lang="en-US" altLang="en-US" sz="2400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event time, 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ramp to </a:t>
            </a:r>
            <a:r>
              <a:rPr kumimoji="0" lang="en-US" altLang="en-US" sz="20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value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 at </a:t>
            </a:r>
            <a:r>
              <a:rPr kumimoji="0" lang="en-US" altLang="en-US" sz="20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endTime</a:t>
            </a:r>
            <a:endParaRPr kumimoji="0" lang="en-US" altLang="en-US" sz="20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1600" dirty="0">
                <a:solidFill>
                  <a:srgbClr val="333333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Can’t set start or end value to zero</a:t>
            </a:r>
            <a:endParaRPr kumimoji="0" lang="en-US" altLang="en-US" sz="1600" b="0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strike="noStrike" cap="none" normalizeH="0" baseline="0" dirty="0" err="1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  <a:hlinkClick r:id="rId5" tooltip="The setTargetAtTime() method of the AudioParam interface schedules the start of a gradual change to the AudioParam value. This is useful for decay or release portions of ADSR envelopes."/>
              </a:rPr>
              <a:t>setTargetAtTime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A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t </a:t>
            </a:r>
            <a:r>
              <a:rPr kumimoji="0" lang="en-US" altLang="en-US" sz="20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startTime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, exponentially move toward </a:t>
            </a:r>
            <a:r>
              <a:rPr lang="en-US" altLang="en-US" sz="2000" i="1" dirty="0">
                <a:solidFill>
                  <a:srgbClr val="333333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target</a:t>
            </a:r>
            <a:r>
              <a:rPr lang="en-US" altLang="en-US" sz="2000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333333"/>
                </a:solidFill>
                <a:latin typeface="+mn-lt"/>
                <a:cs typeface="Arial" panose="020B0604020202020204" pitchFamily="34" charset="0"/>
              </a:rPr>
              <a:t>at rate given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 by </a:t>
            </a:r>
            <a:r>
              <a:rPr kumimoji="0" lang="en-US" altLang="en-US" sz="20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timeConstant</a:t>
            </a:r>
            <a:endParaRPr kumimoji="0" lang="en-US" altLang="en-US" sz="20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strike="noStrike" cap="none" normalizeH="0" baseline="0" dirty="0" err="1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  <a:hlinkClick r:id="rId6" tooltip="The setValueCurveAtTime() method of the AudioParam interface schedules the parameter's value to change following a curve defined by a list of values."/>
              </a:rPr>
              <a:t>setValueCurveAtTime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Follow array of </a:t>
            </a:r>
            <a:r>
              <a:rPr kumimoji="0" lang="en-US" altLang="en-US" sz="20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values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, scaled to fit interval starting at </a:t>
            </a:r>
            <a:r>
              <a:rPr lang="en-US" altLang="en-US" sz="2000" i="1" dirty="0" err="1">
                <a:solidFill>
                  <a:srgbClr val="333333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startTime</a:t>
            </a:r>
            <a:r>
              <a:rPr lang="en-US" altLang="en-US" sz="2000" i="1" dirty="0">
                <a:solidFill>
                  <a:srgbClr val="333333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and spanning a given </a:t>
            </a:r>
            <a:r>
              <a:rPr kumimoji="0" lang="en-US" altLang="en-US" sz="20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duration</a:t>
            </a: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294908" y="3454400"/>
            <a:ext cx="1417964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363770" y="4471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32732" y="48694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852658" y="34484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445261"/>
              </p:ext>
            </p:extLst>
          </p:nvPr>
        </p:nvGraphicFramePr>
        <p:xfrm>
          <a:off x="4852658" y="3137220"/>
          <a:ext cx="2824525" cy="856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29810" imgH="342751" progId="Equation.DSMT4">
                  <p:embed/>
                </p:oleObj>
              </mc:Choice>
              <mc:Fallback>
                <p:oleObj name="Equation" r:id="rId7" imgW="1129810" imgH="342751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658" y="3137220"/>
                        <a:ext cx="2824525" cy="8568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4852658" y="475994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413349"/>
              </p:ext>
            </p:extLst>
          </p:nvPr>
        </p:nvGraphicFramePr>
        <p:xfrm>
          <a:off x="4852658" y="4602675"/>
          <a:ext cx="3713138" cy="539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85255" imgH="215806" progId="Equation.DSMT4">
                  <p:embed/>
                </p:oleObj>
              </mc:Choice>
              <mc:Fallback>
                <p:oleObj name="Equation" r:id="rId9" imgW="1485255" imgH="215806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658" y="4602675"/>
                        <a:ext cx="3713138" cy="5395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4948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94192"/>
            <a:ext cx="10515600" cy="766989"/>
          </a:xfrm>
        </p:spPr>
        <p:txBody>
          <a:bodyPr/>
          <a:lstStyle/>
          <a:p>
            <a:r>
              <a:rPr lang="en-GB" dirty="0"/>
              <a:t>Comparing curves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143" y="880950"/>
            <a:ext cx="12009120" cy="294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kumimoji="0" lang="en-US" altLang="en-US" sz="22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cs typeface="Arial" panose="020B0604020202020204" pitchFamily="34" charset="0"/>
                <a:hlinkClick r:id="rId2" tooltip="NOTE: both the example and live example are incorrect, see https://github.com/WebAudio/web-audio-api/issues/341"/>
              </a:rPr>
              <a:t>LinearRampToValueAtTime</a:t>
            </a:r>
            <a:r>
              <a:rPr kumimoji="0" lang="en-US" altLang="en-US" sz="22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22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linear change from previous to new </a:t>
            </a:r>
            <a:r>
              <a:rPr kumimoji="0" lang="en-US" altLang="en-US" sz="22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ea typeface="DejaVu Sans Mono" panose="020B0609030804020204" pitchFamily="49" charset="0"/>
                <a:cs typeface="Arial" panose="020B0604020202020204" pitchFamily="34" charset="0"/>
              </a:rPr>
              <a:t>value</a:t>
            </a:r>
            <a:r>
              <a:rPr kumimoji="0" lang="en-US" altLang="en-US" sz="22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 at </a:t>
            </a:r>
            <a:r>
              <a:rPr kumimoji="0" lang="en-US" altLang="en-US" sz="22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ea typeface="DejaVu Sans Mono" panose="020B0609030804020204" pitchFamily="49" charset="0"/>
                <a:cs typeface="Arial" panose="020B0604020202020204" pitchFamily="34" charset="0"/>
              </a:rPr>
              <a:t>endTime</a:t>
            </a:r>
            <a:endParaRPr kumimoji="0" lang="en-US" altLang="en-US" sz="22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ea typeface="DejaVu Sans Mono" panose="020B06090308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en-US" sz="2000" i="1" dirty="0" err="1">
                <a:solidFill>
                  <a:srgbClr val="333333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</a:t>
            </a:r>
            <a:r>
              <a:rPr kumimoji="0" lang="en-US" altLang="en-US" sz="20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aram.linearRampToValueAtTime</a:t>
            </a:r>
            <a:r>
              <a:rPr kumimoji="0" lang="en-US" altLang="en-US" sz="20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(value, </a:t>
            </a:r>
            <a:r>
              <a:rPr kumimoji="0" lang="en-US" altLang="en-US" sz="20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endTime</a:t>
            </a:r>
            <a:r>
              <a:rPr kumimoji="0" lang="en-US" altLang="en-US" sz="20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kumimoji="0" lang="en-US" altLang="en-US" sz="2200" b="1" i="0" strike="noStrike" cap="none" normalizeH="0" baseline="0" dirty="0" err="1">
                <a:ln>
                  <a:noFill/>
                </a:ln>
                <a:solidFill>
                  <a:srgbClr val="3D7E9A"/>
                </a:solidFill>
                <a:effectLst/>
                <a:cs typeface="Arial" panose="020B0604020202020204" pitchFamily="34" charset="0"/>
                <a:hlinkClick r:id="rId3" tooltip="A reference to this AudioParam object. In some browsers older implementations of this interface return void."/>
              </a:rPr>
              <a:t>exponentialRampToValueAtTime</a:t>
            </a:r>
            <a:r>
              <a:rPr kumimoji="0" lang="en-US" altLang="en-US" sz="22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22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exponential change from previous to new </a:t>
            </a:r>
            <a:r>
              <a:rPr kumimoji="0" lang="en-US" altLang="en-US" sz="22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ea typeface="DejaVu Sans Mono" panose="020B0609030804020204" pitchFamily="49" charset="0"/>
                <a:cs typeface="Arial" panose="020B0604020202020204" pitchFamily="34" charset="0"/>
              </a:rPr>
              <a:t>value</a:t>
            </a:r>
            <a:r>
              <a:rPr kumimoji="0" lang="en-US" altLang="en-US" sz="22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 at </a:t>
            </a:r>
            <a:r>
              <a:rPr kumimoji="0" lang="en-US" altLang="en-US" sz="22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ea typeface="DejaVu Sans Mono" panose="020B0609030804020204" pitchFamily="49" charset="0"/>
                <a:cs typeface="Arial" panose="020B0604020202020204" pitchFamily="34" charset="0"/>
              </a:rPr>
              <a:t>endTime</a:t>
            </a:r>
            <a:endParaRPr kumimoji="0" lang="en-US" altLang="en-US" sz="22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ea typeface="DejaVu Sans Mono" panose="020B06090308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en-US" sz="2000" i="1" dirty="0" err="1">
                <a:solidFill>
                  <a:srgbClr val="333333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</a:t>
            </a:r>
            <a:r>
              <a:rPr kumimoji="0" lang="en-US" altLang="en-US" sz="20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aram.exponentialRampToValueAtTime</a:t>
            </a:r>
            <a:r>
              <a:rPr kumimoji="0" lang="en-US" altLang="en-US" sz="20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(value, </a:t>
            </a:r>
            <a:r>
              <a:rPr kumimoji="0" lang="en-US" altLang="en-US" sz="20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endTime</a:t>
            </a:r>
            <a:r>
              <a:rPr kumimoji="0" lang="en-US" altLang="en-US" sz="20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kumimoji="0" lang="en-US" altLang="en-US" sz="2200" b="1" i="0" strike="noStrike" cap="none" normalizeH="0" baseline="0" dirty="0" err="1">
                <a:ln>
                  <a:noFill/>
                </a:ln>
                <a:solidFill>
                  <a:srgbClr val="3D7E9A"/>
                </a:solidFill>
                <a:effectLst/>
                <a:cs typeface="Arial" panose="020B0604020202020204" pitchFamily="34" charset="0"/>
                <a:hlinkClick r:id="rId4" tooltip="The setTargetAtTime() method of the AudioParam interface schedules the start of a gradual change to the AudioParam value. This is useful for decay or release portions of ADSR envelopes."/>
              </a:rPr>
              <a:t>setTargetAtTime</a:t>
            </a:r>
            <a:r>
              <a:rPr kumimoji="0" lang="en-US" altLang="en-US" sz="22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333333"/>
                </a:solidFill>
                <a:cs typeface="Arial" panose="020B0604020202020204" pitchFamily="34" charset="0"/>
              </a:rPr>
              <a:t>A</a:t>
            </a:r>
            <a:r>
              <a:rPr kumimoji="0" lang="en-US" altLang="en-US" sz="22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t </a:t>
            </a:r>
            <a:r>
              <a:rPr kumimoji="0" lang="en-US" altLang="en-US" sz="22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ea typeface="DejaVu Sans Mono" panose="020B0609030804020204" pitchFamily="49" charset="0"/>
                <a:cs typeface="Arial" panose="020B0604020202020204" pitchFamily="34" charset="0"/>
              </a:rPr>
              <a:t>startTime</a:t>
            </a:r>
            <a:r>
              <a:rPr kumimoji="0" lang="en-US" altLang="en-US" sz="22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, exponentially move toward </a:t>
            </a:r>
            <a:r>
              <a:rPr lang="en-US" altLang="en-US" sz="2200" i="1" dirty="0">
                <a:solidFill>
                  <a:srgbClr val="333333"/>
                </a:solidFill>
                <a:ea typeface="DejaVu Sans Mono" panose="020B0609030804020204" pitchFamily="49" charset="0"/>
                <a:cs typeface="Arial" panose="020B0604020202020204" pitchFamily="34" charset="0"/>
              </a:rPr>
              <a:t>target</a:t>
            </a:r>
            <a:r>
              <a:rPr lang="en-US" altLang="en-US" sz="2200" dirty="0">
                <a:solidFill>
                  <a:srgbClr val="333333"/>
                </a:solidFill>
                <a:cs typeface="Arial" panose="020B0604020202020204" pitchFamily="34" charset="0"/>
              </a:rPr>
              <a:t> at rate given</a:t>
            </a:r>
            <a:r>
              <a:rPr kumimoji="0" lang="en-US" altLang="en-US" sz="22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 by </a:t>
            </a:r>
            <a:r>
              <a:rPr kumimoji="0" lang="en-US" altLang="en-US" sz="2200" b="0" i="1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ea typeface="DejaVu Sans Mono" panose="020B0609030804020204" pitchFamily="49" charset="0"/>
                <a:cs typeface="Arial" panose="020B0604020202020204" pitchFamily="34" charset="0"/>
              </a:rPr>
              <a:t>timeConstant</a:t>
            </a:r>
            <a:endParaRPr kumimoji="0" lang="en-US" altLang="en-US" sz="22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ea typeface="DejaVu Sans Mono" panose="020B0609030804020204" pitchFamily="49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kumimoji="0" lang="it-IT" altLang="en-US" sz="2000" b="0" i="1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param.setTargetAtTime(target, startTime, timeConstant)</a:t>
            </a:r>
            <a:endParaRPr kumimoji="0" lang="en-US" altLang="en-US" sz="20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294908" y="3454400"/>
            <a:ext cx="1417964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363770" y="4471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32732" y="48694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852658" y="34484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4852658" y="475994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E3CE7-567F-4A62-BBBB-72218D7E41A0}"/>
              </a:ext>
            </a:extLst>
          </p:cNvPr>
          <p:cNvSpPr txBox="1"/>
          <p:nvPr/>
        </p:nvSpPr>
        <p:spPr>
          <a:xfrm>
            <a:off x="5940447" y="4053878"/>
            <a:ext cx="616238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sz="2000" dirty="0">
                <a:solidFill>
                  <a:srgbClr val="333333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</a:t>
            </a:r>
            <a:r>
              <a:rPr kumimoji="0" lang="en-US" altLang="en-US" sz="2000" b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ow=</a:t>
            </a:r>
            <a:r>
              <a:rPr kumimoji="0" lang="en-US" altLang="en-US" sz="2000" b="0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context.currentTime</a:t>
            </a:r>
            <a:endParaRPr kumimoji="0" lang="en-US" altLang="en-US" sz="2000" b="0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kumimoji="0" lang="en-US" altLang="en-US" sz="2000" b="0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linearRampToValueAtTime</a:t>
            </a:r>
            <a:r>
              <a:rPr kumimoji="0" lang="en-US" altLang="en-US" sz="2000" b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(2, 1+now)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kumimoji="0" lang="en-US" altLang="en-US" sz="2000" b="0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exponentialRampToValueAtTime</a:t>
            </a:r>
            <a:r>
              <a:rPr kumimoji="0" lang="en-US" altLang="en-US" sz="2000" b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(2, 1+now)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kumimoji="0" lang="it-IT" altLang="en-US" sz="2000" b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setTargetAtTime(2, now, 0.5)</a:t>
            </a:r>
            <a:endParaRPr kumimoji="0" lang="en-US" altLang="en-US" sz="2000" b="0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6703973-78A1-4A50-AD34-8CB0909F70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5903491"/>
              </p:ext>
            </p:extLst>
          </p:nvPr>
        </p:nvGraphicFramePr>
        <p:xfrm>
          <a:off x="433730" y="3415054"/>
          <a:ext cx="5000297" cy="3470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10692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7AFB-F290-41E4-A940-3155BE32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966" y="0"/>
            <a:ext cx="10004834" cy="1068310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4111"/>
            <a:ext cx="4988459" cy="527836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nn-NO" sz="1400" dirty="0">
                <a:solidFill>
                  <a:srgbClr val="66D9EF"/>
                </a:solidFill>
                <a:latin typeface="DejaVu Sans Mono" panose="020B0609030804020204" pitchFamily="49" charset="0"/>
              </a:rPr>
              <a:t>for</a:t>
            </a:r>
            <a:r>
              <a:rPr lang="nn-NO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 (</a:t>
            </a:r>
            <a:r>
              <a:rPr lang="nn-NO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nn-NO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nn-NO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  <a:r>
              <a:rPr lang="nn-NO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&lt;</a:t>
            </a:r>
            <a:r>
              <a:rPr lang="nn-NO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1000</a:t>
            </a:r>
            <a:r>
              <a:rPr lang="nn-NO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  <a:r>
              <a:rPr lang="nn-NO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++</a:t>
            </a:r>
            <a:r>
              <a:rPr lang="nn-NO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nn-NO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   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curve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[</a:t>
            </a: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] 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4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Math.</a:t>
            </a: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sin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4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Math.</a:t>
            </a: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PI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*</a:t>
            </a: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i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/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1000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66D9EF"/>
                </a:solidFill>
                <a:latin typeface="DejaVu Sans Mono" panose="020B0609030804020204" pitchFamily="49" charset="0"/>
              </a:rPr>
              <a:t>var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t0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t1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0.1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t2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0.2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t3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0.3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t4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0.325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66D9EF"/>
                </a:solidFill>
                <a:latin typeface="DejaVu Sans Mono" panose="020B0609030804020204" pitchFamily="49" charset="0"/>
              </a:rPr>
              <a:t>var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t5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0.5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t6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0.6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t7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0.7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t8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1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66D9EF"/>
                </a:solidFill>
                <a:latin typeface="DejaVu Sans Mono" panose="020B0609030804020204" pitchFamily="49" charset="0"/>
              </a:rPr>
              <a:t>var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v5,timeConstant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 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0.1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p.setValueAtTime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0.2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t0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p.setValueAtTime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0.3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t1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p.setValueAtTime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0.4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t2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p.linearRampToValueAtTime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1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t3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p.linearRampToValueAtTime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0.8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t4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p.setTargetAtTime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(.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5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t4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 </a:t>
            </a: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timeConst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>
                <a:solidFill>
                  <a:srgbClr val="75715E"/>
                </a:solidFill>
                <a:latin typeface="DejaVu Sans Mono" panose="020B0609030804020204" pitchFamily="49" charset="0"/>
              </a:rPr>
              <a:t>// Find </a:t>
            </a:r>
            <a:r>
              <a:rPr lang="en-GB" sz="1400" dirty="0" err="1">
                <a:solidFill>
                  <a:srgbClr val="75715E"/>
                </a:solidFill>
                <a:latin typeface="DejaVu Sans Mono" panose="020B0609030804020204" pitchFamily="49" charset="0"/>
              </a:rPr>
              <a:t>setTargetAtTime</a:t>
            </a:r>
            <a:r>
              <a:rPr lang="en-GB" sz="1400" dirty="0">
                <a:solidFill>
                  <a:srgbClr val="75715E"/>
                </a:solidFill>
                <a:latin typeface="DejaVu Sans Mono" panose="020B0609030804020204" pitchFamily="49" charset="0"/>
              </a:rPr>
              <a:t> at t5 so no</a:t>
            </a:r>
          </a:p>
          <a:p>
            <a:pPr>
              <a:spcAft>
                <a:spcPts val="600"/>
              </a:spcAft>
            </a:pPr>
            <a:r>
              <a:rPr lang="en-GB" sz="1400" dirty="0">
                <a:solidFill>
                  <a:srgbClr val="75715E"/>
                </a:solidFill>
                <a:latin typeface="DejaVu Sans Mono" panose="020B0609030804020204" pitchFamily="49" charset="0"/>
              </a:rPr>
              <a:t>// discontinuity. </a:t>
            </a:r>
          </a:p>
          <a:p>
            <a:pPr>
              <a:spcAft>
                <a:spcPts val="600"/>
              </a:spcAft>
            </a:pPr>
            <a:r>
              <a:rPr lang="fr-FR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v5</a:t>
            </a:r>
            <a:r>
              <a:rPr lang="fr-FR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=</a:t>
            </a:r>
            <a:r>
              <a:rPr lang="fr-FR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0.5</a:t>
            </a:r>
            <a:r>
              <a:rPr lang="fr-FR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+</a:t>
            </a:r>
            <a:r>
              <a:rPr lang="fr-FR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fr-FR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0.8</a:t>
            </a:r>
            <a:r>
              <a:rPr lang="fr-FR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-</a:t>
            </a:r>
            <a:r>
              <a:rPr lang="fr-FR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0.5</a:t>
            </a:r>
            <a:r>
              <a:rPr lang="fr-FR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  <a:r>
              <a:rPr lang="fr-FR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*</a:t>
            </a:r>
            <a:r>
              <a:rPr lang="fr-FR" sz="1400" dirty="0" err="1">
                <a:solidFill>
                  <a:srgbClr val="F8F8F2"/>
                </a:solidFill>
                <a:latin typeface="DejaVu Sans Mono" panose="020B0609030804020204" pitchFamily="49" charset="0"/>
              </a:rPr>
              <a:t>Math.</a:t>
            </a:r>
            <a:r>
              <a:rPr lang="fr-FR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exp</a:t>
            </a:r>
            <a:r>
              <a:rPr lang="fr-FR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((</a:t>
            </a:r>
            <a:r>
              <a:rPr lang="fr-FR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t4</a:t>
            </a:r>
            <a:r>
              <a:rPr lang="fr-FR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-</a:t>
            </a:r>
            <a:r>
              <a:rPr lang="fr-FR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t5</a:t>
            </a:r>
            <a:r>
              <a:rPr lang="fr-FR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</a:t>
            </a:r>
            <a:r>
              <a:rPr lang="fr-FR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/</a:t>
            </a:r>
            <a:r>
              <a:rPr lang="fr-FR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timeConst</a:t>
            </a:r>
            <a:r>
              <a:rPr lang="fr-FR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fr-FR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p.setValueAtTime</a:t>
            </a:r>
            <a:r>
              <a:rPr lang="fr-FR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fr-FR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v5</a:t>
            </a:r>
            <a:r>
              <a:rPr lang="fr-FR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fr-FR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t5</a:t>
            </a:r>
            <a:r>
              <a:rPr lang="fr-FR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p.exponentialRampToValueAtTime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0.75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t6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p.exponentialRampToValueAtTime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400" dirty="0">
                <a:solidFill>
                  <a:srgbClr val="AE81FF"/>
                </a:solidFill>
                <a:latin typeface="DejaVu Sans Mono" panose="020B0609030804020204" pitchFamily="49" charset="0"/>
              </a:rPr>
              <a:t>0.05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t7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1400" dirty="0" err="1">
                <a:solidFill>
                  <a:srgbClr val="A6E22E"/>
                </a:solidFill>
                <a:latin typeface="DejaVu Sans Mono" panose="020B0609030804020204" pitchFamily="49" charset="0"/>
              </a:rPr>
              <a:t>p.setValueCurveAtTime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(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curve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t7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,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t8</a:t>
            </a:r>
            <a:r>
              <a:rPr lang="en-GB" sz="1400" dirty="0">
                <a:solidFill>
                  <a:srgbClr val="F92672"/>
                </a:solidFill>
                <a:latin typeface="DejaVu Sans Mono" panose="020B0609030804020204" pitchFamily="49" charset="0"/>
              </a:rPr>
              <a:t>-</a:t>
            </a:r>
            <a:r>
              <a:rPr lang="en-GB" sz="1400" dirty="0">
                <a:solidFill>
                  <a:srgbClr val="A6E22E"/>
                </a:solidFill>
                <a:latin typeface="DejaVu Sans Mono" panose="020B0609030804020204" pitchFamily="49" charset="0"/>
              </a:rPr>
              <a:t>t7</a:t>
            </a:r>
            <a:r>
              <a:rPr lang="en-GB" sz="1400" dirty="0">
                <a:solidFill>
                  <a:srgbClr val="F8F8F2"/>
                </a:solidFill>
                <a:latin typeface="DejaVu Sans Mono" panose="020B0609030804020204" pitchFamily="49" charset="0"/>
              </a:rPr>
              <a:t>);</a:t>
            </a:r>
          </a:p>
        </p:txBody>
      </p:sp>
      <p:pic>
        <p:nvPicPr>
          <p:cNvPr id="4" name="Picture 3" descr="AudioParam automation">
            <a:extLst>
              <a:ext uri="{FF2B5EF4-FFF2-40B4-BE49-F238E27FC236}">
                <a16:creationId xmlns:a16="http://schemas.microsoft.com/office/drawing/2014/main" id="{970E1701-CD12-4CD5-A701-D74F31C5ABE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472" y="0"/>
            <a:ext cx="7727528" cy="4560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00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Shape 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4751" y="1321412"/>
            <a:ext cx="5617249" cy="421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Shape 163"/>
          <p:cNvSpPr txBox="1"/>
          <p:nvPr/>
        </p:nvSpPr>
        <p:spPr>
          <a:xfrm>
            <a:off x="173014" y="1445839"/>
            <a:ext cx="6097157" cy="132210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482600"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2800" b="1" dirty="0">
                <a:solidFill>
                  <a:schemeClr val="dk1"/>
                </a:solidFill>
              </a:rPr>
              <a:t>A</a:t>
            </a:r>
            <a:r>
              <a:rPr lang="en" sz="2800" dirty="0">
                <a:solidFill>
                  <a:schemeClr val="dk1"/>
                </a:solidFill>
              </a:rPr>
              <a:t>ttack, </a:t>
            </a:r>
            <a:r>
              <a:rPr lang="en" sz="2800" b="1" dirty="0">
                <a:solidFill>
                  <a:schemeClr val="dk1"/>
                </a:solidFill>
              </a:rPr>
              <a:t>D</a:t>
            </a:r>
            <a:r>
              <a:rPr lang="en" sz="2800" dirty="0">
                <a:solidFill>
                  <a:schemeClr val="dk1"/>
                </a:solidFill>
              </a:rPr>
              <a:t>ecay, </a:t>
            </a:r>
            <a:r>
              <a:rPr lang="en" sz="2800" b="1" dirty="0">
                <a:solidFill>
                  <a:schemeClr val="dk1"/>
                </a:solidFill>
              </a:rPr>
              <a:t>S</a:t>
            </a:r>
            <a:r>
              <a:rPr lang="en" sz="2800" dirty="0">
                <a:solidFill>
                  <a:schemeClr val="dk1"/>
                </a:solidFill>
              </a:rPr>
              <a:t>ustain, </a:t>
            </a:r>
            <a:r>
              <a:rPr lang="en" sz="2800" b="1" dirty="0">
                <a:solidFill>
                  <a:schemeClr val="dk1"/>
                </a:solidFill>
              </a:rPr>
              <a:t>R</a:t>
            </a:r>
            <a:r>
              <a:rPr lang="en" sz="2800" dirty="0">
                <a:solidFill>
                  <a:schemeClr val="dk1"/>
                </a:solidFill>
              </a:rPr>
              <a:t>elease</a:t>
            </a:r>
          </a:p>
          <a:p>
            <a:pPr marL="457200" lvl="0" indent="-482600"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2800" dirty="0">
                <a:solidFill>
                  <a:schemeClr val="dk1"/>
                </a:solidFill>
              </a:rPr>
              <a:t>Means of controlling a waveform’s amplitude, </a:t>
            </a:r>
            <a:r>
              <a:rPr lang="en-GB" sz="2800" dirty="0">
                <a:solidFill>
                  <a:schemeClr val="dk1"/>
                </a:solidFill>
              </a:rPr>
              <a:t>or other parameter</a:t>
            </a:r>
          </a:p>
          <a:p>
            <a:pPr marL="457200" indent="-419100"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800"/>
              <a:t>Attack</a:t>
            </a:r>
            <a:r>
              <a:rPr lang="en" sz="2800" dirty="0"/>
              <a:t>, Decay and Release are values of </a:t>
            </a:r>
            <a:r>
              <a:rPr lang="en" sz="2800" i="1" dirty="0"/>
              <a:t>time</a:t>
            </a:r>
          </a:p>
          <a:p>
            <a:pPr marL="457200" indent="-419100"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800" dirty="0"/>
              <a:t>Sustain is a value of </a:t>
            </a:r>
            <a:r>
              <a:rPr lang="en" sz="2800" i="1" dirty="0"/>
              <a:t>intensity</a:t>
            </a:r>
          </a:p>
          <a:p>
            <a:endParaRPr sz="3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86EE45-240A-44FB-AA7C-2AC796B86FE7}"/>
              </a:ext>
            </a:extLst>
          </p:cNvPr>
          <p:cNvSpPr/>
          <p:nvPr/>
        </p:nvSpPr>
        <p:spPr>
          <a:xfrm>
            <a:off x="2200459" y="5760545"/>
            <a:ext cx="801998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800" dirty="0"/>
              <a:t>Demo - </a:t>
            </a:r>
            <a:r>
              <a:rPr lang="en-GB" sz="2800" dirty="0">
                <a:hlinkClick r:id="rId4"/>
              </a:rPr>
              <a:t>http://mohayonao.github.io/adsr-envelope/</a:t>
            </a:r>
            <a:endParaRPr lang="en-GB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A71374-8FF0-438B-9184-5BCD4FA79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887"/>
            <a:ext cx="9144000" cy="959568"/>
          </a:xfrm>
        </p:spPr>
        <p:txBody>
          <a:bodyPr>
            <a:normAutofit/>
          </a:bodyPr>
          <a:lstStyle/>
          <a:p>
            <a:r>
              <a:rPr lang="en-GB" dirty="0"/>
              <a:t>ADSR Curves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7AFB-F290-41E4-A940-3155BE32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966" y="0"/>
            <a:ext cx="10004834" cy="1068310"/>
          </a:xfrm>
        </p:spPr>
        <p:txBody>
          <a:bodyPr/>
          <a:lstStyle/>
          <a:p>
            <a:r>
              <a:rPr lang="en-GB" dirty="0"/>
              <a:t>Beep!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8644" y="306405"/>
            <a:ext cx="6715125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"button"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"Beep"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triggerBeep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&lt;p&gt;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Frequency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&lt;/p&gt;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"number"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"Frequency"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min=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max=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8000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440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&lt;p&gt;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Attack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&lt;/p&gt;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"number"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"Attack"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min=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max=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50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&lt;p&gt;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Decay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&lt;/p&gt;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"number"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"Decay"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min=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max=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50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&lt;script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src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"Beep.js"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&gt;&lt;/script&gt;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E9C7E5-EDBB-46FA-A397-FB2EF3F1E9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014" y="1182231"/>
            <a:ext cx="4003358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</a:t>
            </a:r>
            <a:r>
              <a:rPr kumimoji="0" lang="en-US" altLang="en-US" sz="24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urst of sawtooth wave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sz="20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Ramp up to 1 and back down again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Timing in WAA is in seconds, not milliseconds</a:t>
            </a:r>
            <a:endParaRPr kumimoji="0" lang="en-US" altLang="en-US" sz="2400" b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CB99BD-1FCD-49F8-9AC7-B331CBB4DC80}"/>
              </a:ext>
            </a:extLst>
          </p:cNvPr>
          <p:cNvSpPr/>
          <p:nvPr/>
        </p:nvSpPr>
        <p:spPr>
          <a:xfrm>
            <a:off x="3543300" y="2675808"/>
            <a:ext cx="8548686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AudioContext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();</a:t>
            </a:r>
          </a:p>
          <a:p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GainNode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,{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: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});</a:t>
            </a:r>
          </a:p>
          <a:p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OscillatorNode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,{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type</a:t>
            </a:r>
            <a:r>
              <a:rPr lang="en-GB" sz="1800" dirty="0" err="1">
                <a:solidFill>
                  <a:srgbClr val="F92672"/>
                </a:solidFill>
                <a:latin typeface="Monaco"/>
              </a:rPr>
              <a:t>: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'sawtooth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});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connect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connect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destination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triggerBeep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onclick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 {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resume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currentTime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setValueAtTime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0.0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linearRampToValueAtTime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Attack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linearRampToValueAtTime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Attack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Decay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4118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7AFB-F290-41E4-A940-3155BE32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4" y="52842"/>
            <a:ext cx="10004834" cy="1068310"/>
          </a:xfrm>
        </p:spPr>
        <p:txBody>
          <a:bodyPr/>
          <a:lstStyle/>
          <a:p>
            <a:r>
              <a:rPr lang="en-GB" dirty="0"/>
              <a:t>Repeat beep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CB99BD-1FCD-49F8-9AC7-B331CBB4DC80}"/>
              </a:ext>
            </a:extLst>
          </p:cNvPr>
          <p:cNvSpPr/>
          <p:nvPr/>
        </p:nvSpPr>
        <p:spPr>
          <a:xfrm>
            <a:off x="4507706" y="735806"/>
            <a:ext cx="7684294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"button"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"Repeat beep"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triggerBeep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&lt;script&gt;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AudioContext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();</a:t>
            </a:r>
          </a:p>
          <a:p>
            <a:r>
              <a:rPr lang="sv-SE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sv-SE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sv-SE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sv-SE" sz="1800" dirty="0">
                <a:solidFill>
                  <a:srgbClr val="A6E22E"/>
                </a:solidFill>
                <a:latin typeface="Monaco"/>
              </a:rPr>
              <a:t>Attack</a:t>
            </a:r>
            <a:r>
              <a:rPr lang="sv-SE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sv-SE" sz="1800" dirty="0">
                <a:solidFill>
                  <a:srgbClr val="AE81FF"/>
                </a:solidFill>
                <a:latin typeface="Monaco"/>
              </a:rPr>
              <a:t>100</a:t>
            </a:r>
            <a:r>
              <a:rPr lang="sv-SE" sz="1800" dirty="0">
                <a:solidFill>
                  <a:srgbClr val="F8F8F2"/>
                </a:solidFill>
                <a:latin typeface="Monaco"/>
              </a:rPr>
              <a:t>,</a:t>
            </a:r>
            <a:r>
              <a:rPr lang="sv-SE" sz="1800" dirty="0">
                <a:solidFill>
                  <a:srgbClr val="A6E22E"/>
                </a:solidFill>
                <a:latin typeface="Monaco"/>
              </a:rPr>
              <a:t>Decay</a:t>
            </a:r>
            <a:r>
              <a:rPr lang="sv-SE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sv-SE" sz="1800" dirty="0">
                <a:solidFill>
                  <a:srgbClr val="AE81FF"/>
                </a:solidFill>
                <a:latin typeface="Monaco"/>
              </a:rPr>
              <a:t>100</a:t>
            </a:r>
            <a:r>
              <a:rPr lang="sv-SE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GainNode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,{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: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});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OscillatorNode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connect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).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connect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destination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triggerBeep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onclick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 {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resume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interval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setInterval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(){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currentTime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setValueAtTime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0.0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linearRampToValueAtTime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Attack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linearRampToValueAtTime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Attack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Decay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 },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}</a:t>
            </a: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&lt;/script&gt;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E9C7E5-EDBB-46FA-A397-FB2EF3F1E9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164" y="1446982"/>
            <a:ext cx="4003358" cy="38318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Use </a:t>
            </a:r>
            <a:r>
              <a:rPr lang="en-US" altLang="en-US" sz="2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setInterval</a:t>
            </a: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Repeats a function every specified time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Uses milliseconds, not part of the WAA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Call </a:t>
            </a:r>
            <a:r>
              <a:rPr lang="en-US" altLang="en-US" sz="2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clearInterval</a:t>
            </a: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() to stop it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Use </a:t>
            </a:r>
            <a:r>
              <a:rPr lang="en-US" altLang="en-US" sz="2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setTimeout</a:t>
            </a: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() to call a function just once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kumimoji="0" lang="en-US" altLang="en-US" sz="2400" b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964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7AFB-F290-41E4-A940-3155BE32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068310"/>
          </a:xfrm>
        </p:spPr>
        <p:txBody>
          <a:bodyPr/>
          <a:lstStyle/>
          <a:p>
            <a:r>
              <a:rPr lang="en-GB" dirty="0" err="1"/>
              <a:t>setValueCurveAtTime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5376861" y="191147"/>
            <a:ext cx="6715125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"button"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"Beep"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triggerBeep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&lt;p&gt;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Frequency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&lt;/p&gt;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"number"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"Frequency"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min=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max=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8000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440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&lt;p&gt;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Duration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&lt;/p&gt;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type=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"number"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id=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"Duration"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min=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max=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50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92672"/>
                </a:solidFill>
                <a:latin typeface="Monaco"/>
              </a:rPr>
              <a:t>&lt;script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src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"SetValueCurve.js"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&gt;&lt;/script&gt;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CB99BD-1FCD-49F8-9AC7-B331CBB4DC80}"/>
              </a:ext>
            </a:extLst>
          </p:cNvPr>
          <p:cNvSpPr/>
          <p:nvPr/>
        </p:nvSpPr>
        <p:spPr>
          <a:xfrm>
            <a:off x="4814888" y="2247183"/>
            <a:ext cx="7277098" cy="4247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AudioContext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();</a:t>
            </a:r>
          </a:p>
          <a:p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GainNode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,{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: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});</a:t>
            </a:r>
          </a:p>
          <a:p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OscillatorNode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,{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type</a:t>
            </a:r>
            <a:r>
              <a:rPr lang="en-GB" sz="1800" dirty="0" err="1">
                <a:solidFill>
                  <a:srgbClr val="F92672"/>
                </a:solidFill>
                <a:latin typeface="Monaco"/>
              </a:rPr>
              <a:t>: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'sawtooth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});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connect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connect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destination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start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();</a:t>
            </a:r>
          </a:p>
          <a:p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valueCurve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new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Float32Array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nn-NO" sz="1800" dirty="0">
                <a:solidFill>
                  <a:srgbClr val="66D9EF"/>
                </a:solidFill>
                <a:latin typeface="Monaco"/>
              </a:rPr>
              <a:t>for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 (</a:t>
            </a:r>
            <a:r>
              <a:rPr lang="nn-NO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nn-NO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nn-NO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;</a:t>
            </a:r>
            <a:r>
              <a:rPr lang="nn-NO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nn-NO" sz="1800" dirty="0">
                <a:solidFill>
                  <a:srgbClr val="F92672"/>
                </a:solidFill>
                <a:latin typeface="Monaco"/>
              </a:rPr>
              <a:t>&lt;</a:t>
            </a:r>
            <a:r>
              <a:rPr lang="nn-NO" sz="1800" dirty="0">
                <a:solidFill>
                  <a:srgbClr val="AE81FF"/>
                </a:solidFill>
                <a:latin typeface="Monaco"/>
              </a:rPr>
              <a:t>100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;</a:t>
            </a:r>
            <a:r>
              <a:rPr lang="nn-NO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nn-NO" sz="1800" dirty="0">
                <a:solidFill>
                  <a:srgbClr val="F92672"/>
                </a:solidFill>
                <a:latin typeface="Monaco"/>
              </a:rPr>
              <a:t>++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) </a:t>
            </a:r>
            <a:r>
              <a:rPr lang="nn-NO" sz="1800" dirty="0">
                <a:solidFill>
                  <a:srgbClr val="A6E22E"/>
                </a:solidFill>
                <a:latin typeface="Monaco"/>
              </a:rPr>
              <a:t>valueCurve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[</a:t>
            </a:r>
            <a:r>
              <a:rPr lang="nn-NO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]</a:t>
            </a:r>
            <a:r>
              <a:rPr lang="nn-NO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Math.</a:t>
            </a:r>
            <a:r>
              <a:rPr lang="nn-NO" sz="1800" dirty="0">
                <a:solidFill>
                  <a:srgbClr val="A6E22E"/>
                </a:solidFill>
                <a:latin typeface="Monaco"/>
              </a:rPr>
              <a:t>sin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(Math.</a:t>
            </a:r>
            <a:r>
              <a:rPr lang="nn-NO" sz="1800" dirty="0">
                <a:solidFill>
                  <a:srgbClr val="A6E22E"/>
                </a:solidFill>
                <a:latin typeface="Monaco"/>
              </a:rPr>
              <a:t>PI</a:t>
            </a:r>
            <a:r>
              <a:rPr lang="nn-NO" sz="1800" dirty="0">
                <a:solidFill>
                  <a:srgbClr val="F92672"/>
                </a:solidFill>
                <a:latin typeface="Monaco"/>
              </a:rPr>
              <a:t>*</a:t>
            </a:r>
            <a:r>
              <a:rPr lang="nn-NO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nn-NO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nn-NO" sz="1800" dirty="0">
                <a:solidFill>
                  <a:srgbClr val="AE81FF"/>
                </a:solidFill>
                <a:latin typeface="Monaco"/>
              </a:rPr>
              <a:t>100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triggerBeep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onclick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 {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resume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()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>
                <a:solidFill>
                  <a:srgbClr val="66D9EF"/>
                </a:solidFill>
                <a:latin typeface="Monaco"/>
              </a:rPr>
              <a:t>let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currentTime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Tone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Frequency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setValueCurveAtTime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valueCurve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Duration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Volume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gain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setValueAtTime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Duration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/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1000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}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E9C7E5-EDBB-46FA-A397-FB2EF3F1E9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779" y="1189925"/>
            <a:ext cx="4003358" cy="44781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Value curve is a floating 32 array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sz="24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 parameter then moves through this curve over the specified duration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sz="20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Linear interpolation bet</a:t>
            </a:r>
            <a:r>
              <a:rPr lang="en-US" alt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ween values in the array</a:t>
            </a:r>
            <a:endParaRPr kumimoji="0" lang="en-US" altLang="en-US" sz="2000" b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4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setValueAtTime</a:t>
            </a:r>
            <a:r>
              <a:rPr lang="en-US" altLang="en-US" sz="24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is then used to reset the parameter to zero</a:t>
            </a:r>
            <a:endParaRPr kumimoji="0" lang="en-US" altLang="en-US" sz="2400" b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32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94192"/>
            <a:ext cx="10515600" cy="766989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cancelScheduledValues</a:t>
            </a:r>
            <a:r>
              <a:rPr lang="en-GB" dirty="0"/>
              <a:t> vs </a:t>
            </a:r>
            <a:r>
              <a:rPr lang="en-GB" dirty="0" err="1"/>
              <a:t>cancelAndHoldAtTime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5939" y="961337"/>
            <a:ext cx="11840122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u="sng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lt"/>
                <a:cs typeface="Arial" panose="020B0604020202020204" pitchFamily="34" charset="0"/>
              </a:rPr>
              <a:t>cancelScheduledValues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GB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cancels all scheduled future changes</a:t>
            </a: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u="sng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lt"/>
                <a:cs typeface="Arial" panose="020B0604020202020204" pitchFamily="34" charset="0"/>
              </a:rPr>
              <a:t>cancelAndHoldAtTime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GB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cancels all scheduled future changes but holds its value until further changes are made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altLang="en-US" sz="2400" dirty="0">
                <a:solidFill>
                  <a:srgbClr val="333333"/>
                </a:solidFill>
                <a:latin typeface="+mn-lt"/>
                <a:ea typeface="DejaVu Sans Mono" panose="020B0609030804020204" pitchFamily="49" charset="0"/>
                <a:cs typeface="Arial" panose="020B0604020202020204" pitchFamily="34" charset="0"/>
              </a:rPr>
              <a:t>Example</a:t>
            </a:r>
            <a:r>
              <a:rPr lang="en-US" altLang="en-US" sz="2400" dirty="0">
                <a:solidFill>
                  <a:srgbClr val="333333"/>
                </a:solidFill>
                <a:latin typeface="+mn-lt"/>
                <a:ea typeface="DejaVu Sans Mono" panose="020B0609030804020204" pitchFamily="49" charset="0"/>
                <a:cs typeface="Arial" panose="020B0604020202020204" pitchFamily="34" charset="0"/>
              </a:rPr>
              <a:t>: ramped offset on a constant source node</a:t>
            </a:r>
            <a:endParaRPr lang="en-GB" altLang="en-US" sz="2400" dirty="0">
              <a:solidFill>
                <a:srgbClr val="333333"/>
              </a:solidFill>
              <a:latin typeface="+mn-lt"/>
              <a:ea typeface="DejaVu Sans Mono" panose="020B0609030804020204" pitchFamily="49" charset="0"/>
              <a:cs typeface="Arial" panose="020B0604020202020204" pitchFamily="34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32732" y="48694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852658" y="34484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4852658" y="475994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547612-A4C7-4548-A19C-4AB83A5875BE}"/>
              </a:ext>
            </a:extLst>
          </p:cNvPr>
          <p:cNvSpPr/>
          <p:nvPr/>
        </p:nvSpPr>
        <p:spPr>
          <a:xfrm>
            <a:off x="3606715" y="2885005"/>
            <a:ext cx="5320688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20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20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20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currentTime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2000" dirty="0" err="1">
                <a:solidFill>
                  <a:srgbClr val="A6E22E"/>
                </a:solidFill>
                <a:latin typeface="Monaco"/>
              </a:rPr>
              <a:t>input</a:t>
            </a:r>
            <a:r>
              <a:rPr lang="en-GB" sz="20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offset</a:t>
            </a:r>
            <a:r>
              <a:rPr lang="en-GB" sz="20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20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20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2000" dirty="0" err="1">
                <a:solidFill>
                  <a:srgbClr val="A6E22E"/>
                </a:solidFill>
                <a:latin typeface="Monaco"/>
              </a:rPr>
              <a:t>input</a:t>
            </a:r>
            <a:r>
              <a:rPr lang="en-GB" sz="20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offset</a:t>
            </a:r>
            <a:r>
              <a:rPr lang="en-GB" sz="20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2000" dirty="0" err="1">
                <a:solidFill>
                  <a:srgbClr val="A6E22E"/>
                </a:solidFill>
                <a:latin typeface="Monaco"/>
              </a:rPr>
              <a:t>linearRampToValueAtTime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20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,</a:t>
            </a:r>
            <a:r>
              <a:rPr lang="en-GB" sz="20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20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20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2000" dirty="0">
                <a:solidFill>
                  <a:srgbClr val="F8F8F2"/>
                </a:solidFill>
                <a:latin typeface="Monaco"/>
              </a:rPr>
              <a:t>);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79E02E2-6BA9-4659-9999-6BEAC6521CE2}"/>
              </a:ext>
            </a:extLst>
          </p:cNvPr>
          <p:cNvGrpSpPr/>
          <p:nvPr/>
        </p:nvGrpSpPr>
        <p:grpSpPr>
          <a:xfrm>
            <a:off x="4092729" y="4070010"/>
            <a:ext cx="3476754" cy="2626173"/>
            <a:chOff x="5251144" y="3972995"/>
            <a:chExt cx="2829141" cy="2136997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18E1A5B-016C-473C-B80D-A600A8466A8D}"/>
                </a:ext>
              </a:extLst>
            </p:cNvPr>
            <p:cNvCxnSpPr>
              <a:cxnSpLocks/>
            </p:cNvCxnSpPr>
            <p:nvPr/>
          </p:nvCxnSpPr>
          <p:spPr>
            <a:xfrm>
              <a:off x="5535845" y="3972995"/>
              <a:ext cx="0" cy="1761326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F389B19-19C4-4AE8-950E-42490D2BA5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5845" y="5734321"/>
              <a:ext cx="2045234" cy="0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8C7FA7A-27E7-44ED-853B-BF807F805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1366" y="4364073"/>
              <a:ext cx="1471386" cy="1370248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18D667-5A99-4D16-8939-15E559DFBAD2}"/>
                </a:ext>
              </a:extLst>
            </p:cNvPr>
            <p:cNvSpPr txBox="1"/>
            <p:nvPr/>
          </p:nvSpPr>
          <p:spPr>
            <a:xfrm>
              <a:off x="5251144" y="4106349"/>
              <a:ext cx="276797" cy="375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56FD0D-3FA6-4122-83F7-4F9BD027B2B8}"/>
                </a:ext>
              </a:extLst>
            </p:cNvPr>
            <p:cNvSpPr txBox="1"/>
            <p:nvPr/>
          </p:nvSpPr>
          <p:spPr>
            <a:xfrm>
              <a:off x="5272608" y="5669926"/>
              <a:ext cx="276797" cy="375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452BC84-F054-4B51-8EFE-580E5F9A5B4F}"/>
                </a:ext>
              </a:extLst>
            </p:cNvPr>
            <p:cNvSpPr txBox="1"/>
            <p:nvPr/>
          </p:nvSpPr>
          <p:spPr>
            <a:xfrm>
              <a:off x="6873963" y="5734321"/>
              <a:ext cx="276797" cy="375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1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7FFC5ED-1A26-4263-A283-6DE2A5D14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2752" y="4364073"/>
              <a:ext cx="1077533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139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94192"/>
            <a:ext cx="10515600" cy="766989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cancelScheduledValues</a:t>
            </a:r>
            <a:r>
              <a:rPr lang="en-GB" dirty="0"/>
              <a:t> vs </a:t>
            </a:r>
            <a:r>
              <a:rPr lang="en-GB" dirty="0" err="1"/>
              <a:t>cancelAndHoldAtTime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5939" y="961337"/>
            <a:ext cx="11840122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u="sng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lt"/>
                <a:cs typeface="Arial" panose="020B0604020202020204" pitchFamily="34" charset="0"/>
              </a:rPr>
              <a:t>cancelScheduledValues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GB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cancels all scheduled future changes</a:t>
            </a: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u="sng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lt"/>
                <a:cs typeface="Arial" panose="020B0604020202020204" pitchFamily="34" charset="0"/>
              </a:rPr>
              <a:t>cancelAndHoldAtTime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GB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cancels all scheduled future changes but holds its value until further changes are made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altLang="en-US" sz="2400" dirty="0">
                <a:solidFill>
                  <a:srgbClr val="333333"/>
                </a:solidFill>
                <a:latin typeface="+mn-lt"/>
                <a:ea typeface="DejaVu Sans Mono" panose="020B0609030804020204" pitchFamily="49" charset="0"/>
                <a:cs typeface="Arial" panose="020B0604020202020204" pitchFamily="34" charset="0"/>
              </a:rPr>
              <a:t>Example</a:t>
            </a:r>
            <a:r>
              <a:rPr lang="en-US" altLang="en-US" sz="2400" dirty="0">
                <a:solidFill>
                  <a:srgbClr val="333333"/>
                </a:solidFill>
                <a:latin typeface="+mn-lt"/>
                <a:ea typeface="DejaVu Sans Mono" panose="020B0609030804020204" pitchFamily="49" charset="0"/>
                <a:cs typeface="Arial" panose="020B0604020202020204" pitchFamily="34" charset="0"/>
              </a:rPr>
              <a:t> : ramped offset on a constant source node</a:t>
            </a: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32732" y="48694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852658" y="34484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4852658" y="475994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F9EAEAA-1EB1-41D4-A6E4-23C08BBC6748}"/>
              </a:ext>
            </a:extLst>
          </p:cNvPr>
          <p:cNvGrpSpPr/>
          <p:nvPr/>
        </p:nvGrpSpPr>
        <p:grpSpPr>
          <a:xfrm>
            <a:off x="4370201" y="4266132"/>
            <a:ext cx="3178329" cy="2697540"/>
            <a:chOff x="5044778" y="4266130"/>
            <a:chExt cx="2503752" cy="212500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51C61B2-2538-4C3D-8A6F-E22578A04696}"/>
                </a:ext>
              </a:extLst>
            </p:cNvPr>
            <p:cNvCxnSpPr>
              <a:cxnSpLocks/>
            </p:cNvCxnSpPr>
            <p:nvPr/>
          </p:nvCxnSpPr>
          <p:spPr>
            <a:xfrm>
              <a:off x="5329479" y="4266130"/>
              <a:ext cx="0" cy="1761326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FB00599-E64F-49C0-8DE6-A7ACB74EF4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29479" y="6027456"/>
              <a:ext cx="2219051" cy="0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2B60A13-D9FE-4933-9597-7F51F350B6AE}"/>
                </a:ext>
              </a:extLst>
            </p:cNvPr>
            <p:cNvSpPr txBox="1"/>
            <p:nvPr/>
          </p:nvSpPr>
          <p:spPr>
            <a:xfrm>
              <a:off x="5044778" y="4399484"/>
              <a:ext cx="267962" cy="363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066DDF3-1977-439B-92D1-02FE02A04CBC}"/>
                </a:ext>
              </a:extLst>
            </p:cNvPr>
            <p:cNvSpPr txBox="1"/>
            <p:nvPr/>
          </p:nvSpPr>
          <p:spPr>
            <a:xfrm>
              <a:off x="5066242" y="5963061"/>
              <a:ext cx="267962" cy="363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BAE5A97-54D7-47AA-BADF-81C8A7A517C7}"/>
                </a:ext>
              </a:extLst>
            </p:cNvPr>
            <p:cNvSpPr txBox="1"/>
            <p:nvPr/>
          </p:nvSpPr>
          <p:spPr>
            <a:xfrm>
              <a:off x="6667597" y="6027456"/>
              <a:ext cx="267962" cy="363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1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27B2203-2DC3-4E0F-B66A-8AF9446D77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29479" y="6027456"/>
              <a:ext cx="195990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782A3834-439D-4E13-9671-45A4A619D497}"/>
              </a:ext>
            </a:extLst>
          </p:cNvPr>
          <p:cNvSpPr/>
          <p:nvPr/>
        </p:nvSpPr>
        <p:spPr>
          <a:xfrm>
            <a:off x="3583851" y="2822462"/>
            <a:ext cx="5024297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currentTime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input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offset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input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offset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linearRampToValueAtTime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input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offset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cancelScheduledValues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0.5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  <a:r>
              <a:rPr lang="en-GB" sz="1800" dirty="0">
                <a:solidFill>
                  <a:srgbClr val="75715E"/>
                </a:solidFill>
                <a:latin typeface="Monaco"/>
              </a:rPr>
              <a:t>    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676794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94192"/>
            <a:ext cx="10515600" cy="766989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cancelScheduledValues</a:t>
            </a:r>
            <a:r>
              <a:rPr lang="en-GB" dirty="0"/>
              <a:t> vs </a:t>
            </a:r>
            <a:r>
              <a:rPr lang="en-GB" dirty="0" err="1"/>
              <a:t>cancelAndHoldAtTime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5939" y="961337"/>
            <a:ext cx="11840122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u="sng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lt"/>
                <a:cs typeface="Arial" panose="020B0604020202020204" pitchFamily="34" charset="0"/>
              </a:rPr>
              <a:t>cancelScheduledValues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GB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cancels all scheduled future changes</a:t>
            </a: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en-US" b="1" i="0" u="sng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lt"/>
                <a:cs typeface="Arial" panose="020B0604020202020204" pitchFamily="34" charset="0"/>
              </a:rPr>
              <a:t>cancelAndHoldAtTime</a:t>
            </a: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rgbClr val="3D7E9A"/>
                </a:solidFill>
                <a:effectLst/>
                <a:latin typeface="+mn-lt"/>
                <a:cs typeface="Arial" panose="020B0604020202020204" pitchFamily="34" charset="0"/>
              </a:rPr>
              <a:t> </a:t>
            </a:r>
            <a:r>
              <a:rPr kumimoji="0" lang="en-GB" altLang="en-US" sz="2400" b="0" i="0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  <a:cs typeface="Arial" panose="020B0604020202020204" pitchFamily="34" charset="0"/>
              </a:rPr>
              <a:t>cancels all scheduled future changes but holds its value until further changes are made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altLang="en-US" sz="2400" dirty="0">
                <a:solidFill>
                  <a:srgbClr val="333333"/>
                </a:solidFill>
                <a:latin typeface="+mn-lt"/>
                <a:ea typeface="DejaVu Sans Mono" panose="020B0609030804020204" pitchFamily="49" charset="0"/>
                <a:cs typeface="Arial" panose="020B0604020202020204" pitchFamily="34" charset="0"/>
              </a:rPr>
              <a:t>Example</a:t>
            </a:r>
            <a:r>
              <a:rPr lang="en-US" altLang="en-US" sz="2400" dirty="0">
                <a:solidFill>
                  <a:srgbClr val="333333"/>
                </a:solidFill>
                <a:latin typeface="+mn-lt"/>
                <a:ea typeface="DejaVu Sans Mono" panose="020B0609030804020204" pitchFamily="49" charset="0"/>
                <a:cs typeface="Arial" panose="020B0604020202020204" pitchFamily="34" charset="0"/>
              </a:rPr>
              <a:t> : ramped offset on a constant source node</a:t>
            </a:r>
            <a:endParaRPr kumimoji="0" lang="en-US" altLang="en-US" sz="2400" b="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32732" y="48694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852658" y="34484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4852658" y="475994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65B9A0-1A34-43D2-A93F-BBD095C7E742}"/>
              </a:ext>
            </a:extLst>
          </p:cNvPr>
          <p:cNvSpPr/>
          <p:nvPr/>
        </p:nvSpPr>
        <p:spPr>
          <a:xfrm>
            <a:off x="3563616" y="2702958"/>
            <a:ext cx="4786236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66D9EF"/>
                </a:solidFill>
                <a:latin typeface="Monaco"/>
              </a:rPr>
              <a:t>var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context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currentTime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input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offset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value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;</a:t>
            </a:r>
          </a:p>
          <a:p>
            <a:r>
              <a:rPr lang="en-GB" sz="1800" dirty="0" err="1">
                <a:solidFill>
                  <a:srgbClr val="A6E22E"/>
                </a:solidFill>
                <a:latin typeface="Monaco"/>
              </a:rPr>
              <a:t>input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offset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linearRampToValueAtTime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,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A6E22E"/>
                </a:solidFill>
                <a:latin typeface="Monaco"/>
              </a:rPr>
              <a:t>input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offset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.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cancelAndHoldAtTime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now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AE81FF"/>
                </a:solidFill>
                <a:latin typeface="Monaco"/>
              </a:rPr>
              <a:t>0.5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557EB2-97BF-49FF-9EB4-6C0C6AE38EC5}"/>
              </a:ext>
            </a:extLst>
          </p:cNvPr>
          <p:cNvGrpSpPr/>
          <p:nvPr/>
        </p:nvGrpSpPr>
        <p:grpSpPr>
          <a:xfrm>
            <a:off x="4287083" y="3969635"/>
            <a:ext cx="3211433" cy="2732365"/>
            <a:chOff x="4456915" y="4165402"/>
            <a:chExt cx="2440977" cy="207684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314486C-A500-48B5-8822-8AC6E20A2776}"/>
                </a:ext>
              </a:extLst>
            </p:cNvPr>
            <p:cNvCxnSpPr>
              <a:cxnSpLocks/>
            </p:cNvCxnSpPr>
            <p:nvPr/>
          </p:nvCxnSpPr>
          <p:spPr>
            <a:xfrm>
              <a:off x="4852658" y="4165402"/>
              <a:ext cx="0" cy="1761326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ABB5F0D-4ACC-4B86-9E77-DB449C2891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2658" y="5926728"/>
              <a:ext cx="2045234" cy="0"/>
            </a:xfrm>
            <a:prstGeom prst="straightConnector1">
              <a:avLst/>
            </a:prstGeom>
            <a:ln w="25400">
              <a:solidFill>
                <a:schemeClr val="bg1">
                  <a:lumMod val="65000"/>
                </a:schemeClr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7C45EAD-C90D-4B0C-9550-FA7FB59B5D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48179" y="5266413"/>
              <a:ext cx="709053" cy="660315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non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7728923-4169-4708-A58B-5C6D8389208E}"/>
                </a:ext>
              </a:extLst>
            </p:cNvPr>
            <p:cNvSpPr txBox="1"/>
            <p:nvPr/>
          </p:nvSpPr>
          <p:spPr>
            <a:xfrm>
              <a:off x="4567957" y="4298756"/>
              <a:ext cx="239056" cy="304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FDCD000-6465-4165-A253-AD1FE3E112B9}"/>
                </a:ext>
              </a:extLst>
            </p:cNvPr>
            <p:cNvSpPr txBox="1"/>
            <p:nvPr/>
          </p:nvSpPr>
          <p:spPr>
            <a:xfrm>
              <a:off x="4589421" y="5862333"/>
              <a:ext cx="239056" cy="304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EF0035B-78D5-4086-A75E-54A1AF71DDB1}"/>
                </a:ext>
              </a:extLst>
            </p:cNvPr>
            <p:cNvSpPr txBox="1"/>
            <p:nvPr/>
          </p:nvSpPr>
          <p:spPr>
            <a:xfrm>
              <a:off x="6190776" y="5926728"/>
              <a:ext cx="239056" cy="304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1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39D0005-4096-4D46-80AA-CC02BFF53C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7234" y="5263921"/>
              <a:ext cx="134065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8FEDD89-7234-4D55-891E-AB85FA97068F}"/>
                </a:ext>
              </a:extLst>
            </p:cNvPr>
            <p:cNvSpPr txBox="1"/>
            <p:nvPr/>
          </p:nvSpPr>
          <p:spPr>
            <a:xfrm>
              <a:off x="4456915" y="5070350"/>
              <a:ext cx="386485" cy="304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0.5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E4EC849-E12D-4B26-AAB5-831D14D6DBC1}"/>
                </a:ext>
              </a:extLst>
            </p:cNvPr>
            <p:cNvSpPr txBox="1"/>
            <p:nvPr/>
          </p:nvSpPr>
          <p:spPr>
            <a:xfrm>
              <a:off x="5397592" y="5938125"/>
              <a:ext cx="386485" cy="3041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0.5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6444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Microsoft Office PowerPoint</Application>
  <PresentationFormat>Widescreen</PresentationFormat>
  <Paragraphs>173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DejaVu Sans Mono</vt:lpstr>
      <vt:lpstr>Monaco</vt:lpstr>
      <vt:lpstr>Office Theme</vt:lpstr>
      <vt:lpstr>Equation</vt:lpstr>
      <vt:lpstr>Audio Parameters: timing, scheduling, envelopes…</vt:lpstr>
      <vt:lpstr>Automation in audio production</vt:lpstr>
      <vt:lpstr>Parameters and timing</vt:lpstr>
      <vt:lpstr>Parameter scheduling</vt:lpstr>
      <vt:lpstr>Comparing curves</vt:lpstr>
      <vt:lpstr>Example</vt:lpstr>
      <vt:lpstr>ADSR Curves</vt:lpstr>
      <vt:lpstr>Beep!</vt:lpstr>
      <vt:lpstr>Repeat beep</vt:lpstr>
      <vt:lpstr>setValueCurveAtTime</vt:lpstr>
      <vt:lpstr>cancelScheduledValues vs cancelAndHoldAtTime</vt:lpstr>
      <vt:lpstr>cancelScheduledValues vs cancelAndHoldAtTime</vt:lpstr>
      <vt:lpstr>cancelScheduledValues vs cancelAndHoldAtTime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Reiss</dc:creator>
  <cp:lastModifiedBy>Josh Reiss</cp:lastModifiedBy>
  <cp:revision>63</cp:revision>
  <dcterms:created xsi:type="dcterms:W3CDTF">2018-10-17T13:21:35Z</dcterms:created>
  <dcterms:modified xsi:type="dcterms:W3CDTF">2021-06-11T15:48:41Z</dcterms:modified>
</cp:coreProperties>
</file>