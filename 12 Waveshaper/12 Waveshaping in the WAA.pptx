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22" r:id="rId2"/>
    <p:sldId id="323" r:id="rId3"/>
    <p:sldId id="324" r:id="rId4"/>
    <p:sldId id="325" r:id="rId5"/>
    <p:sldId id="326" r:id="rId6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13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25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3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519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5649" algn="l" defTabSz="914259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2780" algn="l" defTabSz="914259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199908" algn="l" defTabSz="914259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039" algn="l" defTabSz="914259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AB9"/>
    <a:srgbClr val="CC0000"/>
    <a:srgbClr val="000066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872" autoAdjust="0"/>
    <p:restoredTop sz="95546" autoAdjust="0"/>
  </p:normalViewPr>
  <p:slideViewPr>
    <p:cSldViewPr>
      <p:cViewPr>
        <p:scale>
          <a:sx n="116" d="100"/>
          <a:sy n="116" d="100"/>
        </p:scale>
        <p:origin x="171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82" d="100"/>
          <a:sy n="82" d="100"/>
        </p:scale>
        <p:origin x="3756" y="84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h Reiss" userId="a90d6cd88c30b6c6" providerId="LiveId" clId="{E5E30031-63F1-42E5-A362-58948DBCAAD9}"/>
    <pc:docChg chg="undo custSel addSld delSld modSld delMainMaster">
      <pc:chgData name="Josh Reiss" userId="a90d6cd88c30b6c6" providerId="LiveId" clId="{E5E30031-63F1-42E5-A362-58948DBCAAD9}" dt="2021-02-20T10:31:18.655" v="1329" actId="6549"/>
      <pc:docMkLst>
        <pc:docMk/>
      </pc:docMkLst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0" sldId="288"/>
        </pc:sldMkLst>
      </pc:sldChg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0" sldId="289"/>
        </pc:sldMkLst>
      </pc:sldChg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0" sldId="290"/>
        </pc:sldMkLst>
      </pc:sldChg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0" sldId="291"/>
        </pc:sldMkLst>
      </pc:sldChg>
      <pc:sldChg chg="del">
        <pc:chgData name="Josh Reiss" userId="a90d6cd88c30b6c6" providerId="LiveId" clId="{E5E30031-63F1-42E5-A362-58948DBCAAD9}" dt="2021-02-20T10:20:48.726" v="1294" actId="47"/>
        <pc:sldMkLst>
          <pc:docMk/>
          <pc:sldMk cId="0" sldId="301"/>
        </pc:sldMkLst>
      </pc:sldChg>
      <pc:sldChg chg="del">
        <pc:chgData name="Josh Reiss" userId="a90d6cd88c30b6c6" providerId="LiveId" clId="{E5E30031-63F1-42E5-A362-58948DBCAAD9}" dt="2021-02-20T10:20:48.726" v="1294" actId="47"/>
        <pc:sldMkLst>
          <pc:docMk/>
          <pc:sldMk cId="0" sldId="302"/>
        </pc:sldMkLst>
      </pc:sldChg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0" sldId="312"/>
        </pc:sldMkLst>
      </pc:sldChg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0" sldId="314"/>
        </pc:sldMkLst>
      </pc:sldChg>
      <pc:sldChg chg="del">
        <pc:chgData name="Josh Reiss" userId="a90d6cd88c30b6c6" providerId="LiveId" clId="{E5E30031-63F1-42E5-A362-58948DBCAAD9}" dt="2021-02-20T10:20:48.726" v="1294" actId="47"/>
        <pc:sldMkLst>
          <pc:docMk/>
          <pc:sldMk cId="3915929655" sldId="315"/>
        </pc:sldMkLst>
      </pc:sldChg>
      <pc:sldChg chg="del">
        <pc:chgData name="Josh Reiss" userId="a90d6cd88c30b6c6" providerId="LiveId" clId="{E5E30031-63F1-42E5-A362-58948DBCAAD9}" dt="2021-02-20T10:20:44.680" v="1293" actId="47"/>
        <pc:sldMkLst>
          <pc:docMk/>
          <pc:sldMk cId="3727979012" sldId="317"/>
        </pc:sldMkLst>
      </pc:sldChg>
      <pc:sldChg chg="addSp delSp modSp mod">
        <pc:chgData name="Josh Reiss" userId="a90d6cd88c30b6c6" providerId="LiveId" clId="{E5E30031-63F1-42E5-A362-58948DBCAAD9}" dt="2021-02-20T09:09:17.458" v="43" actId="1076"/>
        <pc:sldMkLst>
          <pc:docMk/>
          <pc:sldMk cId="2158954158" sldId="322"/>
        </pc:sldMkLst>
        <pc:spChg chg="add del">
          <ac:chgData name="Josh Reiss" userId="a90d6cd88c30b6c6" providerId="LiveId" clId="{E5E30031-63F1-42E5-A362-58948DBCAAD9}" dt="2021-02-20T09:08:43.944" v="38" actId="22"/>
          <ac:spMkLst>
            <pc:docMk/>
            <pc:sldMk cId="2158954158" sldId="322"/>
            <ac:spMk id="5" creationId="{3AE8BF7D-A708-4A10-BAF7-CA443B2C97FE}"/>
          </ac:spMkLst>
        </pc:spChg>
        <pc:spChg chg="mod">
          <ac:chgData name="Josh Reiss" userId="a90d6cd88c30b6c6" providerId="LiveId" clId="{E5E30031-63F1-42E5-A362-58948DBCAAD9}" dt="2021-02-20T09:06:09.340" v="35" actId="1076"/>
          <ac:spMkLst>
            <pc:docMk/>
            <pc:sldMk cId="2158954158" sldId="322"/>
            <ac:spMk id="2050" creationId="{00000000-0000-0000-0000-000000000000}"/>
          </ac:spMkLst>
        </pc:spChg>
        <pc:picChg chg="del">
          <ac:chgData name="Josh Reiss" userId="a90d6cd88c30b6c6" providerId="LiveId" clId="{E5E30031-63F1-42E5-A362-58948DBCAAD9}" dt="2021-02-20T09:08:39.756" v="36" actId="478"/>
          <ac:picMkLst>
            <pc:docMk/>
            <pc:sldMk cId="2158954158" sldId="322"/>
            <ac:picMk id="4" creationId="{00000000-0000-0000-0000-000000000000}"/>
          </ac:picMkLst>
        </pc:picChg>
        <pc:picChg chg="add mod">
          <ac:chgData name="Josh Reiss" userId="a90d6cd88c30b6c6" providerId="LiveId" clId="{E5E30031-63F1-42E5-A362-58948DBCAAD9}" dt="2021-02-20T09:09:17.458" v="43" actId="1076"/>
          <ac:picMkLst>
            <pc:docMk/>
            <pc:sldMk cId="2158954158" sldId="322"/>
            <ac:picMk id="1026" creationId="{FDD3FF4F-575F-4A11-AD2D-694ACA4B19C1}"/>
          </ac:picMkLst>
        </pc:picChg>
      </pc:sldChg>
      <pc:sldChg chg="addSp delSp modSp mod">
        <pc:chgData name="Josh Reiss" userId="a90d6cd88c30b6c6" providerId="LiveId" clId="{E5E30031-63F1-42E5-A362-58948DBCAAD9}" dt="2021-02-20T09:32:03.934" v="726" actId="478"/>
        <pc:sldMkLst>
          <pc:docMk/>
          <pc:sldMk cId="910070396" sldId="323"/>
        </pc:sldMkLst>
        <pc:spChg chg="del">
          <ac:chgData name="Josh Reiss" userId="a90d6cd88c30b6c6" providerId="LiveId" clId="{E5E30031-63F1-42E5-A362-58948DBCAAD9}" dt="2021-02-20T09:11:56.148" v="137" actId="478"/>
          <ac:spMkLst>
            <pc:docMk/>
            <pc:sldMk cId="910070396" sldId="323"/>
            <ac:spMk id="5" creationId="{B4D67A58-FE31-45CD-91D3-BC0F7F140C61}"/>
          </ac:spMkLst>
        </pc:spChg>
        <pc:spChg chg="add del">
          <ac:chgData name="Josh Reiss" userId="a90d6cd88c30b6c6" providerId="LiveId" clId="{E5E30031-63F1-42E5-A362-58948DBCAAD9}" dt="2021-02-20T09:16:50.976" v="153" actId="478"/>
          <ac:spMkLst>
            <pc:docMk/>
            <pc:sldMk cId="910070396" sldId="323"/>
            <ac:spMk id="6" creationId="{7DBC7035-FF83-4E58-A469-8088CA3F4976}"/>
          </ac:spMkLst>
        </pc:spChg>
        <pc:spChg chg="add del mod">
          <ac:chgData name="Josh Reiss" userId="a90d6cd88c30b6c6" providerId="LiveId" clId="{E5E30031-63F1-42E5-A362-58948DBCAAD9}" dt="2021-02-20T09:16:48.220" v="152" actId="478"/>
          <ac:spMkLst>
            <pc:docMk/>
            <pc:sldMk cId="910070396" sldId="323"/>
            <ac:spMk id="7" creationId="{092AF503-22BA-46B7-AF5F-FFC72405BEE7}"/>
          </ac:spMkLst>
        </pc:spChg>
        <pc:spChg chg="add del mod">
          <ac:chgData name="Josh Reiss" userId="a90d6cd88c30b6c6" providerId="LiveId" clId="{E5E30031-63F1-42E5-A362-58948DBCAAD9}" dt="2021-02-20T09:11:19.465" v="116"/>
          <ac:spMkLst>
            <pc:docMk/>
            <pc:sldMk cId="910070396" sldId="323"/>
            <ac:spMk id="8" creationId="{AD197849-FCB7-4259-B12E-AA8C719359B6}"/>
          </ac:spMkLst>
        </pc:spChg>
        <pc:spChg chg="add del">
          <ac:chgData name="Josh Reiss" userId="a90d6cd88c30b6c6" providerId="LiveId" clId="{E5E30031-63F1-42E5-A362-58948DBCAAD9}" dt="2021-02-20T09:18:42.681" v="202"/>
          <ac:spMkLst>
            <pc:docMk/>
            <pc:sldMk cId="910070396" sldId="323"/>
            <ac:spMk id="9" creationId="{24705C78-BDFD-4F36-9D72-786485B9DB59}"/>
          </ac:spMkLst>
        </pc:spChg>
        <pc:spChg chg="del">
          <ac:chgData name="Josh Reiss" userId="a90d6cd88c30b6c6" providerId="LiveId" clId="{E5E30031-63F1-42E5-A362-58948DBCAAD9}" dt="2021-02-20T09:16:45.018" v="151" actId="478"/>
          <ac:spMkLst>
            <pc:docMk/>
            <pc:sldMk cId="910070396" sldId="323"/>
            <ac:spMk id="10" creationId="{035FA290-4E5F-44DF-8FEF-215A2BF8E654}"/>
          </ac:spMkLst>
        </pc:spChg>
        <pc:spChg chg="add del mod">
          <ac:chgData name="Josh Reiss" userId="a90d6cd88c30b6c6" providerId="LiveId" clId="{E5E30031-63F1-42E5-A362-58948DBCAAD9}" dt="2021-02-20T09:21:00.753" v="254"/>
          <ac:spMkLst>
            <pc:docMk/>
            <pc:sldMk cId="910070396" sldId="323"/>
            <ac:spMk id="11" creationId="{F96A8F19-1A91-44FB-93C9-E7DB46E23181}"/>
          </ac:spMkLst>
        </pc:spChg>
        <pc:spChg chg="add del mod">
          <ac:chgData name="Josh Reiss" userId="a90d6cd88c30b6c6" providerId="LiveId" clId="{E5E30031-63F1-42E5-A362-58948DBCAAD9}" dt="2021-02-20T09:32:03.934" v="726" actId="478"/>
          <ac:spMkLst>
            <pc:docMk/>
            <pc:sldMk cId="910070396" sldId="323"/>
            <ac:spMk id="12" creationId="{7A8753F7-A0A7-4B47-9704-655DE29ECC28}"/>
          </ac:spMkLst>
        </pc:spChg>
        <pc:spChg chg="mod">
          <ac:chgData name="Josh Reiss" userId="a90d6cd88c30b6c6" providerId="LiveId" clId="{E5E30031-63F1-42E5-A362-58948DBCAAD9}" dt="2021-02-20T09:09:29.295" v="57" actId="20577"/>
          <ac:spMkLst>
            <pc:docMk/>
            <pc:sldMk cId="910070396" sldId="323"/>
            <ac:spMk id="43010" creationId="{00000000-0000-0000-0000-000000000000}"/>
          </ac:spMkLst>
        </pc:spChg>
        <pc:spChg chg="mod">
          <ac:chgData name="Josh Reiss" userId="a90d6cd88c30b6c6" providerId="LiveId" clId="{E5E30031-63F1-42E5-A362-58948DBCAAD9}" dt="2021-02-20T09:31:46.195" v="725" actId="948"/>
          <ac:spMkLst>
            <pc:docMk/>
            <pc:sldMk cId="910070396" sldId="323"/>
            <ac:spMk id="43011" creationId="{00000000-0000-0000-0000-000000000000}"/>
          </ac:spMkLst>
        </pc:spChg>
        <pc:graphicFrameChg chg="del">
          <ac:chgData name="Josh Reiss" userId="a90d6cd88c30b6c6" providerId="LiveId" clId="{E5E30031-63F1-42E5-A362-58948DBCAAD9}" dt="2021-02-20T09:11:56.148" v="137" actId="478"/>
          <ac:graphicFrameMkLst>
            <pc:docMk/>
            <pc:sldMk cId="910070396" sldId="323"/>
            <ac:graphicFrameMk id="3" creationId="{318FE8E5-43B0-4C73-AF4B-78E27A68D2B9}"/>
          </ac:graphicFrameMkLst>
        </pc:graphicFrameChg>
        <pc:picChg chg="del">
          <ac:chgData name="Josh Reiss" userId="a90d6cd88c30b6c6" providerId="LiveId" clId="{E5E30031-63F1-42E5-A362-58948DBCAAD9}" dt="2021-02-20T09:11:22.384" v="119" actId="478"/>
          <ac:picMkLst>
            <pc:docMk/>
            <pc:sldMk cId="910070396" sldId="323"/>
            <ac:picMk id="4" creationId="{91B21E35-C998-4B54-8DC6-454304D213A3}"/>
          </ac:picMkLst>
        </pc:picChg>
      </pc:sldChg>
      <pc:sldChg chg="addSp modSp new mod">
        <pc:chgData name="Josh Reiss" userId="a90d6cd88c30b6c6" providerId="LiveId" clId="{E5E30031-63F1-42E5-A362-58948DBCAAD9}" dt="2021-02-20T10:31:18.655" v="1329" actId="6549"/>
        <pc:sldMkLst>
          <pc:docMk/>
          <pc:sldMk cId="879475164" sldId="324"/>
        </pc:sldMkLst>
        <pc:spChg chg="mod">
          <ac:chgData name="Josh Reiss" userId="a90d6cd88c30b6c6" providerId="LiveId" clId="{E5E30031-63F1-42E5-A362-58948DBCAAD9}" dt="2021-02-20T09:48:06.454" v="803" actId="20577"/>
          <ac:spMkLst>
            <pc:docMk/>
            <pc:sldMk cId="879475164" sldId="324"/>
            <ac:spMk id="2" creationId="{AA086F73-3C65-4BEA-A3F5-5F62D201F875}"/>
          </ac:spMkLst>
        </pc:spChg>
        <pc:spChg chg="mod">
          <ac:chgData name="Josh Reiss" userId="a90d6cd88c30b6c6" providerId="LiveId" clId="{E5E30031-63F1-42E5-A362-58948DBCAAD9}" dt="2021-02-20T10:31:18.655" v="1329" actId="6549"/>
          <ac:spMkLst>
            <pc:docMk/>
            <pc:sldMk cId="879475164" sldId="324"/>
            <ac:spMk id="3" creationId="{49012F63-E93D-4153-A3AE-B3489E9EF747}"/>
          </ac:spMkLst>
        </pc:spChg>
        <pc:graphicFrameChg chg="add mod">
          <ac:chgData name="Josh Reiss" userId="a90d6cd88c30b6c6" providerId="LiveId" clId="{E5E30031-63F1-42E5-A362-58948DBCAAD9}" dt="2021-02-20T09:47:32.916" v="794" actId="692"/>
          <ac:graphicFrameMkLst>
            <pc:docMk/>
            <pc:sldMk cId="879475164" sldId="324"/>
            <ac:graphicFrameMk id="4" creationId="{3CCE1D99-EB3B-4243-945B-3E35903950B3}"/>
          </ac:graphicFrameMkLst>
        </pc:graphicFrameChg>
      </pc:sldChg>
      <pc:sldChg chg="modSp add mod modNotesTx">
        <pc:chgData name="Josh Reiss" userId="a90d6cd88c30b6c6" providerId="LiveId" clId="{E5E30031-63F1-42E5-A362-58948DBCAAD9}" dt="2021-02-20T10:22:31.688" v="1320" actId="14100"/>
        <pc:sldMkLst>
          <pc:docMk/>
          <pc:sldMk cId="2415985630" sldId="325"/>
        </pc:sldMkLst>
        <pc:spChg chg="mod">
          <ac:chgData name="Josh Reiss" userId="a90d6cd88c30b6c6" providerId="LiveId" clId="{E5E30031-63F1-42E5-A362-58948DBCAAD9}" dt="2021-02-20T09:48:21.893" v="814" actId="20577"/>
          <ac:spMkLst>
            <pc:docMk/>
            <pc:sldMk cId="2415985630" sldId="325"/>
            <ac:spMk id="43010" creationId="{00000000-0000-0000-0000-000000000000}"/>
          </ac:spMkLst>
        </pc:spChg>
        <pc:spChg chg="mod">
          <ac:chgData name="Josh Reiss" userId="a90d6cd88c30b6c6" providerId="LiveId" clId="{E5E30031-63F1-42E5-A362-58948DBCAAD9}" dt="2021-02-20T10:22:31.688" v="1320" actId="14100"/>
          <ac:spMkLst>
            <pc:docMk/>
            <pc:sldMk cId="2415985630" sldId="325"/>
            <ac:spMk id="43011" creationId="{00000000-0000-0000-0000-000000000000}"/>
          </ac:spMkLst>
        </pc:spChg>
      </pc:sldChg>
      <pc:sldChg chg="addSp delSp modSp add mod">
        <pc:chgData name="Josh Reiss" userId="a90d6cd88c30b6c6" providerId="LiveId" clId="{E5E30031-63F1-42E5-A362-58948DBCAAD9}" dt="2021-02-20T10:20:27.416" v="1292" actId="1076"/>
        <pc:sldMkLst>
          <pc:docMk/>
          <pc:sldMk cId="2637335614" sldId="326"/>
        </pc:sldMkLst>
        <pc:spChg chg="add mod">
          <ac:chgData name="Josh Reiss" userId="a90d6cd88c30b6c6" providerId="LiveId" clId="{E5E30031-63F1-42E5-A362-58948DBCAAD9}" dt="2021-02-20T10:15:07.275" v="1231" actId="478"/>
          <ac:spMkLst>
            <pc:docMk/>
            <pc:sldMk cId="2637335614" sldId="326"/>
            <ac:spMk id="4" creationId="{A5AE1DAA-E776-4346-B0F0-35893E65F56E}"/>
          </ac:spMkLst>
        </pc:spChg>
        <pc:spChg chg="add mod">
          <ac:chgData name="Josh Reiss" userId="a90d6cd88c30b6c6" providerId="LiveId" clId="{E5E30031-63F1-42E5-A362-58948DBCAAD9}" dt="2021-02-20T10:20:27.416" v="1292" actId="1076"/>
          <ac:spMkLst>
            <pc:docMk/>
            <pc:sldMk cId="2637335614" sldId="326"/>
            <ac:spMk id="10" creationId="{B78A9FF2-908A-4B49-B5FC-213888443C4E}"/>
          </ac:spMkLst>
        </pc:spChg>
        <pc:spChg chg="mod">
          <ac:chgData name="Josh Reiss" userId="a90d6cd88c30b6c6" providerId="LiveId" clId="{E5E30031-63F1-42E5-A362-58948DBCAAD9}" dt="2021-02-20T10:18:27.550" v="1257" actId="1035"/>
          <ac:spMkLst>
            <pc:docMk/>
            <pc:sldMk cId="2637335614" sldId="326"/>
            <ac:spMk id="43010" creationId="{00000000-0000-0000-0000-000000000000}"/>
          </ac:spMkLst>
        </pc:spChg>
        <pc:spChg chg="del">
          <ac:chgData name="Josh Reiss" userId="a90d6cd88c30b6c6" providerId="LiveId" clId="{E5E30031-63F1-42E5-A362-58948DBCAAD9}" dt="2021-02-20T10:15:07.275" v="1231" actId="478"/>
          <ac:spMkLst>
            <pc:docMk/>
            <pc:sldMk cId="2637335614" sldId="326"/>
            <ac:spMk id="43011" creationId="{00000000-0000-0000-0000-000000000000}"/>
          </ac:spMkLst>
        </pc:spChg>
        <pc:graphicFrameChg chg="add mod">
          <ac:chgData name="Josh Reiss" userId="a90d6cd88c30b6c6" providerId="LiveId" clId="{E5E30031-63F1-42E5-A362-58948DBCAAD9}" dt="2021-02-20T10:18:46.100" v="1259" actId="1076"/>
          <ac:graphicFrameMkLst>
            <pc:docMk/>
            <pc:sldMk cId="2637335614" sldId="326"/>
            <ac:graphicFrameMk id="7" creationId="{A05713B1-B709-4F0B-99D5-DCDD618DD507}"/>
          </ac:graphicFrameMkLst>
        </pc:graphicFrameChg>
        <pc:graphicFrameChg chg="add del mod">
          <ac:chgData name="Josh Reiss" userId="a90d6cd88c30b6c6" providerId="LiveId" clId="{E5E30031-63F1-42E5-A362-58948DBCAAD9}" dt="2021-02-20T10:17:09.234" v="1236" actId="478"/>
          <ac:graphicFrameMkLst>
            <pc:docMk/>
            <pc:sldMk cId="2637335614" sldId="326"/>
            <ac:graphicFrameMk id="8" creationId="{A05713B1-B709-4F0B-99D5-DCDD618DD507}"/>
          </ac:graphicFrameMkLst>
        </pc:graphicFrameChg>
        <pc:graphicFrameChg chg="add del mod">
          <ac:chgData name="Josh Reiss" userId="a90d6cd88c30b6c6" providerId="LiveId" clId="{E5E30031-63F1-42E5-A362-58948DBCAAD9}" dt="2021-02-20T10:17:12.458" v="1238"/>
          <ac:graphicFrameMkLst>
            <pc:docMk/>
            <pc:sldMk cId="2637335614" sldId="326"/>
            <ac:graphicFrameMk id="9" creationId="{1B8ED5A8-49E6-41DC-8389-BF304828E2EA}"/>
          </ac:graphicFrameMkLst>
        </pc:graphicFrameChg>
      </pc:sldChg>
      <pc:sldMasterChg chg="del delSldLayout">
        <pc:chgData name="Josh Reiss" userId="a90d6cd88c30b6c6" providerId="LiveId" clId="{E5E30031-63F1-42E5-A362-58948DBCAAD9}" dt="2021-02-20T10:20:44.680" v="1293" actId="47"/>
        <pc:sldMasterMkLst>
          <pc:docMk/>
          <pc:sldMasterMk cId="0" sldId="2147483660"/>
        </pc:sldMasterMkLst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1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2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3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4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5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6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7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8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69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70"/>
          </pc:sldLayoutMkLst>
        </pc:sldLayoutChg>
        <pc:sldLayoutChg chg="del">
          <pc:chgData name="Josh Reiss" userId="a90d6cd88c30b6c6" providerId="LiveId" clId="{E5E30031-63F1-42E5-A362-58948DBCAAD9}" dt="2021-02-20T10:20:44.680" v="1293" actId="47"/>
          <pc:sldLayoutMkLst>
            <pc:docMk/>
            <pc:sldMasterMk cId="0" sldId="2147483660"/>
            <pc:sldLayoutMk cId="0" sldId="2147483671"/>
          </pc:sldLayoutMkLst>
        </pc:sldLayoutChg>
      </pc:sldMasterChg>
      <pc:sldMasterChg chg="del delSldLayout">
        <pc:chgData name="Josh Reiss" userId="a90d6cd88c30b6c6" providerId="LiveId" clId="{E5E30031-63F1-42E5-A362-58948DBCAAD9}" dt="2021-02-20T10:20:48.726" v="1294" actId="47"/>
        <pc:sldMasterMkLst>
          <pc:docMk/>
          <pc:sldMasterMk cId="0" sldId="2147483672"/>
        </pc:sldMasterMkLst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3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4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5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6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7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8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79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80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81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82"/>
          </pc:sldLayoutMkLst>
        </pc:sldLayoutChg>
        <pc:sldLayoutChg chg="del">
          <pc:chgData name="Josh Reiss" userId="a90d6cd88c30b6c6" providerId="LiveId" clId="{E5E30031-63F1-42E5-A362-58948DBCAAD9}" dt="2021-02-20T10:20:48.726" v="1294" actId="47"/>
          <pc:sldLayoutMkLst>
            <pc:docMk/>
            <pc:sldMasterMk cId="0" sldId="2147483672"/>
            <pc:sldLayoutMk cId="0" sldId="2147483683"/>
          </pc:sldLayoutMkLst>
        </pc:sldLayoutChg>
      </pc:sldMasterChg>
    </pc:docChg>
  </pc:docChgLst>
  <pc:docChgLst>
    <pc:chgData name="Josh Reiss" userId="a90d6cd88c30b6c6" providerId="LiveId" clId="{5F53E10D-55AA-424D-BE0A-820F15D3BF88}"/>
    <pc:docChg chg="modSld">
      <pc:chgData name="Josh Reiss" userId="a90d6cd88c30b6c6" providerId="LiveId" clId="{5F53E10D-55AA-424D-BE0A-820F15D3BF88}" dt="2022-03-16T12:01:56.261" v="14" actId="404"/>
      <pc:docMkLst>
        <pc:docMk/>
      </pc:docMkLst>
      <pc:sldChg chg="modSp mod">
        <pc:chgData name="Josh Reiss" userId="a90d6cd88c30b6c6" providerId="LiveId" clId="{5F53E10D-55AA-424D-BE0A-820F15D3BF88}" dt="2022-03-16T12:01:56.261" v="14" actId="404"/>
        <pc:sldMkLst>
          <pc:docMk/>
          <pc:sldMk cId="910070396" sldId="323"/>
        </pc:sldMkLst>
        <pc:spChg chg="mod">
          <ac:chgData name="Josh Reiss" userId="a90d6cd88c30b6c6" providerId="LiveId" clId="{5F53E10D-55AA-424D-BE0A-820F15D3BF88}" dt="2022-03-16T12:01:56.261" v="14" actId="404"/>
          <ac:spMkLst>
            <pc:docMk/>
            <pc:sldMk cId="910070396" sldId="323"/>
            <ac:spMk id="43011" creationId="{00000000-0000-0000-0000-000000000000}"/>
          </ac:spMkLst>
        </pc:spChg>
      </pc:sldChg>
      <pc:sldChg chg="modSp mod">
        <pc:chgData name="Josh Reiss" userId="a90d6cd88c30b6c6" providerId="LiveId" clId="{5F53E10D-55AA-424D-BE0A-820F15D3BF88}" dt="2022-03-16T11:55:08.374" v="12" actId="20577"/>
        <pc:sldMkLst>
          <pc:docMk/>
          <pc:sldMk cId="879475164" sldId="324"/>
        </pc:sldMkLst>
        <pc:spChg chg="mod">
          <ac:chgData name="Josh Reiss" userId="a90d6cd88c30b6c6" providerId="LiveId" clId="{5F53E10D-55AA-424D-BE0A-820F15D3BF88}" dt="2022-03-16T11:55:08.374" v="12" actId="20577"/>
          <ac:spMkLst>
            <pc:docMk/>
            <pc:sldMk cId="879475164" sldId="324"/>
            <ac:spMk id="3" creationId="{49012F63-E93D-4153-A3AE-B3489E9EF747}"/>
          </ac:spMkLst>
        </pc:spChg>
      </pc:sldChg>
    </pc:docChg>
  </pc:docChgLst>
  <pc:docChgLst>
    <pc:chgData name="Josh Reiss" userId="a90d6cd88c30b6c6" providerId="LiveId" clId="{539ABB88-2300-468D-BC22-9E13E8161BD1}"/>
    <pc:docChg chg="modSld">
      <pc:chgData name="Josh Reiss" userId="a90d6cd88c30b6c6" providerId="LiveId" clId="{539ABB88-2300-468D-BC22-9E13E8161BD1}" dt="2020-03-05T13:35:12.652" v="16" actId="20577"/>
      <pc:docMkLst>
        <pc:docMk/>
      </pc:docMkLst>
      <pc:sldChg chg="modSp">
        <pc:chgData name="Josh Reiss" userId="a90d6cd88c30b6c6" providerId="LiveId" clId="{539ABB88-2300-468D-BC22-9E13E8161BD1}" dt="2020-03-05T13:35:12.652" v="16" actId="20577"/>
        <pc:sldMkLst>
          <pc:docMk/>
          <pc:sldMk cId="2208799167" sldId="334"/>
        </pc:sldMkLst>
        <pc:spChg chg="mod">
          <ac:chgData name="Josh Reiss" userId="a90d6cd88c30b6c6" providerId="LiveId" clId="{539ABB88-2300-468D-BC22-9E13E8161BD1}" dt="2020-03-05T13:35:12.652" v="16" actId="20577"/>
          <ac:spMkLst>
            <pc:docMk/>
            <pc:sldMk cId="2208799167" sldId="334"/>
            <ac:spMk id="17411" creationId="{00000000-0000-0000-0000-000000000000}"/>
          </ac:spMkLst>
        </pc:spChg>
      </pc:sldChg>
    </pc:docChg>
  </pc:docChgLst>
  <pc:docChgLst>
    <pc:chgData name="Josh Reiss" userId="a90d6cd88c30b6c6" providerId="LiveId" clId="{4C26A3A2-695B-4B1A-84C1-21465F584E6D}"/>
    <pc:docChg chg="undo custSel delSld modSld">
      <pc:chgData name="Josh Reiss" userId="a90d6cd88c30b6c6" providerId="LiveId" clId="{4C26A3A2-695B-4B1A-84C1-21465F584E6D}" dt="2021-02-20T08:27:26.862" v="421" actId="47"/>
      <pc:docMkLst>
        <pc:docMk/>
      </pc:docMkLst>
      <pc:sldChg chg="delSp modSp mod delAnim">
        <pc:chgData name="Josh Reiss" userId="a90d6cd88c30b6c6" providerId="LiveId" clId="{4C26A3A2-695B-4B1A-84C1-21465F584E6D}" dt="2021-02-19T17:00:20.466" v="418" actId="1035"/>
        <pc:sldMkLst>
          <pc:docMk/>
          <pc:sldMk cId="0" sldId="288"/>
        </pc:sldMkLst>
        <pc:spChg chg="del">
          <ac:chgData name="Josh Reiss" userId="a90d6cd88c30b6c6" providerId="LiveId" clId="{4C26A3A2-695B-4B1A-84C1-21465F584E6D}" dt="2021-02-19T17:00:03.470" v="405" actId="478"/>
          <ac:spMkLst>
            <pc:docMk/>
            <pc:sldMk cId="0" sldId="288"/>
            <ac:spMk id="3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20.466" v="418" actId="1035"/>
          <ac:spMkLst>
            <pc:docMk/>
            <pc:sldMk cId="0" sldId="288"/>
            <ac:spMk id="9219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9220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9222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9223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9224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12297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12298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12299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12300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12301" creationId="{00000000-0000-0000-0000-000000000000}"/>
          </ac:spMkLst>
        </pc:spChg>
        <pc:spChg chg="mod">
          <ac:chgData name="Josh Reiss" userId="a90d6cd88c30b6c6" providerId="LiveId" clId="{4C26A3A2-695B-4B1A-84C1-21465F584E6D}" dt="2021-02-19T17:00:12.662" v="411" actId="1036"/>
          <ac:spMkLst>
            <pc:docMk/>
            <pc:sldMk cId="0" sldId="288"/>
            <ac:spMk id="43010" creationId="{00000000-0000-0000-0000-000000000000}"/>
          </ac:spMkLst>
        </pc:spChg>
        <pc:graphicFrameChg chg="mod">
          <ac:chgData name="Josh Reiss" userId="a90d6cd88c30b6c6" providerId="LiveId" clId="{4C26A3A2-695B-4B1A-84C1-21465F584E6D}" dt="2021-02-19T17:00:12.662" v="411" actId="1036"/>
          <ac:graphicFrameMkLst>
            <pc:docMk/>
            <pc:sldMk cId="0" sldId="288"/>
            <ac:graphicFrameMk id="43009" creationId="{00000000-0000-0000-0000-000000000000}"/>
          </ac:graphicFrameMkLst>
        </pc:graphicFrameChg>
        <pc:picChg chg="del">
          <ac:chgData name="Josh Reiss" userId="a90d6cd88c30b6c6" providerId="LiveId" clId="{4C26A3A2-695B-4B1A-84C1-21465F584E6D}" dt="2021-02-19T17:00:03.470" v="405" actId="478"/>
          <ac:picMkLst>
            <pc:docMk/>
            <pc:sldMk cId="0" sldId="288"/>
            <ac:picMk id="20" creationId="{00000000-0000-0000-0000-000000000000}"/>
          </ac:picMkLst>
        </pc:picChg>
        <pc:picChg chg="del">
          <ac:chgData name="Josh Reiss" userId="a90d6cd88c30b6c6" providerId="LiveId" clId="{4C26A3A2-695B-4B1A-84C1-21465F584E6D}" dt="2021-02-19T17:00:03.470" v="405" actId="478"/>
          <ac:picMkLst>
            <pc:docMk/>
            <pc:sldMk cId="0" sldId="288"/>
            <ac:picMk id="21" creationId="{00000000-0000-0000-0000-000000000000}"/>
          </ac:picMkLst>
        </pc:picChg>
        <pc:picChg chg="del">
          <ac:chgData name="Josh Reiss" userId="a90d6cd88c30b6c6" providerId="LiveId" clId="{4C26A3A2-695B-4B1A-84C1-21465F584E6D}" dt="2021-02-19T17:00:03.470" v="405" actId="478"/>
          <ac:picMkLst>
            <pc:docMk/>
            <pc:sldMk cId="0" sldId="288"/>
            <ac:picMk id="22" creationId="{00000000-0000-0000-0000-000000000000}"/>
          </ac:picMkLst>
        </pc:picChg>
        <pc:picChg chg="del">
          <ac:chgData name="Josh Reiss" userId="a90d6cd88c30b6c6" providerId="LiveId" clId="{4C26A3A2-695B-4B1A-84C1-21465F584E6D}" dt="2021-02-19T17:00:03.470" v="405" actId="478"/>
          <ac:picMkLst>
            <pc:docMk/>
            <pc:sldMk cId="0" sldId="288"/>
            <ac:picMk id="23" creationId="{00000000-0000-0000-0000-000000000000}"/>
          </ac:picMkLst>
        </pc:picChg>
        <pc:picChg chg="mod">
          <ac:chgData name="Josh Reiss" userId="a90d6cd88c30b6c6" providerId="LiveId" clId="{4C26A3A2-695B-4B1A-84C1-21465F584E6D}" dt="2021-02-19T17:00:12.662" v="411" actId="1036"/>
          <ac:picMkLst>
            <pc:docMk/>
            <pc:sldMk cId="0" sldId="288"/>
            <ac:picMk id="9221" creationId="{00000000-0000-0000-0000-000000000000}"/>
          </ac:picMkLst>
        </pc:picChg>
        <pc:picChg chg="mod">
          <ac:chgData name="Josh Reiss" userId="a90d6cd88c30b6c6" providerId="LiveId" clId="{4C26A3A2-695B-4B1A-84C1-21465F584E6D}" dt="2021-02-19T17:00:12.662" v="411" actId="1036"/>
          <ac:picMkLst>
            <pc:docMk/>
            <pc:sldMk cId="0" sldId="288"/>
            <ac:picMk id="12289" creationId="{00000000-0000-0000-0000-000000000000}"/>
          </ac:picMkLst>
        </pc:picChg>
        <pc:picChg chg="mod">
          <ac:chgData name="Josh Reiss" userId="a90d6cd88c30b6c6" providerId="LiveId" clId="{4C26A3A2-695B-4B1A-84C1-21465F584E6D}" dt="2021-02-19T17:00:12.662" v="411" actId="1036"/>
          <ac:picMkLst>
            <pc:docMk/>
            <pc:sldMk cId="0" sldId="288"/>
            <ac:picMk id="12296" creationId="{00000000-0000-0000-0000-000000000000}"/>
          </ac:picMkLst>
        </pc:picChg>
        <pc:picChg chg="mod">
          <ac:chgData name="Josh Reiss" userId="a90d6cd88c30b6c6" providerId="LiveId" clId="{4C26A3A2-695B-4B1A-84C1-21465F584E6D}" dt="2021-02-19T17:00:12.662" v="411" actId="1036"/>
          <ac:picMkLst>
            <pc:docMk/>
            <pc:sldMk cId="0" sldId="288"/>
            <ac:picMk id="12302" creationId="{00000000-0000-0000-0000-000000000000}"/>
          </ac:picMkLst>
        </pc:picChg>
      </pc:sldChg>
      <pc:sldChg chg="del">
        <pc:chgData name="Josh Reiss" userId="a90d6cd88c30b6c6" providerId="LiveId" clId="{4C26A3A2-695B-4B1A-84C1-21465F584E6D}" dt="2021-02-19T17:04:49.595" v="420" actId="47"/>
        <pc:sldMkLst>
          <pc:docMk/>
          <pc:sldMk cId="0" sldId="292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0" sldId="293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0" sldId="296"/>
        </pc:sldMkLst>
      </pc:sldChg>
      <pc:sldChg chg="del">
        <pc:chgData name="Josh Reiss" userId="a90d6cd88c30b6c6" providerId="LiveId" clId="{4C26A3A2-695B-4B1A-84C1-21465F584E6D}" dt="2021-02-19T16:42:41.189" v="30" actId="47"/>
        <pc:sldMkLst>
          <pc:docMk/>
          <pc:sldMk cId="0" sldId="297"/>
        </pc:sldMkLst>
      </pc:sldChg>
      <pc:sldChg chg="del">
        <pc:chgData name="Josh Reiss" userId="a90d6cd88c30b6c6" providerId="LiveId" clId="{4C26A3A2-695B-4B1A-84C1-21465F584E6D}" dt="2021-02-19T16:42:41.189" v="30" actId="47"/>
        <pc:sldMkLst>
          <pc:docMk/>
          <pc:sldMk cId="0" sldId="298"/>
        </pc:sldMkLst>
      </pc:sldChg>
      <pc:sldChg chg="del">
        <pc:chgData name="Josh Reiss" userId="a90d6cd88c30b6c6" providerId="LiveId" clId="{4C26A3A2-695B-4B1A-84C1-21465F584E6D}" dt="2021-02-19T16:43:04.540" v="31" actId="47"/>
        <pc:sldMkLst>
          <pc:docMk/>
          <pc:sldMk cId="0" sldId="300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0" sldId="305"/>
        </pc:sldMkLst>
      </pc:sldChg>
      <pc:sldChg chg="del">
        <pc:chgData name="Josh Reiss" userId="a90d6cd88c30b6c6" providerId="LiveId" clId="{4C26A3A2-695B-4B1A-84C1-21465F584E6D}" dt="2021-02-19T16:36:12.156" v="28" actId="47"/>
        <pc:sldMkLst>
          <pc:docMk/>
          <pc:sldMk cId="0" sldId="306"/>
        </pc:sldMkLst>
      </pc:sldChg>
      <pc:sldChg chg="del">
        <pc:chgData name="Josh Reiss" userId="a90d6cd88c30b6c6" providerId="LiveId" clId="{4C26A3A2-695B-4B1A-84C1-21465F584E6D}" dt="2021-02-19T16:36:12.156" v="28" actId="47"/>
        <pc:sldMkLst>
          <pc:docMk/>
          <pc:sldMk cId="0" sldId="310"/>
        </pc:sldMkLst>
      </pc:sldChg>
      <pc:sldChg chg="del">
        <pc:chgData name="Josh Reiss" userId="a90d6cd88c30b6c6" providerId="LiveId" clId="{4C26A3A2-695B-4B1A-84C1-21465F584E6D}" dt="2021-02-19T17:03:08.530" v="419" actId="47"/>
        <pc:sldMkLst>
          <pc:docMk/>
          <pc:sldMk cId="0" sldId="313"/>
        </pc:sldMkLst>
      </pc:sldChg>
      <pc:sldChg chg="del">
        <pc:chgData name="Josh Reiss" userId="a90d6cd88c30b6c6" providerId="LiveId" clId="{4C26A3A2-695B-4B1A-84C1-21465F584E6D}" dt="2021-02-19T16:42:41.189" v="30" actId="47"/>
        <pc:sldMkLst>
          <pc:docMk/>
          <pc:sldMk cId="3519940310" sldId="318"/>
        </pc:sldMkLst>
      </pc:sldChg>
      <pc:sldChg chg="del">
        <pc:chgData name="Josh Reiss" userId="a90d6cd88c30b6c6" providerId="LiveId" clId="{4C26A3A2-695B-4B1A-84C1-21465F584E6D}" dt="2021-02-19T17:04:49.595" v="420" actId="47"/>
        <pc:sldMkLst>
          <pc:docMk/>
          <pc:sldMk cId="1747087959" sldId="319"/>
        </pc:sldMkLst>
      </pc:sldChg>
      <pc:sldChg chg="del">
        <pc:chgData name="Josh Reiss" userId="a90d6cd88c30b6c6" providerId="LiveId" clId="{4C26A3A2-695B-4B1A-84C1-21465F584E6D}" dt="2021-02-20T08:27:26.862" v="421" actId="47"/>
        <pc:sldMkLst>
          <pc:docMk/>
          <pc:sldMk cId="0" sldId="320"/>
        </pc:sldMkLst>
      </pc:sldChg>
      <pc:sldChg chg="del">
        <pc:chgData name="Josh Reiss" userId="a90d6cd88c30b6c6" providerId="LiveId" clId="{4C26A3A2-695B-4B1A-84C1-21465F584E6D}" dt="2021-02-19T16:36:12.156" v="28" actId="47"/>
        <pc:sldMkLst>
          <pc:docMk/>
          <pc:sldMk cId="0" sldId="321"/>
        </pc:sldMkLst>
      </pc:sldChg>
      <pc:sldChg chg="modSp mod">
        <pc:chgData name="Josh Reiss" userId="a90d6cd88c30b6c6" providerId="LiveId" clId="{4C26A3A2-695B-4B1A-84C1-21465F584E6D}" dt="2021-02-19T16:32:56.631" v="27" actId="20577"/>
        <pc:sldMkLst>
          <pc:docMk/>
          <pc:sldMk cId="2158954158" sldId="322"/>
        </pc:sldMkLst>
        <pc:spChg chg="mod">
          <ac:chgData name="Josh Reiss" userId="a90d6cd88c30b6c6" providerId="LiveId" clId="{4C26A3A2-695B-4B1A-84C1-21465F584E6D}" dt="2021-02-19T16:32:56.631" v="27" actId="20577"/>
          <ac:spMkLst>
            <pc:docMk/>
            <pc:sldMk cId="2158954158" sldId="322"/>
            <ac:spMk id="2050" creationId="{00000000-0000-0000-0000-000000000000}"/>
          </ac:spMkLst>
        </pc:spChg>
      </pc:sldChg>
      <pc:sldChg chg="addSp delSp modSp mod">
        <pc:chgData name="Josh Reiss" userId="a90d6cd88c30b6c6" providerId="LiveId" clId="{4C26A3A2-695B-4B1A-84C1-21465F584E6D}" dt="2021-02-19T16:59:23.473" v="403" actId="1036"/>
        <pc:sldMkLst>
          <pc:docMk/>
          <pc:sldMk cId="910070396" sldId="323"/>
        </pc:sldMkLst>
        <pc:spChg chg="add mod">
          <ac:chgData name="Josh Reiss" userId="a90d6cd88c30b6c6" providerId="LiveId" clId="{4C26A3A2-695B-4B1A-84C1-21465F584E6D}" dt="2021-02-19T16:54:40.241" v="287" actId="1076"/>
          <ac:spMkLst>
            <pc:docMk/>
            <pc:sldMk cId="910070396" sldId="323"/>
            <ac:spMk id="2" creationId="{576CEC8C-FBCB-442E-8FDC-B89F14CAD171}"/>
          </ac:spMkLst>
        </pc:spChg>
        <pc:spChg chg="add mod">
          <ac:chgData name="Josh Reiss" userId="a90d6cd88c30b6c6" providerId="LiveId" clId="{4C26A3A2-695B-4B1A-84C1-21465F584E6D}" dt="2021-02-19T16:59:23.473" v="403" actId="1036"/>
          <ac:spMkLst>
            <pc:docMk/>
            <pc:sldMk cId="910070396" sldId="323"/>
            <ac:spMk id="5" creationId="{B4D67A58-FE31-45CD-91D3-BC0F7F140C61}"/>
          </ac:spMkLst>
        </pc:spChg>
        <pc:spChg chg="add del mod">
          <ac:chgData name="Josh Reiss" userId="a90d6cd88c30b6c6" providerId="LiveId" clId="{4C26A3A2-695B-4B1A-84C1-21465F584E6D}" dt="2021-02-19T16:56:43.279" v="374" actId="478"/>
          <ac:spMkLst>
            <pc:docMk/>
            <pc:sldMk cId="910070396" sldId="323"/>
            <ac:spMk id="6" creationId="{09B04C03-81F8-4082-B430-163DF8377C56}"/>
          </ac:spMkLst>
        </pc:spChg>
        <pc:spChg chg="add mod">
          <ac:chgData name="Josh Reiss" userId="a90d6cd88c30b6c6" providerId="LiveId" clId="{4C26A3A2-695B-4B1A-84C1-21465F584E6D}" dt="2021-02-19T16:59:23.473" v="403" actId="1036"/>
          <ac:spMkLst>
            <pc:docMk/>
            <pc:sldMk cId="910070396" sldId="323"/>
            <ac:spMk id="10" creationId="{035FA290-4E5F-44DF-8FEF-215A2BF8E654}"/>
          </ac:spMkLst>
        </pc:spChg>
        <pc:spChg chg="mod">
          <ac:chgData name="Josh Reiss" userId="a90d6cd88c30b6c6" providerId="LiveId" clId="{4C26A3A2-695B-4B1A-84C1-21465F584E6D}" dt="2021-02-19T16:59:13.711" v="398" actId="1076"/>
          <ac:spMkLst>
            <pc:docMk/>
            <pc:sldMk cId="910070396" sldId="323"/>
            <ac:spMk id="43011" creationId="{00000000-0000-0000-0000-000000000000}"/>
          </ac:spMkLst>
        </pc:spChg>
        <pc:graphicFrameChg chg="add mod">
          <ac:chgData name="Josh Reiss" userId="a90d6cd88c30b6c6" providerId="LiveId" clId="{4C26A3A2-695B-4B1A-84C1-21465F584E6D}" dt="2021-02-19T16:59:23.473" v="403" actId="1036"/>
          <ac:graphicFrameMkLst>
            <pc:docMk/>
            <pc:sldMk cId="910070396" sldId="323"/>
            <ac:graphicFrameMk id="3" creationId="{318FE8E5-43B0-4C73-AF4B-78E27A68D2B9}"/>
          </ac:graphicFrameMkLst>
        </pc:graphicFrameChg>
        <pc:picChg chg="add mod">
          <ac:chgData name="Josh Reiss" userId="a90d6cd88c30b6c6" providerId="LiveId" clId="{4C26A3A2-695B-4B1A-84C1-21465F584E6D}" dt="2021-02-19T16:53:09.797" v="280" actId="14100"/>
          <ac:picMkLst>
            <pc:docMk/>
            <pc:sldMk cId="910070396" sldId="323"/>
            <ac:picMk id="4" creationId="{91B21E35-C998-4B54-8DC6-454304D213A3}"/>
          </ac:picMkLst>
        </pc:picChg>
      </pc:sldChg>
      <pc:sldChg chg="del">
        <pc:chgData name="Josh Reiss" userId="a90d6cd88c30b6c6" providerId="LiveId" clId="{4C26A3A2-695B-4B1A-84C1-21465F584E6D}" dt="2021-02-19T16:59:40.719" v="404" actId="47"/>
        <pc:sldMkLst>
          <pc:docMk/>
          <pc:sldMk cId="3228339302" sldId="324"/>
        </pc:sldMkLst>
      </pc:sldChg>
      <pc:sldChg chg="del">
        <pc:chgData name="Josh Reiss" userId="a90d6cd88c30b6c6" providerId="LiveId" clId="{4C26A3A2-695B-4B1A-84C1-21465F584E6D}" dt="2021-02-19T16:43:04.540" v="31" actId="47"/>
        <pc:sldMkLst>
          <pc:docMk/>
          <pc:sldMk cId="2639369003" sldId="325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4061176664" sldId="326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356264673" sldId="327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2669586229" sldId="329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3691456749" sldId="331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4135677695" sldId="332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1910645004" sldId="333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2208799167" sldId="334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463107897" sldId="335"/>
        </pc:sldMkLst>
      </pc:sldChg>
      <pc:sldChg chg="del">
        <pc:chgData name="Josh Reiss" userId="a90d6cd88c30b6c6" providerId="LiveId" clId="{4C26A3A2-695B-4B1A-84C1-21465F584E6D}" dt="2021-02-19T16:42:24.978" v="29" actId="47"/>
        <pc:sldMkLst>
          <pc:docMk/>
          <pc:sldMk cId="3714595942" sldId="336"/>
        </pc:sldMkLst>
      </pc:sldChg>
    </pc:docChg>
  </pc:docChgLst>
  <pc:docChgLst>
    <pc:chgData name="Josh Reiss" userId="a90d6cd88c30b6c6" providerId="LiveId" clId="{197AA3A7-FBD0-4A9B-8FF1-810793CC791A}"/>
    <pc:docChg chg="custSel addSld delSld modSld">
      <pc:chgData name="Josh Reiss" userId="a90d6cd88c30b6c6" providerId="LiveId" clId="{197AA3A7-FBD0-4A9B-8FF1-810793CC791A}" dt="2021-03-25T10:19:00.856" v="55" actId="47"/>
      <pc:docMkLst>
        <pc:docMk/>
      </pc:docMkLst>
      <pc:sldChg chg="addSp delSp modSp new del mod">
        <pc:chgData name="Josh Reiss" userId="a90d6cd88c30b6c6" providerId="LiveId" clId="{197AA3A7-FBD0-4A9B-8FF1-810793CC791A}" dt="2021-03-25T10:19:00.856" v="55" actId="47"/>
        <pc:sldMkLst>
          <pc:docMk/>
          <pc:sldMk cId="2287014294" sldId="327"/>
        </pc:sldMkLst>
        <pc:spChg chg="del">
          <ac:chgData name="Josh Reiss" userId="a90d6cd88c30b6c6" providerId="LiveId" clId="{197AA3A7-FBD0-4A9B-8FF1-810793CC791A}" dt="2021-03-25T07:43:44.881" v="48" actId="478"/>
          <ac:spMkLst>
            <pc:docMk/>
            <pc:sldMk cId="2287014294" sldId="327"/>
            <ac:spMk id="3" creationId="{72BA1359-E8F6-4FC6-9889-F0599E833843}"/>
          </ac:spMkLst>
        </pc:spChg>
        <pc:spChg chg="add del">
          <ac:chgData name="Josh Reiss" userId="a90d6cd88c30b6c6" providerId="LiveId" clId="{197AA3A7-FBD0-4A9B-8FF1-810793CC791A}" dt="2021-03-25T07:40:17.550" v="25" actId="478"/>
          <ac:spMkLst>
            <pc:docMk/>
            <pc:sldMk cId="2287014294" sldId="327"/>
            <ac:spMk id="9" creationId="{A3F97AA2-FB7B-4E78-B79E-60CC677F8069}"/>
          </ac:spMkLst>
        </pc:spChg>
        <pc:spChg chg="add mod">
          <ac:chgData name="Josh Reiss" userId="a90d6cd88c30b6c6" providerId="LiveId" clId="{197AA3A7-FBD0-4A9B-8FF1-810793CC791A}" dt="2021-03-25T07:44:44.109" v="51" actId="164"/>
          <ac:spMkLst>
            <pc:docMk/>
            <pc:sldMk cId="2287014294" sldId="327"/>
            <ac:spMk id="10" creationId="{ED4A0122-3C0B-4BF2-8D43-98E89EF9E991}"/>
          </ac:spMkLst>
        </pc:spChg>
        <pc:grpChg chg="add mod">
          <ac:chgData name="Josh Reiss" userId="a90d6cd88c30b6c6" providerId="LiveId" clId="{197AA3A7-FBD0-4A9B-8FF1-810793CC791A}" dt="2021-03-25T07:45:00.879" v="54" actId="14100"/>
          <ac:grpSpMkLst>
            <pc:docMk/>
            <pc:sldMk cId="2287014294" sldId="327"/>
            <ac:grpSpMk id="11" creationId="{DF552354-E790-46E2-BC1F-4B53F83A63CA}"/>
          </ac:grpSpMkLst>
        </pc:grpChg>
        <pc:cxnChg chg="add mod">
          <ac:chgData name="Josh Reiss" userId="a90d6cd88c30b6c6" providerId="LiveId" clId="{197AA3A7-FBD0-4A9B-8FF1-810793CC791A}" dt="2021-03-25T07:44:44.109" v="51" actId="164"/>
          <ac:cxnSpMkLst>
            <pc:docMk/>
            <pc:sldMk cId="2287014294" sldId="327"/>
            <ac:cxnSpMk id="5" creationId="{E8816551-5765-4754-A39E-A2CBE875EACD}"/>
          </ac:cxnSpMkLst>
        </pc:cxnChg>
        <pc:cxnChg chg="add mod">
          <ac:chgData name="Josh Reiss" userId="a90d6cd88c30b6c6" providerId="LiveId" clId="{197AA3A7-FBD0-4A9B-8FF1-810793CC791A}" dt="2021-03-25T07:44:44.109" v="51" actId="164"/>
          <ac:cxnSpMkLst>
            <pc:docMk/>
            <pc:sldMk cId="2287014294" sldId="327"/>
            <ac:cxnSpMk id="6" creationId="{3326874A-8445-4AA7-9D92-2A4F8BE74062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90d6cd88c30b6c6/Sound%20design/WAA%20Tutorial/Chapters/Waveshaping%20and%20distortion/waveshaper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d.docs.live.net/a90d6cd88c30b6c6/Sound%20design/WAA%20Tutorial/Chapters/Waveshaping%20and%20distortion/waveshaper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492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[waveshaper.xlsx]Clipper!$A$2:$A$102</c:f>
              <c:numCache>
                <c:formatCode>General</c:formatCode>
                <c:ptCount val="101"/>
                <c:pt idx="0">
                  <c:v>-1</c:v>
                </c:pt>
                <c:pt idx="1">
                  <c:v>-0.98</c:v>
                </c:pt>
                <c:pt idx="2">
                  <c:v>-0.96</c:v>
                </c:pt>
                <c:pt idx="3">
                  <c:v>-0.94</c:v>
                </c:pt>
                <c:pt idx="4">
                  <c:v>-0.92</c:v>
                </c:pt>
                <c:pt idx="5">
                  <c:v>-0.9</c:v>
                </c:pt>
                <c:pt idx="6">
                  <c:v>-0.88</c:v>
                </c:pt>
                <c:pt idx="7">
                  <c:v>-0.86</c:v>
                </c:pt>
                <c:pt idx="8">
                  <c:v>-0.84</c:v>
                </c:pt>
                <c:pt idx="9">
                  <c:v>-0.82000000000000006</c:v>
                </c:pt>
                <c:pt idx="10">
                  <c:v>-0.8</c:v>
                </c:pt>
                <c:pt idx="11">
                  <c:v>-0.78</c:v>
                </c:pt>
                <c:pt idx="12">
                  <c:v>-0.76</c:v>
                </c:pt>
                <c:pt idx="13">
                  <c:v>-0.74</c:v>
                </c:pt>
                <c:pt idx="14">
                  <c:v>-0.72</c:v>
                </c:pt>
                <c:pt idx="15">
                  <c:v>-0.7</c:v>
                </c:pt>
                <c:pt idx="16">
                  <c:v>-0.67999999999999994</c:v>
                </c:pt>
                <c:pt idx="17">
                  <c:v>-0.65999999999999992</c:v>
                </c:pt>
                <c:pt idx="18">
                  <c:v>-0.64</c:v>
                </c:pt>
                <c:pt idx="19">
                  <c:v>-0.62</c:v>
                </c:pt>
                <c:pt idx="20">
                  <c:v>-0.6</c:v>
                </c:pt>
                <c:pt idx="21">
                  <c:v>-0.58000000000000007</c:v>
                </c:pt>
                <c:pt idx="22">
                  <c:v>-0.56000000000000005</c:v>
                </c:pt>
                <c:pt idx="23">
                  <c:v>-0.54</c:v>
                </c:pt>
                <c:pt idx="24">
                  <c:v>-0.52</c:v>
                </c:pt>
                <c:pt idx="25">
                  <c:v>-0.5</c:v>
                </c:pt>
                <c:pt idx="26">
                  <c:v>-0.48</c:v>
                </c:pt>
                <c:pt idx="27">
                  <c:v>-0.45999999999999996</c:v>
                </c:pt>
                <c:pt idx="28">
                  <c:v>-0.43999999999999995</c:v>
                </c:pt>
                <c:pt idx="29">
                  <c:v>-0.42000000000000004</c:v>
                </c:pt>
                <c:pt idx="30">
                  <c:v>-0.4</c:v>
                </c:pt>
                <c:pt idx="31">
                  <c:v>-0.38</c:v>
                </c:pt>
                <c:pt idx="32">
                  <c:v>-0.36</c:v>
                </c:pt>
                <c:pt idx="33">
                  <c:v>-0.33999999999999997</c:v>
                </c:pt>
                <c:pt idx="34">
                  <c:v>-0.31999999999999995</c:v>
                </c:pt>
                <c:pt idx="35">
                  <c:v>-0.30000000000000004</c:v>
                </c:pt>
                <c:pt idx="36">
                  <c:v>-0.28000000000000003</c:v>
                </c:pt>
                <c:pt idx="37">
                  <c:v>-0.26</c:v>
                </c:pt>
                <c:pt idx="38">
                  <c:v>-0.24</c:v>
                </c:pt>
                <c:pt idx="39">
                  <c:v>-0.21999999999999997</c:v>
                </c:pt>
                <c:pt idx="40">
                  <c:v>-0.19999999999999996</c:v>
                </c:pt>
                <c:pt idx="41">
                  <c:v>-0.18000000000000005</c:v>
                </c:pt>
                <c:pt idx="42">
                  <c:v>-0.16000000000000003</c:v>
                </c:pt>
                <c:pt idx="43">
                  <c:v>-0.14000000000000001</c:v>
                </c:pt>
                <c:pt idx="44">
                  <c:v>-0.12</c:v>
                </c:pt>
                <c:pt idx="45">
                  <c:v>-9.9999999999999978E-2</c:v>
                </c:pt>
                <c:pt idx="46">
                  <c:v>-7.999999999999996E-2</c:v>
                </c:pt>
                <c:pt idx="47">
                  <c:v>-6.0000000000000053E-2</c:v>
                </c:pt>
                <c:pt idx="48">
                  <c:v>-4.0000000000000036E-2</c:v>
                </c:pt>
                <c:pt idx="49">
                  <c:v>-2.0000000000000018E-2</c:v>
                </c:pt>
                <c:pt idx="50">
                  <c:v>0</c:v>
                </c:pt>
                <c:pt idx="51">
                  <c:v>2.0000000000000018E-2</c:v>
                </c:pt>
                <c:pt idx="52">
                  <c:v>4.0000000000000036E-2</c:v>
                </c:pt>
                <c:pt idx="53">
                  <c:v>6.0000000000000053E-2</c:v>
                </c:pt>
                <c:pt idx="54">
                  <c:v>8.0000000000000071E-2</c:v>
                </c:pt>
                <c:pt idx="55">
                  <c:v>0.10000000000000009</c:v>
                </c:pt>
                <c:pt idx="56">
                  <c:v>0.12000000000000011</c:v>
                </c:pt>
                <c:pt idx="57">
                  <c:v>0.1399999999999999</c:v>
                </c:pt>
                <c:pt idx="58">
                  <c:v>0.15999999999999992</c:v>
                </c:pt>
                <c:pt idx="59">
                  <c:v>0.17999999999999994</c:v>
                </c:pt>
                <c:pt idx="60">
                  <c:v>0.19999999999999996</c:v>
                </c:pt>
                <c:pt idx="61">
                  <c:v>0.21999999999999997</c:v>
                </c:pt>
                <c:pt idx="62">
                  <c:v>0.24</c:v>
                </c:pt>
                <c:pt idx="63">
                  <c:v>0.26</c:v>
                </c:pt>
                <c:pt idx="64">
                  <c:v>0.28000000000000003</c:v>
                </c:pt>
                <c:pt idx="65">
                  <c:v>0.30000000000000004</c:v>
                </c:pt>
                <c:pt idx="66">
                  <c:v>0.32000000000000006</c:v>
                </c:pt>
                <c:pt idx="67">
                  <c:v>0.34000000000000008</c:v>
                </c:pt>
                <c:pt idx="68">
                  <c:v>0.3600000000000001</c:v>
                </c:pt>
                <c:pt idx="69">
                  <c:v>0.37999999999999989</c:v>
                </c:pt>
                <c:pt idx="70">
                  <c:v>0.39999999999999991</c:v>
                </c:pt>
                <c:pt idx="71">
                  <c:v>0.41999999999999993</c:v>
                </c:pt>
                <c:pt idx="72">
                  <c:v>0.43999999999999995</c:v>
                </c:pt>
                <c:pt idx="73">
                  <c:v>0.45999999999999996</c:v>
                </c:pt>
                <c:pt idx="74">
                  <c:v>0.48</c:v>
                </c:pt>
                <c:pt idx="75">
                  <c:v>0.5</c:v>
                </c:pt>
                <c:pt idx="76">
                  <c:v>0.52</c:v>
                </c:pt>
                <c:pt idx="77">
                  <c:v>0.54</c:v>
                </c:pt>
                <c:pt idx="78">
                  <c:v>0.56000000000000005</c:v>
                </c:pt>
                <c:pt idx="79">
                  <c:v>0.58000000000000007</c:v>
                </c:pt>
                <c:pt idx="80">
                  <c:v>0.60000000000000009</c:v>
                </c:pt>
                <c:pt idx="81">
                  <c:v>0.62000000000000011</c:v>
                </c:pt>
                <c:pt idx="82">
                  <c:v>0.6399999999999999</c:v>
                </c:pt>
                <c:pt idx="83">
                  <c:v>0.65999999999999992</c:v>
                </c:pt>
                <c:pt idx="84">
                  <c:v>0.67999999999999994</c:v>
                </c:pt>
                <c:pt idx="85">
                  <c:v>0.7</c:v>
                </c:pt>
                <c:pt idx="86">
                  <c:v>0.72</c:v>
                </c:pt>
                <c:pt idx="87">
                  <c:v>0.74</c:v>
                </c:pt>
                <c:pt idx="88">
                  <c:v>0.76</c:v>
                </c:pt>
                <c:pt idx="89">
                  <c:v>0.78</c:v>
                </c:pt>
                <c:pt idx="90">
                  <c:v>0.8</c:v>
                </c:pt>
                <c:pt idx="91">
                  <c:v>0.82000000000000006</c:v>
                </c:pt>
                <c:pt idx="92">
                  <c:v>0.84000000000000008</c:v>
                </c:pt>
                <c:pt idx="93">
                  <c:v>0.8600000000000001</c:v>
                </c:pt>
                <c:pt idx="94">
                  <c:v>0.87999999999999989</c:v>
                </c:pt>
                <c:pt idx="95">
                  <c:v>0.89999999999999991</c:v>
                </c:pt>
                <c:pt idx="96">
                  <c:v>0.91999999999999993</c:v>
                </c:pt>
                <c:pt idx="97">
                  <c:v>0.94</c:v>
                </c:pt>
                <c:pt idx="98">
                  <c:v>0.96</c:v>
                </c:pt>
                <c:pt idx="99">
                  <c:v>0.98</c:v>
                </c:pt>
                <c:pt idx="100">
                  <c:v>1</c:v>
                </c:pt>
              </c:numCache>
            </c:numRef>
          </c:xVal>
          <c:yVal>
            <c:numRef>
              <c:f>[waveshaper.xlsx]Clipper!$B$2:$B$102</c:f>
              <c:numCache>
                <c:formatCode>General</c:formatCode>
                <c:ptCount val="101"/>
                <c:pt idx="0">
                  <c:v>-0.5</c:v>
                </c:pt>
                <c:pt idx="1">
                  <c:v>-0.5</c:v>
                </c:pt>
                <c:pt idx="2">
                  <c:v>-0.5</c:v>
                </c:pt>
                <c:pt idx="3">
                  <c:v>-0.5</c:v>
                </c:pt>
                <c:pt idx="4">
                  <c:v>-0.5</c:v>
                </c:pt>
                <c:pt idx="5">
                  <c:v>-0.5</c:v>
                </c:pt>
                <c:pt idx="6">
                  <c:v>-0.5</c:v>
                </c:pt>
                <c:pt idx="7">
                  <c:v>-0.5</c:v>
                </c:pt>
                <c:pt idx="8">
                  <c:v>-0.5</c:v>
                </c:pt>
                <c:pt idx="9">
                  <c:v>-0.5</c:v>
                </c:pt>
                <c:pt idx="10">
                  <c:v>-0.5</c:v>
                </c:pt>
                <c:pt idx="11">
                  <c:v>-0.5</c:v>
                </c:pt>
                <c:pt idx="12">
                  <c:v>-0.5</c:v>
                </c:pt>
                <c:pt idx="13">
                  <c:v>-0.5</c:v>
                </c:pt>
                <c:pt idx="14">
                  <c:v>-0.5</c:v>
                </c:pt>
                <c:pt idx="15">
                  <c:v>-0.5</c:v>
                </c:pt>
                <c:pt idx="16">
                  <c:v>-0.5</c:v>
                </c:pt>
                <c:pt idx="17">
                  <c:v>-0.5</c:v>
                </c:pt>
                <c:pt idx="18">
                  <c:v>-0.5</c:v>
                </c:pt>
                <c:pt idx="19">
                  <c:v>-0.5</c:v>
                </c:pt>
                <c:pt idx="20">
                  <c:v>-0.5</c:v>
                </c:pt>
                <c:pt idx="21">
                  <c:v>-0.5</c:v>
                </c:pt>
                <c:pt idx="22">
                  <c:v>-0.5</c:v>
                </c:pt>
                <c:pt idx="23">
                  <c:v>-0.5</c:v>
                </c:pt>
                <c:pt idx="24">
                  <c:v>-0.5</c:v>
                </c:pt>
                <c:pt idx="25">
                  <c:v>-0.5</c:v>
                </c:pt>
                <c:pt idx="26">
                  <c:v>-0.48</c:v>
                </c:pt>
                <c:pt idx="27">
                  <c:v>-0.45999999999999996</c:v>
                </c:pt>
                <c:pt idx="28">
                  <c:v>-0.43999999999999995</c:v>
                </c:pt>
                <c:pt idx="29">
                  <c:v>-0.42000000000000004</c:v>
                </c:pt>
                <c:pt idx="30">
                  <c:v>-0.4</c:v>
                </c:pt>
                <c:pt idx="31">
                  <c:v>-0.38</c:v>
                </c:pt>
                <c:pt idx="32">
                  <c:v>-0.36</c:v>
                </c:pt>
                <c:pt idx="33">
                  <c:v>-0.33999999999999997</c:v>
                </c:pt>
                <c:pt idx="34">
                  <c:v>-0.31999999999999995</c:v>
                </c:pt>
                <c:pt idx="35">
                  <c:v>-0.30000000000000004</c:v>
                </c:pt>
                <c:pt idx="36">
                  <c:v>-0.28000000000000003</c:v>
                </c:pt>
                <c:pt idx="37">
                  <c:v>-0.26</c:v>
                </c:pt>
                <c:pt idx="38">
                  <c:v>-0.24</c:v>
                </c:pt>
                <c:pt idx="39">
                  <c:v>-0.21999999999999997</c:v>
                </c:pt>
                <c:pt idx="40">
                  <c:v>-0.19999999999999996</c:v>
                </c:pt>
                <c:pt idx="41">
                  <c:v>-0.18000000000000005</c:v>
                </c:pt>
                <c:pt idx="42">
                  <c:v>-0.16000000000000003</c:v>
                </c:pt>
                <c:pt idx="43">
                  <c:v>-0.14000000000000001</c:v>
                </c:pt>
                <c:pt idx="44">
                  <c:v>-0.12</c:v>
                </c:pt>
                <c:pt idx="45">
                  <c:v>-9.9999999999999978E-2</c:v>
                </c:pt>
                <c:pt idx="46">
                  <c:v>-7.999999999999996E-2</c:v>
                </c:pt>
                <c:pt idx="47">
                  <c:v>-6.0000000000000053E-2</c:v>
                </c:pt>
                <c:pt idx="48">
                  <c:v>-4.0000000000000036E-2</c:v>
                </c:pt>
                <c:pt idx="49">
                  <c:v>-2.0000000000000018E-2</c:v>
                </c:pt>
                <c:pt idx="50">
                  <c:v>0</c:v>
                </c:pt>
                <c:pt idx="51">
                  <c:v>2.0000000000000018E-2</c:v>
                </c:pt>
                <c:pt idx="52">
                  <c:v>4.0000000000000036E-2</c:v>
                </c:pt>
                <c:pt idx="53">
                  <c:v>6.0000000000000053E-2</c:v>
                </c:pt>
                <c:pt idx="54">
                  <c:v>8.0000000000000071E-2</c:v>
                </c:pt>
                <c:pt idx="55">
                  <c:v>0.10000000000000009</c:v>
                </c:pt>
                <c:pt idx="56">
                  <c:v>0.12000000000000011</c:v>
                </c:pt>
                <c:pt idx="57">
                  <c:v>0.1399999999999999</c:v>
                </c:pt>
                <c:pt idx="58">
                  <c:v>0.15999999999999992</c:v>
                </c:pt>
                <c:pt idx="59">
                  <c:v>0.17999999999999994</c:v>
                </c:pt>
                <c:pt idx="60">
                  <c:v>0.19999999999999996</c:v>
                </c:pt>
                <c:pt idx="61">
                  <c:v>0.21999999999999997</c:v>
                </c:pt>
                <c:pt idx="62">
                  <c:v>0.24</c:v>
                </c:pt>
                <c:pt idx="63">
                  <c:v>0.26</c:v>
                </c:pt>
                <c:pt idx="64">
                  <c:v>0.28000000000000003</c:v>
                </c:pt>
                <c:pt idx="65">
                  <c:v>0.30000000000000004</c:v>
                </c:pt>
                <c:pt idx="66">
                  <c:v>0.32000000000000006</c:v>
                </c:pt>
                <c:pt idx="67">
                  <c:v>0.34000000000000008</c:v>
                </c:pt>
                <c:pt idx="68">
                  <c:v>0.3600000000000001</c:v>
                </c:pt>
                <c:pt idx="69">
                  <c:v>0.37999999999999989</c:v>
                </c:pt>
                <c:pt idx="70">
                  <c:v>0.39999999999999991</c:v>
                </c:pt>
                <c:pt idx="71">
                  <c:v>0.41999999999999993</c:v>
                </c:pt>
                <c:pt idx="72">
                  <c:v>0.43999999999999995</c:v>
                </c:pt>
                <c:pt idx="73">
                  <c:v>0.45999999999999996</c:v>
                </c:pt>
                <c:pt idx="74">
                  <c:v>0.48</c:v>
                </c:pt>
                <c:pt idx="75">
                  <c:v>0.5</c:v>
                </c:pt>
                <c:pt idx="76">
                  <c:v>0.5</c:v>
                </c:pt>
                <c:pt idx="77">
                  <c:v>0.5</c:v>
                </c:pt>
                <c:pt idx="78">
                  <c:v>0.5</c:v>
                </c:pt>
                <c:pt idx="79">
                  <c:v>0.5</c:v>
                </c:pt>
                <c:pt idx="80">
                  <c:v>0.5</c:v>
                </c:pt>
                <c:pt idx="81">
                  <c:v>0.5</c:v>
                </c:pt>
                <c:pt idx="82">
                  <c:v>0.5</c:v>
                </c:pt>
                <c:pt idx="83">
                  <c:v>0.5</c:v>
                </c:pt>
                <c:pt idx="84">
                  <c:v>0.5</c:v>
                </c:pt>
                <c:pt idx="85">
                  <c:v>0.5</c:v>
                </c:pt>
                <c:pt idx="86">
                  <c:v>0.5</c:v>
                </c:pt>
                <c:pt idx="87">
                  <c:v>0.5</c:v>
                </c:pt>
                <c:pt idx="88">
                  <c:v>0.5</c:v>
                </c:pt>
                <c:pt idx="89">
                  <c:v>0.5</c:v>
                </c:pt>
                <c:pt idx="90">
                  <c:v>0.5</c:v>
                </c:pt>
                <c:pt idx="91">
                  <c:v>0.5</c:v>
                </c:pt>
                <c:pt idx="92">
                  <c:v>0.5</c:v>
                </c:pt>
                <c:pt idx="93">
                  <c:v>0.5</c:v>
                </c:pt>
                <c:pt idx="94">
                  <c:v>0.5</c:v>
                </c:pt>
                <c:pt idx="95">
                  <c:v>0.5</c:v>
                </c:pt>
                <c:pt idx="96">
                  <c:v>0.5</c:v>
                </c:pt>
                <c:pt idx="97">
                  <c:v>0.5</c:v>
                </c:pt>
                <c:pt idx="98">
                  <c:v>0.5</c:v>
                </c:pt>
                <c:pt idx="99">
                  <c:v>0.5</c:v>
                </c:pt>
                <c:pt idx="100">
                  <c:v>0.5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52AE-4895-83F5-58B9D9D49D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6212600"/>
        <c:axId val="566217720"/>
      </c:scatterChart>
      <c:valAx>
        <c:axId val="566212600"/>
        <c:scaling>
          <c:orientation val="minMax"/>
          <c:max val="1"/>
          <c:min val="-1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6217720"/>
        <c:crosses val="autoZero"/>
        <c:crossBetween val="midCat"/>
        <c:majorUnit val="0.25"/>
      </c:valAx>
      <c:valAx>
        <c:axId val="566217720"/>
        <c:scaling>
          <c:orientation val="minMax"/>
          <c:max val="1"/>
          <c:min val="-1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6212600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noFill/>
              <a:ln w="9525">
                <a:noFill/>
              </a:ln>
              <a:effectLst/>
            </c:spPr>
          </c:marker>
          <c:xVal>
            <c:numRef>
              <c:f>[waveshaper.xlsx]Waveshaper!$A$2:$A$257</c:f>
              <c:numCache>
                <c:formatCode>General</c:formatCode>
                <c:ptCount val="256"/>
                <c:pt idx="0">
                  <c:v>-1</c:v>
                </c:pt>
                <c:pt idx="1">
                  <c:v>-0.99215686274509807</c:v>
                </c:pt>
                <c:pt idx="2">
                  <c:v>-0.98431372549019613</c:v>
                </c:pt>
                <c:pt idx="3">
                  <c:v>-0.97647058823529409</c:v>
                </c:pt>
                <c:pt idx="4">
                  <c:v>-0.96862745098039216</c:v>
                </c:pt>
                <c:pt idx="5">
                  <c:v>-0.96078431372549022</c:v>
                </c:pt>
                <c:pt idx="6">
                  <c:v>-0.95294117647058818</c:v>
                </c:pt>
                <c:pt idx="7">
                  <c:v>-0.94509803921568625</c:v>
                </c:pt>
                <c:pt idx="8">
                  <c:v>-0.93725490196078431</c:v>
                </c:pt>
                <c:pt idx="9">
                  <c:v>-0.92941176470588238</c:v>
                </c:pt>
                <c:pt idx="10">
                  <c:v>-0.92156862745098045</c:v>
                </c:pt>
                <c:pt idx="11">
                  <c:v>-0.9137254901960784</c:v>
                </c:pt>
                <c:pt idx="12">
                  <c:v>-0.90588235294117647</c:v>
                </c:pt>
                <c:pt idx="13">
                  <c:v>-0.89803921568627454</c:v>
                </c:pt>
                <c:pt idx="14">
                  <c:v>-0.8901960784313725</c:v>
                </c:pt>
                <c:pt idx="15">
                  <c:v>-0.88235294117647056</c:v>
                </c:pt>
                <c:pt idx="16">
                  <c:v>-0.87450980392156863</c:v>
                </c:pt>
                <c:pt idx="17">
                  <c:v>-0.8666666666666667</c:v>
                </c:pt>
                <c:pt idx="18">
                  <c:v>-0.85882352941176476</c:v>
                </c:pt>
                <c:pt idx="19">
                  <c:v>-0.85098039215686272</c:v>
                </c:pt>
                <c:pt idx="20">
                  <c:v>-0.84313725490196079</c:v>
                </c:pt>
                <c:pt idx="21">
                  <c:v>-0.83529411764705885</c:v>
                </c:pt>
                <c:pt idx="22">
                  <c:v>-0.82745098039215681</c:v>
                </c:pt>
                <c:pt idx="23">
                  <c:v>-0.81960784313725488</c:v>
                </c:pt>
                <c:pt idx="24">
                  <c:v>-0.81176470588235294</c:v>
                </c:pt>
                <c:pt idx="25">
                  <c:v>-0.80392156862745101</c:v>
                </c:pt>
                <c:pt idx="26">
                  <c:v>-0.79607843137254908</c:v>
                </c:pt>
                <c:pt idx="27">
                  <c:v>-0.78823529411764703</c:v>
                </c:pt>
                <c:pt idx="28">
                  <c:v>-0.7803921568627451</c:v>
                </c:pt>
                <c:pt idx="29">
                  <c:v>-0.77254901960784317</c:v>
                </c:pt>
                <c:pt idx="30">
                  <c:v>-0.76470588235294112</c:v>
                </c:pt>
                <c:pt idx="31">
                  <c:v>-0.75686274509803919</c:v>
                </c:pt>
                <c:pt idx="32">
                  <c:v>-0.74901960784313726</c:v>
                </c:pt>
                <c:pt idx="33">
                  <c:v>-0.74117647058823533</c:v>
                </c:pt>
                <c:pt idx="34">
                  <c:v>-0.73333333333333339</c:v>
                </c:pt>
                <c:pt idx="35">
                  <c:v>-0.72549019607843135</c:v>
                </c:pt>
                <c:pt idx="36">
                  <c:v>-0.71764705882352942</c:v>
                </c:pt>
                <c:pt idx="37">
                  <c:v>-0.70980392156862737</c:v>
                </c:pt>
                <c:pt idx="38">
                  <c:v>-0.70196078431372544</c:v>
                </c:pt>
                <c:pt idx="39">
                  <c:v>-0.69411764705882351</c:v>
                </c:pt>
                <c:pt idx="40">
                  <c:v>-0.68627450980392157</c:v>
                </c:pt>
                <c:pt idx="41">
                  <c:v>-0.67843137254901964</c:v>
                </c:pt>
                <c:pt idx="42">
                  <c:v>-0.67058823529411771</c:v>
                </c:pt>
                <c:pt idx="43">
                  <c:v>-0.66274509803921566</c:v>
                </c:pt>
                <c:pt idx="44">
                  <c:v>-0.64705882352941169</c:v>
                </c:pt>
                <c:pt idx="45">
                  <c:v>-0.63921568627450975</c:v>
                </c:pt>
                <c:pt idx="46">
                  <c:v>-0.63137254901960782</c:v>
                </c:pt>
                <c:pt idx="47">
                  <c:v>-0.62352941176470589</c:v>
                </c:pt>
                <c:pt idx="48">
                  <c:v>-0.61568627450980395</c:v>
                </c:pt>
                <c:pt idx="49">
                  <c:v>-0.60784313725490202</c:v>
                </c:pt>
                <c:pt idx="50">
                  <c:v>-0.6</c:v>
                </c:pt>
                <c:pt idx="51">
                  <c:v>-0.59215686274509804</c:v>
                </c:pt>
                <c:pt idx="52">
                  <c:v>-0.584313725490196</c:v>
                </c:pt>
                <c:pt idx="53">
                  <c:v>-0.57647058823529407</c:v>
                </c:pt>
                <c:pt idx="54">
                  <c:v>-0.56862745098039214</c:v>
                </c:pt>
                <c:pt idx="55">
                  <c:v>-0.5607843137254902</c:v>
                </c:pt>
                <c:pt idx="56">
                  <c:v>-0.55294117647058827</c:v>
                </c:pt>
                <c:pt idx="57">
                  <c:v>-0.54509803921568634</c:v>
                </c:pt>
                <c:pt idx="58">
                  <c:v>-0.53725490196078429</c:v>
                </c:pt>
                <c:pt idx="59">
                  <c:v>-0.52941176470588236</c:v>
                </c:pt>
                <c:pt idx="60">
                  <c:v>-0.52156862745098032</c:v>
                </c:pt>
                <c:pt idx="61">
                  <c:v>-0.51372549019607838</c:v>
                </c:pt>
                <c:pt idx="62">
                  <c:v>-0.50588235294117645</c:v>
                </c:pt>
                <c:pt idx="63">
                  <c:v>-0.49803921568627452</c:v>
                </c:pt>
                <c:pt idx="64">
                  <c:v>-0.49019607843137258</c:v>
                </c:pt>
                <c:pt idx="65">
                  <c:v>-0.48235294117647054</c:v>
                </c:pt>
                <c:pt idx="66">
                  <c:v>-0.47450980392156861</c:v>
                </c:pt>
                <c:pt idx="67">
                  <c:v>-0.46666666666666667</c:v>
                </c:pt>
                <c:pt idx="68">
                  <c:v>-0.45882352941176474</c:v>
                </c:pt>
                <c:pt idx="69">
                  <c:v>-0.4509803921568627</c:v>
                </c:pt>
                <c:pt idx="70">
                  <c:v>-0.44313725490196076</c:v>
                </c:pt>
                <c:pt idx="71">
                  <c:v>-0.43529411764705883</c:v>
                </c:pt>
                <c:pt idx="72">
                  <c:v>-0.4274509803921569</c:v>
                </c:pt>
                <c:pt idx="73">
                  <c:v>-0.41960784313725485</c:v>
                </c:pt>
                <c:pt idx="74">
                  <c:v>-0.41176470588235292</c:v>
                </c:pt>
                <c:pt idx="75">
                  <c:v>-0.40392156862745099</c:v>
                </c:pt>
                <c:pt idx="76">
                  <c:v>-0.39607843137254906</c:v>
                </c:pt>
                <c:pt idx="77">
                  <c:v>-0.38823529411764701</c:v>
                </c:pt>
                <c:pt idx="78">
                  <c:v>-0.38039215686274508</c:v>
                </c:pt>
                <c:pt idx="79">
                  <c:v>-0.37254901960784315</c:v>
                </c:pt>
                <c:pt idx="80">
                  <c:v>-0.36470588235294121</c:v>
                </c:pt>
                <c:pt idx="81">
                  <c:v>-0.35686274509803917</c:v>
                </c:pt>
                <c:pt idx="82">
                  <c:v>-0.34901960784313724</c:v>
                </c:pt>
                <c:pt idx="83">
                  <c:v>-0.3411764705882353</c:v>
                </c:pt>
                <c:pt idx="84">
                  <c:v>-0.33333333333333337</c:v>
                </c:pt>
                <c:pt idx="85">
                  <c:v>-0.32549019607843133</c:v>
                </c:pt>
                <c:pt idx="86">
                  <c:v>-0.31764705882352939</c:v>
                </c:pt>
                <c:pt idx="87">
                  <c:v>-0.30980392156862746</c:v>
                </c:pt>
                <c:pt idx="88">
                  <c:v>-0.30196078431372553</c:v>
                </c:pt>
                <c:pt idx="89">
                  <c:v>-0.29411764705882348</c:v>
                </c:pt>
                <c:pt idx="90">
                  <c:v>-0.28627450980392155</c:v>
                </c:pt>
                <c:pt idx="91">
                  <c:v>-0.27843137254901962</c:v>
                </c:pt>
                <c:pt idx="92">
                  <c:v>-0.27058823529411768</c:v>
                </c:pt>
                <c:pt idx="93">
                  <c:v>-0.26274509803921564</c:v>
                </c:pt>
                <c:pt idx="94">
                  <c:v>-0.25490196078431371</c:v>
                </c:pt>
                <c:pt idx="95">
                  <c:v>-0.24705882352941178</c:v>
                </c:pt>
                <c:pt idx="96">
                  <c:v>-0.23921568627450984</c:v>
                </c:pt>
                <c:pt idx="97">
                  <c:v>-0.2313725490196078</c:v>
                </c:pt>
                <c:pt idx="98">
                  <c:v>-0.22352941176470587</c:v>
                </c:pt>
                <c:pt idx="99">
                  <c:v>-0.21568627450980393</c:v>
                </c:pt>
                <c:pt idx="100">
                  <c:v>-0.207843137254902</c:v>
                </c:pt>
                <c:pt idx="101">
                  <c:v>-0.19999999999999996</c:v>
                </c:pt>
                <c:pt idx="102">
                  <c:v>-0.19215686274509802</c:v>
                </c:pt>
                <c:pt idx="103">
                  <c:v>-0.18431372549019609</c:v>
                </c:pt>
                <c:pt idx="104">
                  <c:v>-0.17647058823529416</c:v>
                </c:pt>
                <c:pt idx="105">
                  <c:v>-0.16862745098039211</c:v>
                </c:pt>
                <c:pt idx="106">
                  <c:v>-0.16078431372549018</c:v>
                </c:pt>
                <c:pt idx="107">
                  <c:v>-0.15294117647058825</c:v>
                </c:pt>
                <c:pt idx="108">
                  <c:v>-0.14509803921568631</c:v>
                </c:pt>
                <c:pt idx="109">
                  <c:v>-0.13725490196078427</c:v>
                </c:pt>
                <c:pt idx="110">
                  <c:v>-0.12941176470588234</c:v>
                </c:pt>
                <c:pt idx="111">
                  <c:v>-0.1215686274509804</c:v>
                </c:pt>
                <c:pt idx="112">
                  <c:v>-0.11372549019607847</c:v>
                </c:pt>
                <c:pt idx="113">
                  <c:v>-0.10588235294117643</c:v>
                </c:pt>
                <c:pt idx="114">
                  <c:v>-9.8039215686274495E-2</c:v>
                </c:pt>
                <c:pt idx="115">
                  <c:v>-9.0196078431372562E-2</c:v>
                </c:pt>
                <c:pt idx="116">
                  <c:v>-8.2352941176470629E-2</c:v>
                </c:pt>
                <c:pt idx="117">
                  <c:v>-7.4509803921568585E-2</c:v>
                </c:pt>
                <c:pt idx="118">
                  <c:v>-6.6666666666666652E-2</c:v>
                </c:pt>
                <c:pt idx="119">
                  <c:v>-5.8823529411764719E-2</c:v>
                </c:pt>
                <c:pt idx="120">
                  <c:v>-5.0980392156862786E-2</c:v>
                </c:pt>
                <c:pt idx="121">
                  <c:v>-4.3137254901960742E-2</c:v>
                </c:pt>
                <c:pt idx="122">
                  <c:v>-3.5294117647058809E-2</c:v>
                </c:pt>
                <c:pt idx="123">
                  <c:v>-2.7450980392156876E-2</c:v>
                </c:pt>
                <c:pt idx="124">
                  <c:v>-1.9607843137254943E-2</c:v>
                </c:pt>
                <c:pt idx="125">
                  <c:v>-1.1764705882352899E-2</c:v>
                </c:pt>
                <c:pt idx="126">
                  <c:v>-3.9215686274509665E-3</c:v>
                </c:pt>
                <c:pt idx="127">
                  <c:v>3.9215686274509665E-3</c:v>
                </c:pt>
                <c:pt idx="128">
                  <c:v>1.1764705882352899E-2</c:v>
                </c:pt>
                <c:pt idx="129">
                  <c:v>1.9607843137254832E-2</c:v>
                </c:pt>
                <c:pt idx="130">
                  <c:v>2.7450980392156765E-2</c:v>
                </c:pt>
                <c:pt idx="131">
                  <c:v>3.529411764705892E-2</c:v>
                </c:pt>
                <c:pt idx="132">
                  <c:v>4.3137254901960853E-2</c:v>
                </c:pt>
                <c:pt idx="133">
                  <c:v>5.0980392156862786E-2</c:v>
                </c:pt>
                <c:pt idx="134">
                  <c:v>5.8823529411764719E-2</c:v>
                </c:pt>
                <c:pt idx="135">
                  <c:v>6.6666666666666652E-2</c:v>
                </c:pt>
                <c:pt idx="136">
                  <c:v>7.4509803921568585E-2</c:v>
                </c:pt>
                <c:pt idx="137">
                  <c:v>8.2352941176470518E-2</c:v>
                </c:pt>
                <c:pt idx="138">
                  <c:v>9.0196078431372451E-2</c:v>
                </c:pt>
                <c:pt idx="139">
                  <c:v>9.8039215686274606E-2</c:v>
                </c:pt>
                <c:pt idx="140">
                  <c:v>0.10588235294117654</c:v>
                </c:pt>
                <c:pt idx="141">
                  <c:v>0.11372549019607847</c:v>
                </c:pt>
                <c:pt idx="142">
                  <c:v>0.1215686274509804</c:v>
                </c:pt>
                <c:pt idx="143">
                  <c:v>0.12941176470588234</c:v>
                </c:pt>
                <c:pt idx="144">
                  <c:v>0.13725490196078427</c:v>
                </c:pt>
                <c:pt idx="145">
                  <c:v>0.1450980392156862</c:v>
                </c:pt>
                <c:pt idx="146">
                  <c:v>0.15294117647058814</c:v>
                </c:pt>
                <c:pt idx="147">
                  <c:v>0.16078431372549029</c:v>
                </c:pt>
                <c:pt idx="148">
                  <c:v>0.16862745098039222</c:v>
                </c:pt>
                <c:pt idx="149">
                  <c:v>0.17647058823529416</c:v>
                </c:pt>
                <c:pt idx="150">
                  <c:v>0.18431372549019609</c:v>
                </c:pt>
                <c:pt idx="151">
                  <c:v>0.19215686274509802</c:v>
                </c:pt>
                <c:pt idx="152">
                  <c:v>0.19215686274509802</c:v>
                </c:pt>
                <c:pt idx="153">
                  <c:v>0.20784313725490189</c:v>
                </c:pt>
                <c:pt idx="154">
                  <c:v>0.21568627450980382</c:v>
                </c:pt>
                <c:pt idx="155">
                  <c:v>0.22352941176470598</c:v>
                </c:pt>
                <c:pt idx="156">
                  <c:v>0.23137254901960791</c:v>
                </c:pt>
                <c:pt idx="157">
                  <c:v>0.23921568627450984</c:v>
                </c:pt>
                <c:pt idx="158">
                  <c:v>0.24705882352941178</c:v>
                </c:pt>
                <c:pt idx="159">
                  <c:v>0.25490196078431371</c:v>
                </c:pt>
                <c:pt idx="160">
                  <c:v>0.26274509803921564</c:v>
                </c:pt>
                <c:pt idx="161">
                  <c:v>0.27058823529411757</c:v>
                </c:pt>
                <c:pt idx="162">
                  <c:v>0.27843137254901951</c:v>
                </c:pt>
                <c:pt idx="163">
                  <c:v>0.28627450980392166</c:v>
                </c:pt>
                <c:pt idx="164">
                  <c:v>0.29411764705882359</c:v>
                </c:pt>
                <c:pt idx="165">
                  <c:v>0.30196078431372553</c:v>
                </c:pt>
                <c:pt idx="166">
                  <c:v>0.30980392156862746</c:v>
                </c:pt>
                <c:pt idx="167">
                  <c:v>0.31764705882352939</c:v>
                </c:pt>
                <c:pt idx="168">
                  <c:v>0.32549019607843133</c:v>
                </c:pt>
                <c:pt idx="169">
                  <c:v>0.33333333333333326</c:v>
                </c:pt>
                <c:pt idx="170">
                  <c:v>0.34117647058823519</c:v>
                </c:pt>
                <c:pt idx="171">
                  <c:v>0.34901960784313735</c:v>
                </c:pt>
                <c:pt idx="172">
                  <c:v>0.35686274509803928</c:v>
                </c:pt>
                <c:pt idx="173">
                  <c:v>0.36470588235294121</c:v>
                </c:pt>
                <c:pt idx="174">
                  <c:v>0.37254901960784315</c:v>
                </c:pt>
                <c:pt idx="175">
                  <c:v>0.38039215686274508</c:v>
                </c:pt>
                <c:pt idx="176">
                  <c:v>0.38823529411764701</c:v>
                </c:pt>
                <c:pt idx="177">
                  <c:v>0.39607843137254894</c:v>
                </c:pt>
                <c:pt idx="178">
                  <c:v>0.40392156862745088</c:v>
                </c:pt>
                <c:pt idx="179">
                  <c:v>0.41176470588235303</c:v>
                </c:pt>
                <c:pt idx="180">
                  <c:v>0.41960784313725497</c:v>
                </c:pt>
                <c:pt idx="181">
                  <c:v>0.4274509803921569</c:v>
                </c:pt>
                <c:pt idx="182">
                  <c:v>0.43529411764705883</c:v>
                </c:pt>
                <c:pt idx="183">
                  <c:v>0.44313725490196076</c:v>
                </c:pt>
                <c:pt idx="184">
                  <c:v>0.4509803921568627</c:v>
                </c:pt>
                <c:pt idx="185">
                  <c:v>0.45882352941176463</c:v>
                </c:pt>
                <c:pt idx="186">
                  <c:v>0.46666666666666656</c:v>
                </c:pt>
                <c:pt idx="187">
                  <c:v>0.47450980392156872</c:v>
                </c:pt>
                <c:pt idx="188">
                  <c:v>0.48235294117647065</c:v>
                </c:pt>
                <c:pt idx="189">
                  <c:v>0.49019607843137258</c:v>
                </c:pt>
                <c:pt idx="190">
                  <c:v>0.49803921568627452</c:v>
                </c:pt>
                <c:pt idx="191">
                  <c:v>0.50588235294117645</c:v>
                </c:pt>
                <c:pt idx="192">
                  <c:v>0.51372549019607838</c:v>
                </c:pt>
                <c:pt idx="193">
                  <c:v>0.52156862745098032</c:v>
                </c:pt>
                <c:pt idx="194">
                  <c:v>0.52941176470588225</c:v>
                </c:pt>
                <c:pt idx="195">
                  <c:v>0.5372549019607844</c:v>
                </c:pt>
                <c:pt idx="196">
                  <c:v>0.54509803921568634</c:v>
                </c:pt>
                <c:pt idx="197">
                  <c:v>0.55294117647058827</c:v>
                </c:pt>
                <c:pt idx="198">
                  <c:v>0.5607843137254902</c:v>
                </c:pt>
                <c:pt idx="199">
                  <c:v>0.56862745098039214</c:v>
                </c:pt>
                <c:pt idx="200">
                  <c:v>0.57647058823529407</c:v>
                </c:pt>
                <c:pt idx="201">
                  <c:v>0.584313725490196</c:v>
                </c:pt>
                <c:pt idx="202">
                  <c:v>0.59215686274509793</c:v>
                </c:pt>
                <c:pt idx="203">
                  <c:v>0.60000000000000009</c:v>
                </c:pt>
                <c:pt idx="204">
                  <c:v>0.60784313725490202</c:v>
                </c:pt>
                <c:pt idx="205">
                  <c:v>0.61568627450980395</c:v>
                </c:pt>
                <c:pt idx="206">
                  <c:v>0.62352941176470589</c:v>
                </c:pt>
                <c:pt idx="207">
                  <c:v>0.63137254901960782</c:v>
                </c:pt>
                <c:pt idx="208">
                  <c:v>0.63921568627450975</c:v>
                </c:pt>
                <c:pt idx="209">
                  <c:v>0.64705882352941169</c:v>
                </c:pt>
                <c:pt idx="210">
                  <c:v>0.65490196078431362</c:v>
                </c:pt>
                <c:pt idx="211">
                  <c:v>0.66274509803921577</c:v>
                </c:pt>
                <c:pt idx="212">
                  <c:v>0.67058823529411771</c:v>
                </c:pt>
                <c:pt idx="213">
                  <c:v>0.67843137254901964</c:v>
                </c:pt>
                <c:pt idx="214">
                  <c:v>0.68627450980392157</c:v>
                </c:pt>
                <c:pt idx="215">
                  <c:v>0.69411764705882351</c:v>
                </c:pt>
                <c:pt idx="216">
                  <c:v>0.70196078431372544</c:v>
                </c:pt>
                <c:pt idx="217">
                  <c:v>0.70980392156862737</c:v>
                </c:pt>
                <c:pt idx="218">
                  <c:v>0.7176470588235293</c:v>
                </c:pt>
                <c:pt idx="219">
                  <c:v>0.72549019607843146</c:v>
                </c:pt>
                <c:pt idx="220">
                  <c:v>0.73333333333333339</c:v>
                </c:pt>
                <c:pt idx="221">
                  <c:v>0.74117647058823533</c:v>
                </c:pt>
                <c:pt idx="222">
                  <c:v>0.74901960784313726</c:v>
                </c:pt>
                <c:pt idx="223">
                  <c:v>0.75686274509803919</c:v>
                </c:pt>
                <c:pt idx="224">
                  <c:v>0.76470588235294112</c:v>
                </c:pt>
                <c:pt idx="225">
                  <c:v>0.77254901960784306</c:v>
                </c:pt>
                <c:pt idx="226">
                  <c:v>0.78039215686274499</c:v>
                </c:pt>
                <c:pt idx="227">
                  <c:v>0.78823529411764715</c:v>
                </c:pt>
                <c:pt idx="228">
                  <c:v>0.79607843137254908</c:v>
                </c:pt>
                <c:pt idx="229">
                  <c:v>0.80392156862745101</c:v>
                </c:pt>
                <c:pt idx="230">
                  <c:v>0.81176470588235294</c:v>
                </c:pt>
                <c:pt idx="231">
                  <c:v>0.81960784313725488</c:v>
                </c:pt>
                <c:pt idx="232">
                  <c:v>0.82745098039215681</c:v>
                </c:pt>
                <c:pt idx="233">
                  <c:v>0.83529411764705874</c:v>
                </c:pt>
                <c:pt idx="234">
                  <c:v>0.84313725490196068</c:v>
                </c:pt>
                <c:pt idx="235">
                  <c:v>0.85098039215686283</c:v>
                </c:pt>
                <c:pt idx="236">
                  <c:v>0.85882352941176476</c:v>
                </c:pt>
                <c:pt idx="237">
                  <c:v>0.8666666666666667</c:v>
                </c:pt>
                <c:pt idx="238">
                  <c:v>0.87450980392156863</c:v>
                </c:pt>
                <c:pt idx="239">
                  <c:v>0.88235294117647056</c:v>
                </c:pt>
                <c:pt idx="240">
                  <c:v>0.8901960784313725</c:v>
                </c:pt>
                <c:pt idx="241">
                  <c:v>0.89803921568627443</c:v>
                </c:pt>
                <c:pt idx="242">
                  <c:v>0.90588235294117636</c:v>
                </c:pt>
                <c:pt idx="243">
                  <c:v>0.91372549019607852</c:v>
                </c:pt>
                <c:pt idx="244">
                  <c:v>0.92156862745098045</c:v>
                </c:pt>
                <c:pt idx="245">
                  <c:v>0.92941176470588238</c:v>
                </c:pt>
                <c:pt idx="246">
                  <c:v>0.93725490196078431</c:v>
                </c:pt>
                <c:pt idx="247">
                  <c:v>0.94509803921568625</c:v>
                </c:pt>
                <c:pt idx="248">
                  <c:v>0.95294117647058818</c:v>
                </c:pt>
                <c:pt idx="249">
                  <c:v>0.96078431372549011</c:v>
                </c:pt>
                <c:pt idx="250">
                  <c:v>0.96862745098039205</c:v>
                </c:pt>
                <c:pt idx="251">
                  <c:v>0.9764705882352942</c:v>
                </c:pt>
                <c:pt idx="252">
                  <c:v>0.98431372549019613</c:v>
                </c:pt>
                <c:pt idx="253">
                  <c:v>0.99215686274509807</c:v>
                </c:pt>
                <c:pt idx="254">
                  <c:v>1</c:v>
                </c:pt>
                <c:pt idx="255">
                  <c:v>1.0078431372549019</c:v>
                </c:pt>
              </c:numCache>
            </c:numRef>
          </c:xVal>
          <c:yVal>
            <c:numRef>
              <c:f>[waveshaper.xlsx]Waveshaper!$B$2:$B$257</c:f>
              <c:numCache>
                <c:formatCode>General</c:formatCode>
                <c:ptCount val="256"/>
                <c:pt idx="0">
                  <c:v>-0.875</c:v>
                </c:pt>
                <c:pt idx="1">
                  <c:v>-0.875</c:v>
                </c:pt>
                <c:pt idx="2">
                  <c:v>-0.875</c:v>
                </c:pt>
                <c:pt idx="3">
                  <c:v>-0.875</c:v>
                </c:pt>
                <c:pt idx="4">
                  <c:v>-0.875</c:v>
                </c:pt>
                <c:pt idx="5">
                  <c:v>-0.875</c:v>
                </c:pt>
                <c:pt idx="6">
                  <c:v>-0.875</c:v>
                </c:pt>
                <c:pt idx="7">
                  <c:v>-0.875</c:v>
                </c:pt>
                <c:pt idx="8">
                  <c:v>-0.875</c:v>
                </c:pt>
                <c:pt idx="9">
                  <c:v>-0.875</c:v>
                </c:pt>
                <c:pt idx="10">
                  <c:v>-0.875</c:v>
                </c:pt>
                <c:pt idx="11">
                  <c:v>-0.875</c:v>
                </c:pt>
                <c:pt idx="12">
                  <c:v>-0.875</c:v>
                </c:pt>
                <c:pt idx="13">
                  <c:v>-0.875</c:v>
                </c:pt>
                <c:pt idx="14">
                  <c:v>-0.875</c:v>
                </c:pt>
                <c:pt idx="15">
                  <c:v>-0.875</c:v>
                </c:pt>
                <c:pt idx="16">
                  <c:v>-0.875</c:v>
                </c:pt>
                <c:pt idx="17">
                  <c:v>-0.875</c:v>
                </c:pt>
                <c:pt idx="18">
                  <c:v>-0.875</c:v>
                </c:pt>
                <c:pt idx="19">
                  <c:v>-0.875</c:v>
                </c:pt>
                <c:pt idx="20">
                  <c:v>-0.875</c:v>
                </c:pt>
                <c:pt idx="21">
                  <c:v>-0.875</c:v>
                </c:pt>
                <c:pt idx="22">
                  <c:v>-0.875</c:v>
                </c:pt>
                <c:pt idx="23">
                  <c:v>-0.875</c:v>
                </c:pt>
                <c:pt idx="24">
                  <c:v>-0.875</c:v>
                </c:pt>
                <c:pt idx="25">
                  <c:v>-0.875</c:v>
                </c:pt>
                <c:pt idx="26">
                  <c:v>-0.875</c:v>
                </c:pt>
                <c:pt idx="27">
                  <c:v>-0.875</c:v>
                </c:pt>
                <c:pt idx="28">
                  <c:v>-0.875</c:v>
                </c:pt>
                <c:pt idx="29">
                  <c:v>-0.875</c:v>
                </c:pt>
                <c:pt idx="30">
                  <c:v>-0.875</c:v>
                </c:pt>
                <c:pt idx="31">
                  <c:v>-0.875</c:v>
                </c:pt>
                <c:pt idx="32">
                  <c:v>-0.625</c:v>
                </c:pt>
                <c:pt idx="33">
                  <c:v>-0.625</c:v>
                </c:pt>
                <c:pt idx="34">
                  <c:v>-0.625</c:v>
                </c:pt>
                <c:pt idx="35">
                  <c:v>-0.625</c:v>
                </c:pt>
                <c:pt idx="36">
                  <c:v>-0.625</c:v>
                </c:pt>
                <c:pt idx="37">
                  <c:v>-0.625</c:v>
                </c:pt>
                <c:pt idx="38">
                  <c:v>-0.625</c:v>
                </c:pt>
                <c:pt idx="39">
                  <c:v>-0.625</c:v>
                </c:pt>
                <c:pt idx="40">
                  <c:v>-0.625</c:v>
                </c:pt>
                <c:pt idx="41">
                  <c:v>-0.625</c:v>
                </c:pt>
                <c:pt idx="42">
                  <c:v>-0.625</c:v>
                </c:pt>
                <c:pt idx="43">
                  <c:v>-0.625</c:v>
                </c:pt>
                <c:pt idx="44">
                  <c:v>-0.625</c:v>
                </c:pt>
                <c:pt idx="45">
                  <c:v>-0.625</c:v>
                </c:pt>
                <c:pt idx="46">
                  <c:v>-0.625</c:v>
                </c:pt>
                <c:pt idx="47">
                  <c:v>-0.625</c:v>
                </c:pt>
                <c:pt idx="48">
                  <c:v>-0.625</c:v>
                </c:pt>
                <c:pt idx="49">
                  <c:v>-0.625</c:v>
                </c:pt>
                <c:pt idx="50">
                  <c:v>-0.625</c:v>
                </c:pt>
                <c:pt idx="51">
                  <c:v>-0.625</c:v>
                </c:pt>
                <c:pt idx="52">
                  <c:v>-0.625</c:v>
                </c:pt>
                <c:pt idx="53">
                  <c:v>-0.625</c:v>
                </c:pt>
                <c:pt idx="54">
                  <c:v>-0.625</c:v>
                </c:pt>
                <c:pt idx="55">
                  <c:v>-0.625</c:v>
                </c:pt>
                <c:pt idx="56">
                  <c:v>-0.625</c:v>
                </c:pt>
                <c:pt idx="57">
                  <c:v>-0.625</c:v>
                </c:pt>
                <c:pt idx="58">
                  <c:v>-0.625</c:v>
                </c:pt>
                <c:pt idx="59">
                  <c:v>-0.625</c:v>
                </c:pt>
                <c:pt idx="60">
                  <c:v>-0.625</c:v>
                </c:pt>
                <c:pt idx="61">
                  <c:v>-0.625</c:v>
                </c:pt>
                <c:pt idx="62">
                  <c:v>-0.625</c:v>
                </c:pt>
                <c:pt idx="63">
                  <c:v>-0.625</c:v>
                </c:pt>
                <c:pt idx="64">
                  <c:v>-0.375</c:v>
                </c:pt>
                <c:pt idx="65">
                  <c:v>-0.375</c:v>
                </c:pt>
                <c:pt idx="66">
                  <c:v>-0.375</c:v>
                </c:pt>
                <c:pt idx="67">
                  <c:v>-0.375</c:v>
                </c:pt>
                <c:pt idx="68">
                  <c:v>-0.375</c:v>
                </c:pt>
                <c:pt idx="69">
                  <c:v>-0.375</c:v>
                </c:pt>
                <c:pt idx="70">
                  <c:v>-0.375</c:v>
                </c:pt>
                <c:pt idx="71">
                  <c:v>-0.375</c:v>
                </c:pt>
                <c:pt idx="72">
                  <c:v>-0.375</c:v>
                </c:pt>
                <c:pt idx="73">
                  <c:v>-0.375</c:v>
                </c:pt>
                <c:pt idx="74">
                  <c:v>-0.375</c:v>
                </c:pt>
                <c:pt idx="75">
                  <c:v>-0.375</c:v>
                </c:pt>
                <c:pt idx="76">
                  <c:v>-0.375</c:v>
                </c:pt>
                <c:pt idx="77">
                  <c:v>-0.375</c:v>
                </c:pt>
                <c:pt idx="78">
                  <c:v>-0.375</c:v>
                </c:pt>
                <c:pt idx="79">
                  <c:v>-0.375</c:v>
                </c:pt>
                <c:pt idx="80">
                  <c:v>-0.375</c:v>
                </c:pt>
                <c:pt idx="81">
                  <c:v>-0.375</c:v>
                </c:pt>
                <c:pt idx="82">
                  <c:v>-0.375</c:v>
                </c:pt>
                <c:pt idx="83">
                  <c:v>-0.375</c:v>
                </c:pt>
                <c:pt idx="84">
                  <c:v>-0.375</c:v>
                </c:pt>
                <c:pt idx="85">
                  <c:v>-0.375</c:v>
                </c:pt>
                <c:pt idx="86">
                  <c:v>-0.375</c:v>
                </c:pt>
                <c:pt idx="87">
                  <c:v>-0.375</c:v>
                </c:pt>
                <c:pt idx="88">
                  <c:v>-0.375</c:v>
                </c:pt>
                <c:pt idx="89">
                  <c:v>-0.375</c:v>
                </c:pt>
                <c:pt idx="90">
                  <c:v>-0.375</c:v>
                </c:pt>
                <c:pt idx="91">
                  <c:v>-0.375</c:v>
                </c:pt>
                <c:pt idx="92">
                  <c:v>-0.375</c:v>
                </c:pt>
                <c:pt idx="93">
                  <c:v>-0.375</c:v>
                </c:pt>
                <c:pt idx="94">
                  <c:v>-0.375</c:v>
                </c:pt>
                <c:pt idx="95">
                  <c:v>-0.375</c:v>
                </c:pt>
                <c:pt idx="96">
                  <c:v>-0.125</c:v>
                </c:pt>
                <c:pt idx="97">
                  <c:v>-0.125</c:v>
                </c:pt>
                <c:pt idx="98">
                  <c:v>-0.125</c:v>
                </c:pt>
                <c:pt idx="99">
                  <c:v>-0.125</c:v>
                </c:pt>
                <c:pt idx="100">
                  <c:v>-0.125</c:v>
                </c:pt>
                <c:pt idx="101">
                  <c:v>-0.125</c:v>
                </c:pt>
                <c:pt idx="102">
                  <c:v>-0.125</c:v>
                </c:pt>
                <c:pt idx="103">
                  <c:v>-0.125</c:v>
                </c:pt>
                <c:pt idx="104">
                  <c:v>-0.125</c:v>
                </c:pt>
                <c:pt idx="105">
                  <c:v>-0.125</c:v>
                </c:pt>
                <c:pt idx="106">
                  <c:v>-0.125</c:v>
                </c:pt>
                <c:pt idx="107">
                  <c:v>-0.125</c:v>
                </c:pt>
                <c:pt idx="108">
                  <c:v>-0.125</c:v>
                </c:pt>
                <c:pt idx="109">
                  <c:v>-0.125</c:v>
                </c:pt>
                <c:pt idx="110">
                  <c:v>-0.125</c:v>
                </c:pt>
                <c:pt idx="111">
                  <c:v>-0.125</c:v>
                </c:pt>
                <c:pt idx="112">
                  <c:v>-0.125</c:v>
                </c:pt>
                <c:pt idx="113">
                  <c:v>-0.125</c:v>
                </c:pt>
                <c:pt idx="114">
                  <c:v>-0.125</c:v>
                </c:pt>
                <c:pt idx="115">
                  <c:v>-0.125</c:v>
                </c:pt>
                <c:pt idx="116">
                  <c:v>-0.125</c:v>
                </c:pt>
                <c:pt idx="117">
                  <c:v>-0.125</c:v>
                </c:pt>
                <c:pt idx="118">
                  <c:v>-0.125</c:v>
                </c:pt>
                <c:pt idx="119">
                  <c:v>-0.125</c:v>
                </c:pt>
                <c:pt idx="120">
                  <c:v>-0.125</c:v>
                </c:pt>
                <c:pt idx="121">
                  <c:v>-0.125</c:v>
                </c:pt>
                <c:pt idx="122">
                  <c:v>-0.125</c:v>
                </c:pt>
                <c:pt idx="123">
                  <c:v>-0.125</c:v>
                </c:pt>
                <c:pt idx="124">
                  <c:v>-0.125</c:v>
                </c:pt>
                <c:pt idx="125">
                  <c:v>-0.125</c:v>
                </c:pt>
                <c:pt idx="126">
                  <c:v>-0.125</c:v>
                </c:pt>
                <c:pt idx="127">
                  <c:v>-0.125</c:v>
                </c:pt>
                <c:pt idx="128">
                  <c:v>0.125</c:v>
                </c:pt>
                <c:pt idx="129">
                  <c:v>0.125</c:v>
                </c:pt>
                <c:pt idx="130">
                  <c:v>0.125</c:v>
                </c:pt>
                <c:pt idx="131">
                  <c:v>0.125</c:v>
                </c:pt>
                <c:pt idx="132">
                  <c:v>0.125</c:v>
                </c:pt>
                <c:pt idx="133">
                  <c:v>0.125</c:v>
                </c:pt>
                <c:pt idx="134">
                  <c:v>0.125</c:v>
                </c:pt>
                <c:pt idx="135">
                  <c:v>0.125</c:v>
                </c:pt>
                <c:pt idx="136">
                  <c:v>0.125</c:v>
                </c:pt>
                <c:pt idx="137">
                  <c:v>0.125</c:v>
                </c:pt>
                <c:pt idx="138">
                  <c:v>0.125</c:v>
                </c:pt>
                <c:pt idx="139">
                  <c:v>0.125</c:v>
                </c:pt>
                <c:pt idx="140">
                  <c:v>0.125</c:v>
                </c:pt>
                <c:pt idx="141">
                  <c:v>0.125</c:v>
                </c:pt>
                <c:pt idx="142">
                  <c:v>0.125</c:v>
                </c:pt>
                <c:pt idx="143">
                  <c:v>0.125</c:v>
                </c:pt>
                <c:pt idx="144">
                  <c:v>0.125</c:v>
                </c:pt>
                <c:pt idx="145">
                  <c:v>0.125</c:v>
                </c:pt>
                <c:pt idx="146">
                  <c:v>0.125</c:v>
                </c:pt>
                <c:pt idx="147">
                  <c:v>0.125</c:v>
                </c:pt>
                <c:pt idx="148">
                  <c:v>0.125</c:v>
                </c:pt>
                <c:pt idx="149">
                  <c:v>0.125</c:v>
                </c:pt>
                <c:pt idx="150">
                  <c:v>0.125</c:v>
                </c:pt>
                <c:pt idx="151">
                  <c:v>0.125</c:v>
                </c:pt>
                <c:pt idx="152">
                  <c:v>0.125</c:v>
                </c:pt>
                <c:pt idx="153">
                  <c:v>0.125</c:v>
                </c:pt>
                <c:pt idx="154">
                  <c:v>0.125</c:v>
                </c:pt>
                <c:pt idx="155">
                  <c:v>0.125</c:v>
                </c:pt>
                <c:pt idx="156">
                  <c:v>0.125</c:v>
                </c:pt>
                <c:pt idx="157">
                  <c:v>0.125</c:v>
                </c:pt>
                <c:pt idx="158">
                  <c:v>0.125</c:v>
                </c:pt>
                <c:pt idx="159">
                  <c:v>0.125</c:v>
                </c:pt>
                <c:pt idx="160">
                  <c:v>0.375</c:v>
                </c:pt>
                <c:pt idx="161">
                  <c:v>0.375</c:v>
                </c:pt>
                <c:pt idx="162">
                  <c:v>0.375</c:v>
                </c:pt>
                <c:pt idx="163">
                  <c:v>0.375</c:v>
                </c:pt>
                <c:pt idx="164">
                  <c:v>0.375</c:v>
                </c:pt>
                <c:pt idx="165">
                  <c:v>0.375</c:v>
                </c:pt>
                <c:pt idx="166">
                  <c:v>0.375</c:v>
                </c:pt>
                <c:pt idx="167">
                  <c:v>0.375</c:v>
                </c:pt>
                <c:pt idx="168">
                  <c:v>0.375</c:v>
                </c:pt>
                <c:pt idx="169">
                  <c:v>0.375</c:v>
                </c:pt>
                <c:pt idx="170">
                  <c:v>0.375</c:v>
                </c:pt>
                <c:pt idx="171">
                  <c:v>0.375</c:v>
                </c:pt>
                <c:pt idx="172">
                  <c:v>0.375</c:v>
                </c:pt>
                <c:pt idx="173">
                  <c:v>0.375</c:v>
                </c:pt>
                <c:pt idx="174">
                  <c:v>0.375</c:v>
                </c:pt>
                <c:pt idx="175">
                  <c:v>0.375</c:v>
                </c:pt>
                <c:pt idx="176">
                  <c:v>0.375</c:v>
                </c:pt>
                <c:pt idx="177">
                  <c:v>0.375</c:v>
                </c:pt>
                <c:pt idx="178">
                  <c:v>0.375</c:v>
                </c:pt>
                <c:pt idx="179">
                  <c:v>0.375</c:v>
                </c:pt>
                <c:pt idx="180">
                  <c:v>0.375</c:v>
                </c:pt>
                <c:pt idx="181">
                  <c:v>0.375</c:v>
                </c:pt>
                <c:pt idx="182">
                  <c:v>0.375</c:v>
                </c:pt>
                <c:pt idx="183">
                  <c:v>0.375</c:v>
                </c:pt>
                <c:pt idx="184">
                  <c:v>0.375</c:v>
                </c:pt>
                <c:pt idx="185">
                  <c:v>0.375</c:v>
                </c:pt>
                <c:pt idx="186">
                  <c:v>0.375</c:v>
                </c:pt>
                <c:pt idx="187">
                  <c:v>0.375</c:v>
                </c:pt>
                <c:pt idx="188">
                  <c:v>0.375</c:v>
                </c:pt>
                <c:pt idx="189">
                  <c:v>0.375</c:v>
                </c:pt>
                <c:pt idx="190">
                  <c:v>0.375</c:v>
                </c:pt>
                <c:pt idx="191">
                  <c:v>0.375</c:v>
                </c:pt>
                <c:pt idx="192">
                  <c:v>0.625</c:v>
                </c:pt>
                <c:pt idx="193">
                  <c:v>0.625</c:v>
                </c:pt>
                <c:pt idx="194">
                  <c:v>0.625</c:v>
                </c:pt>
                <c:pt idx="195">
                  <c:v>0.625</c:v>
                </c:pt>
                <c:pt idx="196">
                  <c:v>0.625</c:v>
                </c:pt>
                <c:pt idx="197">
                  <c:v>0.625</c:v>
                </c:pt>
                <c:pt idx="198">
                  <c:v>0.625</c:v>
                </c:pt>
                <c:pt idx="199">
                  <c:v>0.625</c:v>
                </c:pt>
                <c:pt idx="200">
                  <c:v>0.625</c:v>
                </c:pt>
                <c:pt idx="201">
                  <c:v>0.625</c:v>
                </c:pt>
                <c:pt idx="202">
                  <c:v>0.625</c:v>
                </c:pt>
                <c:pt idx="203">
                  <c:v>0.625</c:v>
                </c:pt>
                <c:pt idx="204">
                  <c:v>0.625</c:v>
                </c:pt>
                <c:pt idx="205">
                  <c:v>0.625</c:v>
                </c:pt>
                <c:pt idx="206">
                  <c:v>0.625</c:v>
                </c:pt>
                <c:pt idx="207">
                  <c:v>0.625</c:v>
                </c:pt>
                <c:pt idx="208">
                  <c:v>0.625</c:v>
                </c:pt>
                <c:pt idx="209">
                  <c:v>0.625</c:v>
                </c:pt>
                <c:pt idx="210">
                  <c:v>0.625</c:v>
                </c:pt>
                <c:pt idx="211">
                  <c:v>0.625</c:v>
                </c:pt>
                <c:pt idx="212">
                  <c:v>0.625</c:v>
                </c:pt>
                <c:pt idx="213">
                  <c:v>0.625</c:v>
                </c:pt>
                <c:pt idx="214">
                  <c:v>0.625</c:v>
                </c:pt>
                <c:pt idx="215">
                  <c:v>0.625</c:v>
                </c:pt>
                <c:pt idx="216">
                  <c:v>0.625</c:v>
                </c:pt>
                <c:pt idx="217">
                  <c:v>0.625</c:v>
                </c:pt>
                <c:pt idx="218">
                  <c:v>0.625</c:v>
                </c:pt>
                <c:pt idx="219">
                  <c:v>0.625</c:v>
                </c:pt>
                <c:pt idx="220">
                  <c:v>0.625</c:v>
                </c:pt>
                <c:pt idx="221">
                  <c:v>0.625</c:v>
                </c:pt>
                <c:pt idx="222">
                  <c:v>0.625</c:v>
                </c:pt>
                <c:pt idx="223">
                  <c:v>0.625</c:v>
                </c:pt>
                <c:pt idx="224">
                  <c:v>0.875</c:v>
                </c:pt>
                <c:pt idx="225">
                  <c:v>0.875</c:v>
                </c:pt>
                <c:pt idx="226">
                  <c:v>0.875</c:v>
                </c:pt>
                <c:pt idx="227">
                  <c:v>0.875</c:v>
                </c:pt>
                <c:pt idx="228">
                  <c:v>0.875</c:v>
                </c:pt>
                <c:pt idx="229">
                  <c:v>0.875</c:v>
                </c:pt>
                <c:pt idx="230">
                  <c:v>0.875</c:v>
                </c:pt>
                <c:pt idx="231">
                  <c:v>0.875</c:v>
                </c:pt>
                <c:pt idx="232">
                  <c:v>0.875</c:v>
                </c:pt>
                <c:pt idx="233">
                  <c:v>0.875</c:v>
                </c:pt>
                <c:pt idx="234">
                  <c:v>0.875</c:v>
                </c:pt>
                <c:pt idx="235">
                  <c:v>0.875</c:v>
                </c:pt>
                <c:pt idx="236">
                  <c:v>0.875</c:v>
                </c:pt>
                <c:pt idx="237">
                  <c:v>0.875</c:v>
                </c:pt>
                <c:pt idx="238">
                  <c:v>0.875</c:v>
                </c:pt>
                <c:pt idx="239">
                  <c:v>0.875</c:v>
                </c:pt>
                <c:pt idx="240">
                  <c:v>0.875</c:v>
                </c:pt>
                <c:pt idx="241">
                  <c:v>0.875</c:v>
                </c:pt>
                <c:pt idx="242">
                  <c:v>0.875</c:v>
                </c:pt>
                <c:pt idx="243">
                  <c:v>0.875</c:v>
                </c:pt>
                <c:pt idx="244">
                  <c:v>0.875</c:v>
                </c:pt>
                <c:pt idx="245">
                  <c:v>0.875</c:v>
                </c:pt>
                <c:pt idx="246">
                  <c:v>0.875</c:v>
                </c:pt>
                <c:pt idx="247">
                  <c:v>0.875</c:v>
                </c:pt>
                <c:pt idx="248">
                  <c:v>0.875</c:v>
                </c:pt>
                <c:pt idx="249">
                  <c:v>0.875</c:v>
                </c:pt>
                <c:pt idx="250">
                  <c:v>0.875</c:v>
                </c:pt>
                <c:pt idx="251">
                  <c:v>0.875</c:v>
                </c:pt>
                <c:pt idx="252">
                  <c:v>0.875</c:v>
                </c:pt>
                <c:pt idx="253">
                  <c:v>0.875</c:v>
                </c:pt>
                <c:pt idx="254">
                  <c:v>0.875</c:v>
                </c:pt>
                <c:pt idx="255">
                  <c:v>0.875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F68-4F22-8441-2D46BA365B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66212600"/>
        <c:axId val="566217720"/>
      </c:scatterChart>
      <c:valAx>
        <c:axId val="566212600"/>
        <c:scaling>
          <c:orientation val="minMax"/>
          <c:max val="1"/>
          <c:min val="-1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6217720"/>
        <c:crosses val="autoZero"/>
        <c:crossBetween val="midCat"/>
        <c:majorUnit val="0.25"/>
      </c:valAx>
      <c:valAx>
        <c:axId val="5662177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6212600"/>
        <c:crosses val="autoZero"/>
        <c:crossBetween val="midCat"/>
        <c:majorUnit val="0.25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6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672" cy="51274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68"/>
            <a:ext cx="3076672" cy="512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088" y="9721868"/>
            <a:ext cx="3076672" cy="51274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B2E668-522B-45BD-8EED-02B5108C129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5508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88" y="0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endParaRPr lang="en-US"/>
          </a:p>
        </p:txBody>
      </p:sp>
      <p:sp>
        <p:nvSpPr>
          <p:cNvPr id="717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71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10239" y="4861781"/>
            <a:ext cx="5678824" cy="4604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defTabSz="966788">
              <a:defRPr sz="1300"/>
            </a:lvl1pPr>
          </a:lstStyle>
          <a:p>
            <a:endParaRPr lang="en-US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88" y="9721868"/>
            <a:ext cx="3076672" cy="511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/>
            </a:lvl1pPr>
          </a:lstStyle>
          <a:p>
            <a:fld id="{377B1E18-3DD7-4387-8F62-42E48FD871E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5901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13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259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39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519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5649" algn="l" defTabSz="91425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780" algn="l" defTabSz="91425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908" algn="l" defTabSz="91425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039" algn="l" defTabSz="91425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2C1C9C-3A4E-467E-ACDA-9DDE23253C04}" type="slidenum">
              <a:rPr lang="en-US"/>
              <a:pPr/>
              <a:t>1</a:t>
            </a:fld>
            <a:endParaRPr lang="en-US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1561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93AADF-FA8F-4E80-94C2-6427E1CB09A2}" type="slidenum">
              <a:rPr lang="en-US"/>
              <a:pPr/>
              <a:t>2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378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93AADF-FA8F-4E80-94C2-6427E1CB09A2}" type="slidenum">
              <a:rPr lang="en-US"/>
              <a:pPr/>
              <a:t>4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-3/4, -¼, ¼ ¾ </a:t>
            </a:r>
          </a:p>
          <a:p>
            <a:r>
              <a:rPr lang="en-US" dirty="0"/>
              <a:t>-1 + 2</a:t>
            </a:r>
            <a:r>
              <a:rPr lang="en-US" baseline="30000" dirty="0"/>
              <a:t>-N</a:t>
            </a:r>
            <a:endParaRPr lang="en-US" dirty="0"/>
          </a:p>
          <a:p>
            <a:r>
              <a:rPr lang="en-US" dirty="0"/>
              <a:t>(4-1)/4, (4-3)/4… ¼, 3/4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05059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93AADF-FA8F-4E80-94C2-6427E1CB09A2}" type="slidenum">
              <a:rPr lang="en-US"/>
              <a:pPr/>
              <a:t>5</a:t>
            </a:fld>
            <a:endParaRPr lang="en-US"/>
          </a:p>
        </p:txBody>
      </p:sp>
      <p:sp>
        <p:nvSpPr>
          <p:cNvPr id="440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-3/4, -¼, ¼ ¾ </a:t>
            </a:r>
          </a:p>
          <a:p>
            <a:r>
              <a:rPr lang="en-US" dirty="0"/>
              <a:t>-1 + 2</a:t>
            </a:r>
            <a:r>
              <a:rPr lang="en-US" baseline="30000" dirty="0"/>
              <a:t>-N</a:t>
            </a:r>
            <a:endParaRPr lang="en-US" dirty="0"/>
          </a:p>
          <a:p>
            <a:r>
              <a:rPr lang="en-US" dirty="0"/>
              <a:t>(4-1)/4, (4-3)/4… ¼, 3/4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419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30" indent="0" algn="ctr">
              <a:buNone/>
              <a:defRPr/>
            </a:lvl2pPr>
            <a:lvl3pPr marL="914259" indent="0" algn="ctr">
              <a:buNone/>
              <a:defRPr/>
            </a:lvl3pPr>
            <a:lvl4pPr marL="1371390" indent="0" algn="ctr">
              <a:buNone/>
              <a:defRPr/>
            </a:lvl4pPr>
            <a:lvl5pPr marL="1828519" indent="0" algn="ctr">
              <a:buNone/>
              <a:defRPr/>
            </a:lvl5pPr>
            <a:lvl6pPr marL="2285649" indent="0" algn="ctr">
              <a:buNone/>
              <a:defRPr/>
            </a:lvl6pPr>
            <a:lvl7pPr marL="2742780" indent="0" algn="ctr">
              <a:buNone/>
              <a:defRPr/>
            </a:lvl7pPr>
            <a:lvl8pPr marL="3199908" indent="0" algn="ctr">
              <a:buNone/>
              <a:defRPr/>
            </a:lvl8pPr>
            <a:lvl9pPr marL="3657039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30" indent="0">
              <a:buNone/>
              <a:defRPr sz="1800"/>
            </a:lvl2pPr>
            <a:lvl3pPr marL="914259" indent="0">
              <a:buNone/>
              <a:defRPr sz="1600"/>
            </a:lvl3pPr>
            <a:lvl4pPr marL="1371390" indent="0">
              <a:buNone/>
              <a:defRPr sz="1400"/>
            </a:lvl4pPr>
            <a:lvl5pPr marL="1828519" indent="0">
              <a:buNone/>
              <a:defRPr sz="1400"/>
            </a:lvl5pPr>
            <a:lvl6pPr marL="2285649" indent="0">
              <a:buNone/>
              <a:defRPr sz="1400"/>
            </a:lvl6pPr>
            <a:lvl7pPr marL="2742780" indent="0">
              <a:buNone/>
              <a:defRPr sz="1400"/>
            </a:lvl7pPr>
            <a:lvl8pPr marL="3199908" indent="0">
              <a:buNone/>
              <a:defRPr sz="1400"/>
            </a:lvl8pPr>
            <a:lvl9pPr marL="3657039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9389" y="1125538"/>
            <a:ext cx="4316412" cy="5543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5538"/>
            <a:ext cx="4316413" cy="5543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0" indent="0">
              <a:buNone/>
              <a:defRPr sz="2000" b="1"/>
            </a:lvl2pPr>
            <a:lvl3pPr marL="914259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9" indent="0">
              <a:buNone/>
              <a:defRPr sz="1600" b="1"/>
            </a:lvl5pPr>
            <a:lvl6pPr marL="2285649" indent="0">
              <a:buNone/>
              <a:defRPr sz="1600" b="1"/>
            </a:lvl6pPr>
            <a:lvl7pPr marL="2742780" indent="0">
              <a:buNone/>
              <a:defRPr sz="1600" b="1"/>
            </a:lvl7pPr>
            <a:lvl8pPr marL="3199908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30" indent="0">
              <a:buNone/>
              <a:defRPr sz="2000" b="1"/>
            </a:lvl2pPr>
            <a:lvl3pPr marL="914259" indent="0">
              <a:buNone/>
              <a:defRPr sz="1800" b="1"/>
            </a:lvl3pPr>
            <a:lvl4pPr marL="1371390" indent="0">
              <a:buNone/>
              <a:defRPr sz="1600" b="1"/>
            </a:lvl4pPr>
            <a:lvl5pPr marL="1828519" indent="0">
              <a:buNone/>
              <a:defRPr sz="1600" b="1"/>
            </a:lvl5pPr>
            <a:lvl6pPr marL="2285649" indent="0">
              <a:buNone/>
              <a:defRPr sz="1600" b="1"/>
            </a:lvl6pPr>
            <a:lvl7pPr marL="2742780" indent="0">
              <a:buNone/>
              <a:defRPr sz="1600" b="1"/>
            </a:lvl7pPr>
            <a:lvl8pPr marL="3199908" indent="0">
              <a:buNone/>
              <a:defRPr sz="1600" b="1"/>
            </a:lvl8pPr>
            <a:lvl9pPr marL="365703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3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30" indent="0">
              <a:buNone/>
              <a:defRPr sz="1200"/>
            </a:lvl2pPr>
            <a:lvl3pPr marL="914259" indent="0">
              <a:buNone/>
              <a:defRPr sz="1000"/>
            </a:lvl3pPr>
            <a:lvl4pPr marL="1371390" indent="0">
              <a:buNone/>
              <a:defRPr sz="900"/>
            </a:lvl4pPr>
            <a:lvl5pPr marL="1828519" indent="0">
              <a:buNone/>
              <a:defRPr sz="900"/>
            </a:lvl5pPr>
            <a:lvl6pPr marL="2285649" indent="0">
              <a:buNone/>
              <a:defRPr sz="900"/>
            </a:lvl6pPr>
            <a:lvl7pPr marL="2742780" indent="0">
              <a:buNone/>
              <a:defRPr sz="900"/>
            </a:lvl7pPr>
            <a:lvl8pPr marL="3199908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30" indent="0">
              <a:buNone/>
              <a:defRPr sz="2800"/>
            </a:lvl2pPr>
            <a:lvl3pPr marL="914259" indent="0">
              <a:buNone/>
              <a:defRPr sz="2400"/>
            </a:lvl3pPr>
            <a:lvl4pPr marL="1371390" indent="0">
              <a:buNone/>
              <a:defRPr sz="2000"/>
            </a:lvl4pPr>
            <a:lvl5pPr marL="1828519" indent="0">
              <a:buNone/>
              <a:defRPr sz="2000"/>
            </a:lvl5pPr>
            <a:lvl6pPr marL="2285649" indent="0">
              <a:buNone/>
              <a:defRPr sz="2000"/>
            </a:lvl6pPr>
            <a:lvl7pPr marL="2742780" indent="0">
              <a:buNone/>
              <a:defRPr sz="2000"/>
            </a:lvl7pPr>
            <a:lvl8pPr marL="3199908" indent="0">
              <a:buNone/>
              <a:defRPr sz="2000"/>
            </a:lvl8pPr>
            <a:lvl9pPr marL="365703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30" indent="0">
              <a:buNone/>
              <a:defRPr sz="1200"/>
            </a:lvl2pPr>
            <a:lvl3pPr marL="914259" indent="0">
              <a:buNone/>
              <a:defRPr sz="1000"/>
            </a:lvl3pPr>
            <a:lvl4pPr marL="1371390" indent="0">
              <a:buNone/>
              <a:defRPr sz="900"/>
            </a:lvl4pPr>
            <a:lvl5pPr marL="1828519" indent="0">
              <a:buNone/>
              <a:defRPr sz="900"/>
            </a:lvl5pPr>
            <a:lvl6pPr marL="2285649" indent="0">
              <a:buNone/>
              <a:defRPr sz="900"/>
            </a:lvl6pPr>
            <a:lvl7pPr marL="2742780" indent="0">
              <a:buNone/>
              <a:defRPr sz="900"/>
            </a:lvl7pPr>
            <a:lvl8pPr marL="3199908" indent="0">
              <a:buNone/>
              <a:defRPr sz="900"/>
            </a:lvl8pPr>
            <a:lvl9pPr marL="365703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6690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6690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3"/>
            <a:ext cx="9144000" cy="76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5" tIns="45713" rIns="91425" bIns="4571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9388" y="1125538"/>
            <a:ext cx="8785225" cy="554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0" y="765175"/>
            <a:ext cx="91440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/>
          </a:ln>
          <a:effectLst/>
        </p:spPr>
        <p:txBody>
          <a:bodyPr lIns="91425" tIns="45713" rIns="91425" bIns="45713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13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25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39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519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848" indent="-342848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Ø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836" indent="-285707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q"/>
        <a:defRPr sz="2800">
          <a:solidFill>
            <a:schemeClr val="tx1"/>
          </a:solidFill>
          <a:latin typeface="+mn-lt"/>
        </a:defRPr>
      </a:lvl2pPr>
      <a:lvl3pPr marL="1142824" indent="-228564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3pPr>
      <a:lvl4pPr marL="1599954" indent="-228564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085" indent="-22856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215" indent="-22856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344" indent="-22856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8475" indent="-22856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5603" indent="-228564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30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59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90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19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649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780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908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039" algn="l" defTabSz="91425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05877" y="836712"/>
            <a:ext cx="6262464" cy="1470025"/>
          </a:xfrm>
        </p:spPr>
        <p:txBody>
          <a:bodyPr/>
          <a:lstStyle/>
          <a:p>
            <a:r>
              <a:rPr lang="en-GB" dirty="0" err="1"/>
              <a:t>Waveshaping</a:t>
            </a:r>
            <a:r>
              <a:rPr lang="en-GB" dirty="0"/>
              <a:t> in the Web Audio API</a:t>
            </a:r>
            <a:endParaRPr lang="en-US" dirty="0"/>
          </a:p>
        </p:txBody>
      </p:sp>
      <p:pic>
        <p:nvPicPr>
          <p:cNvPr id="1026" name="Picture 2" descr="Image result for waveshaping distortion">
            <a:extLst>
              <a:ext uri="{FF2B5EF4-FFF2-40B4-BE49-F238E27FC236}">
                <a16:creationId xmlns:a16="http://schemas.microsoft.com/office/drawing/2014/main" id="{FDD3FF4F-575F-4A11-AD2D-694ACA4B19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935"/>
          <a:stretch/>
        </p:blipFill>
        <p:spPr bwMode="auto">
          <a:xfrm>
            <a:off x="2470648" y="2715060"/>
            <a:ext cx="4202704" cy="367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954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WaveshaperNode</a:t>
            </a:r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02" y="764704"/>
            <a:ext cx="9018396" cy="5904656"/>
          </a:xfrm>
        </p:spPr>
        <p:txBody>
          <a:bodyPr/>
          <a:lstStyle/>
          <a:p>
            <a:pPr marL="265072" indent="-173011">
              <a:spcAft>
                <a:spcPts val="300"/>
              </a:spcAft>
            </a:pPr>
            <a:r>
              <a:rPr lang="en-US" sz="2000" dirty="0"/>
              <a:t>Waveshaping is implemented with </a:t>
            </a:r>
            <a:r>
              <a:rPr lang="en-US" sz="2000" dirty="0" err="1">
                <a:solidFill>
                  <a:srgbClr val="0000FF"/>
                </a:solidFill>
              </a:rPr>
              <a:t>WaveshaperNode</a:t>
            </a:r>
            <a:endParaRPr lang="en-US" sz="2000" dirty="0"/>
          </a:p>
          <a:p>
            <a:pPr marL="492049" lvl="1" indent="0">
              <a:spcAft>
                <a:spcPts val="300"/>
              </a:spcAft>
              <a:buNone/>
            </a:pPr>
            <a:r>
              <a:rPr lang="en-US" sz="1800" dirty="0">
                <a:latin typeface="Consolas" panose="020B0609020204030204" pitchFamily="49" charset="0"/>
              </a:rPr>
              <a:t>var distortion = </a:t>
            </a:r>
            <a:r>
              <a:rPr lang="en-US" sz="1800" dirty="0" err="1">
                <a:latin typeface="Consolas" panose="020B0609020204030204" pitchFamily="49" charset="0"/>
              </a:rPr>
              <a:t>context.createWaveShaper</a:t>
            </a:r>
            <a:r>
              <a:rPr lang="en-US" sz="1800" dirty="0">
                <a:latin typeface="Consolas" panose="020B0609020204030204" pitchFamily="49" charset="0"/>
              </a:rPr>
              <a:t>(); </a:t>
            </a:r>
          </a:p>
          <a:p>
            <a:pPr marL="492049" lvl="1" indent="0">
              <a:spcAft>
                <a:spcPts val="300"/>
              </a:spcAft>
              <a:buNone/>
            </a:pPr>
            <a:r>
              <a:rPr lang="en-US" sz="1800" dirty="0">
                <a:solidFill>
                  <a:srgbClr val="FF0000"/>
                </a:solidFill>
              </a:rPr>
              <a:t>			</a:t>
            </a:r>
            <a:r>
              <a:rPr lang="en-US" sz="1800" i="1" dirty="0">
                <a:solidFill>
                  <a:srgbClr val="FF0000"/>
                </a:solidFill>
              </a:rPr>
              <a:t>or</a:t>
            </a:r>
          </a:p>
          <a:p>
            <a:pPr marL="492049" lvl="1" indent="0">
              <a:spcAft>
                <a:spcPts val="300"/>
              </a:spcAft>
              <a:buNone/>
            </a:pPr>
            <a:r>
              <a:rPr lang="en-US" sz="1800" dirty="0">
                <a:latin typeface="Consolas" panose="020B0609020204030204" pitchFamily="49" charset="0"/>
              </a:rPr>
              <a:t>var distortion = new </a:t>
            </a:r>
            <a:r>
              <a:rPr lang="en-US" sz="1800" dirty="0" err="1">
                <a:latin typeface="Consolas" panose="020B0609020204030204" pitchFamily="49" charset="0"/>
              </a:rPr>
              <a:t>WaveShaperNode</a:t>
            </a:r>
            <a:r>
              <a:rPr lang="en-US" sz="1800" dirty="0">
                <a:latin typeface="Consolas" panose="020B0609020204030204" pitchFamily="49" charset="0"/>
              </a:rPr>
              <a:t>(context); </a:t>
            </a:r>
          </a:p>
          <a:p>
            <a:pPr marL="265072" indent="-173011">
              <a:spcAft>
                <a:spcPts val="300"/>
              </a:spcAft>
              <a:buClr>
                <a:srgbClr val="0000FF"/>
              </a:buClr>
            </a:pPr>
            <a:r>
              <a:rPr lang="en-US" sz="2000" dirty="0"/>
              <a:t>Must define a </a:t>
            </a:r>
            <a:r>
              <a:rPr lang="en-US" sz="2000" dirty="0" err="1"/>
              <a:t>waveshaping</a:t>
            </a:r>
            <a:r>
              <a:rPr lang="en-US" sz="2000" dirty="0"/>
              <a:t> </a:t>
            </a:r>
            <a:r>
              <a:rPr lang="en-US" sz="2000" dirty="0">
                <a:solidFill>
                  <a:srgbClr val="3A3AB9"/>
                </a:solidFill>
              </a:rPr>
              <a:t>curve</a:t>
            </a:r>
          </a:p>
          <a:p>
            <a:pPr marL="712678" lvl="1" indent="-265072">
              <a:spcAft>
                <a:spcPts val="300"/>
              </a:spcAft>
            </a:pPr>
            <a:r>
              <a:rPr lang="en-US" sz="1800" dirty="0"/>
              <a:t>Float32Array of numbers describing the input/output characteristic curve</a:t>
            </a:r>
          </a:p>
          <a:p>
            <a:pPr marL="712678" lvl="1" indent="-265072">
              <a:spcAft>
                <a:spcPts val="300"/>
              </a:spcAft>
            </a:pPr>
            <a:r>
              <a:rPr lang="en-US" sz="1800" dirty="0"/>
              <a:t>Array gets mapped to the range of inputs -1 to +1</a:t>
            </a:r>
          </a:p>
          <a:p>
            <a:pPr marL="712678" lvl="1" indent="-265072">
              <a:spcAft>
                <a:spcPts val="300"/>
              </a:spcAft>
            </a:pPr>
            <a:r>
              <a:rPr lang="en-US" sz="1800" dirty="0"/>
              <a:t>Array must be at least two values</a:t>
            </a:r>
          </a:p>
          <a:p>
            <a:pPr marL="1112666" lvl="2" indent="-265072">
              <a:spcAft>
                <a:spcPts val="300"/>
              </a:spcAft>
            </a:pPr>
            <a:r>
              <a:rPr lang="en-US" sz="1600" dirty="0"/>
              <a:t>1</a:t>
            </a:r>
            <a:r>
              <a:rPr lang="en-US" sz="1600" baseline="30000" dirty="0"/>
              <a:t>st</a:t>
            </a:r>
            <a:r>
              <a:rPr lang="en-US" sz="1600" dirty="0"/>
              <a:t> element is output for input -1 and below</a:t>
            </a:r>
          </a:p>
          <a:p>
            <a:pPr marL="1112666" lvl="2" indent="-265072">
              <a:spcAft>
                <a:spcPts val="300"/>
              </a:spcAft>
            </a:pPr>
            <a:r>
              <a:rPr lang="en-US" sz="1600" dirty="0"/>
              <a:t>Last element is output for input +1 and above</a:t>
            </a:r>
          </a:p>
          <a:p>
            <a:pPr marL="1112666" lvl="2" indent="-265072">
              <a:spcAft>
                <a:spcPts val="300"/>
              </a:spcAft>
            </a:pPr>
            <a:r>
              <a:rPr lang="en-US" sz="1600" dirty="0"/>
              <a:t>Interpolate all values in between</a:t>
            </a:r>
          </a:p>
          <a:p>
            <a:pPr marL="447606" lvl="1" indent="0">
              <a:spcAft>
                <a:spcPts val="300"/>
              </a:spcAft>
              <a:buNone/>
            </a:pPr>
            <a:r>
              <a:rPr lang="en-GB" sz="1800" dirty="0">
                <a:latin typeface="Consolas" panose="020B0609020204030204" pitchFamily="49" charset="0"/>
              </a:rPr>
              <a:t>var curve= new Float32Array([-1, 1]);</a:t>
            </a:r>
          </a:p>
          <a:p>
            <a:pPr marL="447606" lvl="1" indent="0">
              <a:spcAft>
                <a:spcPts val="300"/>
              </a:spcAft>
              <a:buNone/>
            </a:pPr>
            <a:r>
              <a:rPr lang="en-GB" sz="1800" dirty="0" err="1">
                <a:latin typeface="Consolas" panose="020B0609020204030204" pitchFamily="49" charset="0"/>
              </a:rPr>
              <a:t>distortion.curve</a:t>
            </a:r>
            <a:r>
              <a:rPr lang="en-GB" sz="1800" dirty="0">
                <a:latin typeface="Consolas" panose="020B0609020204030204" pitchFamily="49" charset="0"/>
              </a:rPr>
              <a:t> = curve;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</a:p>
          <a:p>
            <a:pPr marL="333368" indent="-285750">
              <a:spcAft>
                <a:spcPts val="300"/>
              </a:spcAft>
            </a:pPr>
            <a:r>
              <a:rPr lang="en-US" sz="1800" dirty="0">
                <a:solidFill>
                  <a:srgbClr val="3A3AB9"/>
                </a:solidFill>
                <a:latin typeface="+mj-lt"/>
              </a:rPr>
              <a:t>Oversample</a:t>
            </a:r>
            <a:r>
              <a:rPr lang="en-US" sz="1800" dirty="0">
                <a:latin typeface="+mj-lt"/>
              </a:rPr>
              <a:t> property defines if 'none', '2x' or '4x'oversampling is used.</a:t>
            </a:r>
          </a:p>
          <a:p>
            <a:pPr marL="733356" lvl="1" indent="-285750">
              <a:spcAft>
                <a:spcPts val="300"/>
              </a:spcAft>
            </a:pPr>
            <a:r>
              <a:rPr lang="en-US" sz="1400" dirty="0">
                <a:latin typeface="+mj-lt"/>
              </a:rPr>
              <a:t>Defaults to ‘none’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76CEC8C-FBCB-442E-8FDC-B89F14CAD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0703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86F73-3C65-4BEA-A3F5-5F62D201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Clipper curves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012F63-E93D-4153-A3AE-B3489E9EF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2450" y="4581128"/>
            <a:ext cx="6578821" cy="2121152"/>
          </a:xfrm>
          <a:solidFill>
            <a:schemeClr val="tx1"/>
          </a:solidFill>
        </p:spPr>
        <p:txBody>
          <a:bodyPr/>
          <a:lstStyle/>
          <a:p>
            <a:pPr marL="0" indent="0">
              <a:buNone/>
            </a:pPr>
            <a:r>
              <a:rPr lang="en-GB" sz="1800" dirty="0">
                <a:solidFill>
                  <a:srgbClr val="F8F8F2"/>
                </a:solidFill>
                <a:latin typeface="Monaco"/>
              </a:rPr>
              <a:t>var 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x,nSamples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= 100,curve = new Float32Array(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nSamples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</a:t>
            </a:r>
          </a:p>
          <a:p>
            <a:pPr marL="0" indent="0">
              <a:buNone/>
            </a:pPr>
            <a:r>
              <a:rPr lang="nn-NO" sz="1800" dirty="0">
                <a:solidFill>
                  <a:srgbClr val="F8F8F2"/>
                </a:solidFill>
                <a:latin typeface="Monaco"/>
              </a:rPr>
              <a:t>for (let i=0;i</a:t>
            </a:r>
            <a:r>
              <a:rPr lang="nn-NO" sz="1800" dirty="0">
                <a:solidFill>
                  <a:srgbClr val="F92672"/>
                </a:solidFill>
                <a:latin typeface="Monaco"/>
              </a:rPr>
              <a:t>&lt;nSamples</a:t>
            </a:r>
            <a:r>
              <a:rPr lang="nn-NO" sz="1800" dirty="0">
                <a:solidFill>
                  <a:srgbClr val="960050"/>
                </a:solidFill>
                <a:latin typeface="Monaco"/>
              </a:rPr>
              <a:t>;++</a:t>
            </a:r>
            <a:r>
              <a:rPr lang="nn-NO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nn-NO" sz="1800" dirty="0">
                <a:solidFill>
                  <a:srgbClr val="960050"/>
                </a:solidFill>
                <a:latin typeface="Monaco"/>
              </a:rPr>
              <a:t>)</a:t>
            </a:r>
            <a:r>
              <a:rPr lang="nn-NO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nn-NO" sz="1800" dirty="0">
                <a:solidFill>
                  <a:srgbClr val="960050"/>
                </a:solidFill>
                <a:latin typeface="Monaco"/>
              </a:rPr>
              <a:t>{</a:t>
            </a:r>
            <a:endParaRPr lang="nn-NO" sz="1800" dirty="0">
              <a:solidFill>
                <a:srgbClr val="F8F8F2"/>
              </a:solidFill>
              <a:latin typeface="Monaco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F8F8F2"/>
                </a:solidFill>
                <a:latin typeface="Monaco"/>
              </a:rPr>
              <a:t>   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x =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2*i/nSamples-1;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//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x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goes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from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-1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to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+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1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pPr marL="0" indent="0">
              <a:buNone/>
            </a:pPr>
            <a:r>
              <a:rPr lang="en-GB" sz="1800" dirty="0">
                <a:solidFill>
                  <a:srgbClr val="F8F8F2"/>
                </a:solidFill>
                <a:latin typeface="Monaco"/>
              </a:rPr>
              <a:t>   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if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(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Math</a:t>
            </a:r>
            <a:r>
              <a:rPr lang="en-GB" sz="1800" dirty="0" err="1">
                <a:solidFill>
                  <a:srgbClr val="960050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abs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x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)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&gt;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0.5) curve[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]=0.5*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Math.sign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(x)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   else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curve[i]=x</a:t>
            </a:r>
          </a:p>
          <a:p>
            <a:pPr marL="0" indent="0">
              <a:buNone/>
            </a:pPr>
            <a:r>
              <a:rPr lang="en-GB" sz="1800" dirty="0">
                <a:solidFill>
                  <a:srgbClr val="F8F8F2"/>
                </a:solidFill>
                <a:latin typeface="Monaco"/>
              </a:rPr>
              <a:t>}</a:t>
            </a:r>
            <a:endParaRPr lang="en-GB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CCE1D99-EB3B-4243-945B-3E35903950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71927841"/>
              </p:ext>
            </p:extLst>
          </p:nvPr>
        </p:nvGraphicFramePr>
        <p:xfrm>
          <a:off x="1599398" y="764941"/>
          <a:ext cx="6284924" cy="3816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879475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BitCrusher</a:t>
            </a:r>
            <a:endParaRPr lang="en-US" dirty="0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340768"/>
            <a:ext cx="8901686" cy="5400600"/>
          </a:xfrm>
        </p:spPr>
        <p:txBody>
          <a:bodyPr/>
          <a:lstStyle/>
          <a:p>
            <a:pPr marL="265072" indent="-173011">
              <a:spcAft>
                <a:spcPts val="300"/>
              </a:spcAft>
            </a:pP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Audio effect that produces distortion by </a:t>
            </a:r>
            <a:r>
              <a:rPr lang="en-GB" sz="2800" u="sng" dirty="0">
                <a:latin typeface="Calibri" panose="020F0502020204030204" pitchFamily="34" charset="0"/>
                <a:cs typeface="Calibri" panose="020F0502020204030204" pitchFamily="34" charset="0"/>
              </a:rPr>
              <a:t>reducing of the resolution</a:t>
            </a: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 or bandwidth of digital audio data</a:t>
            </a:r>
          </a:p>
          <a:p>
            <a:pPr marL="265072" indent="-173011">
              <a:spcAft>
                <a:spcPts val="300"/>
              </a:spcAft>
            </a:pPr>
            <a:r>
              <a:rPr lang="en-GB" sz="2800" dirty="0">
                <a:latin typeface="Calibri" panose="020F0502020204030204" pitchFamily="34" charset="0"/>
                <a:cs typeface="Calibri" panose="020F0502020204030204" pitchFamily="34" charset="0"/>
              </a:rPr>
              <a:t>Lets reduce the resolution by decreasing the bit depth</a:t>
            </a:r>
          </a:p>
          <a:p>
            <a:pPr marL="665060" lvl="1" indent="-173011">
              <a:spcAft>
                <a:spcPts val="300"/>
              </a:spcAft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1 bit audio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2</a:t>
            </a:r>
            <a:r>
              <a:rPr lang="en-GB" sz="2400" baseline="30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1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levels for all samples, -0.5, +0.5 </a:t>
            </a:r>
          </a:p>
          <a:p>
            <a:pPr marL="665060" lvl="1" indent="-173011">
              <a:spcAft>
                <a:spcPts val="300"/>
              </a:spcAft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2 bit audio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2</a:t>
            </a:r>
            <a:r>
              <a:rPr lang="en-GB" sz="2400" baseline="30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2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levels for all samples, -0.75, -0.25, 0.25, 0.75</a:t>
            </a:r>
          </a:p>
          <a:p>
            <a:pPr marL="665060" lvl="1" indent="-173011">
              <a:spcAft>
                <a:spcPts val="300"/>
              </a:spcAft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3 bit audio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2</a:t>
            </a:r>
            <a:r>
              <a:rPr lang="en-GB" sz="2400" baseline="30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3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levels for all samples, …-0.375, -0.125, 0.125, 0.375,0.625,0.875</a:t>
            </a:r>
          </a:p>
          <a:p>
            <a:pPr marL="665060" lvl="1" indent="-173011">
              <a:spcAft>
                <a:spcPts val="300"/>
              </a:spcAft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…</a:t>
            </a:r>
          </a:p>
          <a:p>
            <a:pPr marL="665060" lvl="1" indent="-173011">
              <a:spcAft>
                <a:spcPts val="300"/>
              </a:spcAft>
            </a:pP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16 bit audio 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 2</a:t>
            </a:r>
            <a:r>
              <a:rPr lang="en-GB" sz="2400" baseline="30000" dirty="0">
                <a:latin typeface="Calibri" panose="020F050202020403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16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levels for all samples, -1+2</a:t>
            </a:r>
            <a:r>
              <a:rPr lang="en-US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16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1-2</a:t>
            </a:r>
            <a:r>
              <a:rPr lang="en-US" sz="24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16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76CEC8C-FBCB-442E-8FDC-B89F14CAD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98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BitCrusher</a:t>
            </a:r>
            <a:endParaRPr lang="en-US" dirty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576CEC8C-FBCB-442E-8FDC-B89F14CAD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E1DAA-E776-4346-B0F0-35893E65F5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A05713B1-B709-4F0B-99D5-DCDD618DD5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3288773"/>
              </p:ext>
            </p:extLst>
          </p:nvPr>
        </p:nvGraphicFramePr>
        <p:xfrm>
          <a:off x="1559928" y="758037"/>
          <a:ext cx="6024141" cy="36580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78A9FF2-908A-4B49-B5FC-213888443C4E}"/>
              </a:ext>
            </a:extLst>
          </p:cNvPr>
          <p:cNvSpPr txBox="1">
            <a:spLocks/>
          </p:cNvSpPr>
          <p:nvPr/>
        </p:nvSpPr>
        <p:spPr bwMode="auto">
          <a:xfrm>
            <a:off x="1187624" y="4652318"/>
            <a:ext cx="7123860" cy="2160288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25" tIns="45713" rIns="91425" bIns="45713" numCol="1" anchor="t" anchorCtr="0" compatLnSpc="1">
            <a:prstTxWarp prst="textNoShape">
              <a:avLst/>
            </a:prstTxWarp>
          </a:bodyPr>
          <a:lstStyle>
            <a:lvl1pPr marL="342848" indent="-342848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Ø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836" indent="-285707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q"/>
              <a:defRPr sz="2800">
                <a:solidFill>
                  <a:schemeClr val="tx1"/>
                </a:solidFill>
                <a:latin typeface="+mn-lt"/>
              </a:defRPr>
            </a:lvl2pPr>
            <a:lvl3pPr marL="1142824" indent="-228564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 marL="1599954" indent="-228564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085" indent="-228564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215" indent="-228564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344" indent="-228564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8475" indent="-228564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5603" indent="-228564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var 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x,nSamples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= 65536,curve = new Float32Array(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nSamples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var 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nLevels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=</a:t>
            </a:r>
            <a:r>
              <a:rPr lang="en-GB" sz="1800" dirty="0" err="1">
                <a:solidFill>
                  <a:srgbClr val="F8F8F2"/>
                </a:solidFill>
                <a:latin typeface="Monaco"/>
              </a:rPr>
              <a:t>Math.pow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(2,nBits.value);</a:t>
            </a: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for (i=0;i</a:t>
            </a:r>
            <a:r>
              <a:rPr lang="en-GB" sz="1800" dirty="0">
                <a:solidFill>
                  <a:srgbClr val="F92672"/>
                </a:solidFill>
                <a:latin typeface="Monaco"/>
              </a:rPr>
              <a:t>&lt;</a:t>
            </a:r>
            <a:r>
              <a:rPr lang="en-GB" sz="1800" dirty="0" err="1">
                <a:solidFill>
                  <a:srgbClr val="F92672"/>
                </a:solidFill>
                <a:latin typeface="Monaco"/>
              </a:rPr>
              <a:t>nSamples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;++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)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{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x =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i*</a:t>
            </a:r>
            <a:r>
              <a:rPr lang="en-GB" sz="1800" dirty="0" err="1">
                <a:solidFill>
                  <a:srgbClr val="E6DB74"/>
                </a:solidFill>
                <a:latin typeface="Monaco"/>
              </a:rPr>
              <a:t>nLevels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/</a:t>
            </a:r>
            <a:r>
              <a:rPr lang="en-GB" sz="1800" dirty="0" err="1">
                <a:solidFill>
                  <a:srgbClr val="E6DB74"/>
                </a:solidFill>
                <a:latin typeface="Monaco"/>
              </a:rPr>
              <a:t>nSamples</a:t>
            </a:r>
            <a:r>
              <a:rPr lang="en-GB" sz="1800" dirty="0">
                <a:solidFill>
                  <a:srgbClr val="E6DB74"/>
                </a:solidFill>
                <a:latin typeface="Monaco"/>
              </a:rPr>
              <a:t>;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//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x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goes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from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0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to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1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F8F8F2"/>
                </a:solidFill>
                <a:latin typeface="Monaco"/>
              </a:rPr>
              <a:t>   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curve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[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i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]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=</a:t>
            </a:r>
            <a:r>
              <a:rPr lang="en-GB" sz="1800" dirty="0">
                <a:solidFill>
                  <a:srgbClr val="F8F8F2"/>
                </a:solidFill>
                <a:latin typeface="Monaco"/>
              </a:rPr>
              <a:t> 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2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*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Math</a:t>
            </a:r>
            <a:r>
              <a:rPr lang="en-GB" sz="1800" dirty="0" err="1">
                <a:solidFill>
                  <a:srgbClr val="960050"/>
                </a:solidFill>
                <a:latin typeface="Monaco"/>
              </a:rPr>
              <a:t>.</a:t>
            </a:r>
            <a:r>
              <a:rPr lang="en-GB" sz="1800" dirty="0" err="1">
                <a:solidFill>
                  <a:srgbClr val="A6E22E"/>
                </a:solidFill>
                <a:latin typeface="Monaco"/>
              </a:rPr>
              <a:t>floor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(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x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)+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1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)/</a:t>
            </a:r>
            <a:r>
              <a:rPr lang="en-GB" sz="1800" dirty="0">
                <a:solidFill>
                  <a:srgbClr val="A6E22E"/>
                </a:solidFill>
                <a:latin typeface="Monaco"/>
              </a:rPr>
              <a:t>nLevels-1</a:t>
            </a:r>
            <a:r>
              <a:rPr lang="en-GB" sz="1800" dirty="0">
                <a:solidFill>
                  <a:srgbClr val="960050"/>
                </a:solidFill>
                <a:latin typeface="Monaco"/>
              </a:rPr>
              <a:t>;</a:t>
            </a:r>
            <a:endParaRPr lang="en-GB" sz="1800" dirty="0">
              <a:solidFill>
                <a:srgbClr val="F8F8F2"/>
              </a:solidFill>
              <a:latin typeface="Monaco"/>
            </a:endParaRPr>
          </a:p>
          <a:p>
            <a:r>
              <a:rPr lang="en-GB" sz="1800" dirty="0">
                <a:solidFill>
                  <a:srgbClr val="960050"/>
                </a:solidFill>
                <a:latin typeface="Monaco"/>
              </a:rPr>
              <a:t>}</a:t>
            </a:r>
            <a:endParaRPr lang="en-GB" kern="0" dirty="0"/>
          </a:p>
        </p:txBody>
      </p:sp>
    </p:spTree>
    <p:extLst>
      <p:ext uri="{BB962C8B-B14F-4D97-AF65-F5344CB8AC3E}">
        <p14:creationId xmlns:p14="http://schemas.microsoft.com/office/powerpoint/2010/main" val="263733561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423</Words>
  <Application>Microsoft Office PowerPoint</Application>
  <PresentationFormat>On-screen Show (4:3)</PresentationFormat>
  <Paragraphs>49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Consolas</vt:lpstr>
      <vt:lpstr>Monaco</vt:lpstr>
      <vt:lpstr>Wingdings</vt:lpstr>
      <vt:lpstr>Default Design</vt:lpstr>
      <vt:lpstr>Waveshaping in the Web Audio API</vt:lpstr>
      <vt:lpstr>WaveshaperNode</vt:lpstr>
      <vt:lpstr>Clipper curves</vt:lpstr>
      <vt:lpstr>BitCrusher</vt:lpstr>
      <vt:lpstr>BitCrusher</vt:lpstr>
    </vt:vector>
  </TitlesOfParts>
  <Company>QMUL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DAFX</dc:title>
  <dc:creator>josh</dc:creator>
  <cp:lastModifiedBy>Joshua Reiss</cp:lastModifiedBy>
  <cp:revision>71</cp:revision>
  <cp:lastPrinted>2015-02-04T10:45:10Z</cp:lastPrinted>
  <dcterms:created xsi:type="dcterms:W3CDTF">2006-01-06T09:45:02Z</dcterms:created>
  <dcterms:modified xsi:type="dcterms:W3CDTF">2022-03-16T12:02:06Z</dcterms:modified>
</cp:coreProperties>
</file>