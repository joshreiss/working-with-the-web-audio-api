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732" r:id="rId8"/>
  </p:sldMasterIdLst>
  <p:notesMasterIdLst>
    <p:notesMasterId r:id="rId23"/>
  </p:notesMasterIdLst>
  <p:sldIdLst>
    <p:sldId id="342" r:id="rId9"/>
    <p:sldId id="256" r:id="rId10"/>
    <p:sldId id="300" r:id="rId11"/>
    <p:sldId id="311" r:id="rId12"/>
    <p:sldId id="345" r:id="rId13"/>
    <p:sldId id="346" r:id="rId14"/>
    <p:sldId id="347" r:id="rId15"/>
    <p:sldId id="348" r:id="rId16"/>
    <p:sldId id="349" r:id="rId17"/>
    <p:sldId id="266" r:id="rId18"/>
    <p:sldId id="351" r:id="rId19"/>
    <p:sldId id="269" r:id="rId20"/>
    <p:sldId id="350" r:id="rId21"/>
    <p:sldId id="352" r:id="rId22"/>
  </p:sldIdLst>
  <p:sldSz cx="13004800" cy="9753600"/>
  <p:notesSz cx="7099300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129"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260"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390"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518" algn="ctr" rtl="0" fontAlgn="base">
      <a:spcBef>
        <a:spcPct val="0"/>
      </a:spcBef>
      <a:spcAft>
        <a:spcPct val="0"/>
      </a:spcAft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5650" algn="l" defTabSz="914260" rtl="0" eaLnBrk="1" latinLnBrk="0" hangingPunct="1"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2778" algn="l" defTabSz="914260" rtl="0" eaLnBrk="1" latinLnBrk="0" hangingPunct="1"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199909" algn="l" defTabSz="914260" rtl="0" eaLnBrk="1" latinLnBrk="0" hangingPunct="1"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039" algn="l" defTabSz="914260" rtl="0" eaLnBrk="1" latinLnBrk="0" hangingPunct="1">
      <a:defRPr sz="43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64BA25C1-2102-46A4-B35F-C3C4BF03571C}">
          <p14:sldIdLst>
            <p14:sldId id="342"/>
            <p14:sldId id="256"/>
            <p14:sldId id="300"/>
            <p14:sldId id="311"/>
            <p14:sldId id="345"/>
            <p14:sldId id="346"/>
            <p14:sldId id="347"/>
            <p14:sldId id="348"/>
          </p14:sldIdLst>
        </p14:section>
        <p14:section name="Extra" id="{A56D0EC3-3AD1-4541-A86C-179BAAE51CF9}">
          <p14:sldIdLst>
            <p14:sldId id="349"/>
            <p14:sldId id="266"/>
            <p14:sldId id="351"/>
            <p14:sldId id="269"/>
            <p14:sldId id="350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CC00CC"/>
    <a:srgbClr val="CC0099"/>
    <a:srgbClr val="640064"/>
    <a:srgbClr val="A000A0"/>
    <a:srgbClr val="960096"/>
    <a:srgbClr val="0000D0"/>
    <a:srgbClr val="26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9CF115-C0D1-4C4B-8CC7-46E2805B7BD6}" v="20" dt="2021-12-10T09:48:25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1" autoAdjust="0"/>
    <p:restoredTop sz="86410" autoAdjust="0"/>
  </p:normalViewPr>
  <p:slideViewPr>
    <p:cSldViewPr>
      <p:cViewPr varScale="1">
        <p:scale>
          <a:sx n="71" d="100"/>
          <a:sy n="71" d="100"/>
        </p:scale>
        <p:origin x="1137" y="51"/>
      </p:cViewPr>
      <p:guideLst>
        <p:guide orient="horz" pos="3072"/>
        <p:guide pos="4096"/>
      </p:guideLst>
    </p:cSldViewPr>
  </p:slideViewPr>
  <p:outlineViewPr>
    <p:cViewPr>
      <p:scale>
        <a:sx n="33" d="100"/>
        <a:sy n="33" d="100"/>
      </p:scale>
      <p:origin x="0" y="-31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70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9B0F8069-C033-41D3-9AA7-1C9F83C40872}"/>
    <pc:docChg chg="custSel modSld">
      <pc:chgData name="Josh Reiss" userId="a90d6cd88c30b6c6" providerId="LiveId" clId="{9B0F8069-C033-41D3-9AA7-1C9F83C40872}" dt="2020-04-03T11:39:03.048" v="10" actId="6549"/>
      <pc:docMkLst>
        <pc:docMk/>
      </pc:docMkLst>
      <pc:sldChg chg="modSp">
        <pc:chgData name="Josh Reiss" userId="a90d6cd88c30b6c6" providerId="LiveId" clId="{9B0F8069-C033-41D3-9AA7-1C9F83C40872}" dt="2020-04-03T11:39:03.048" v="10" actId="6549"/>
        <pc:sldMkLst>
          <pc:docMk/>
          <pc:sldMk cId="615572679" sldId="348"/>
        </pc:sldMkLst>
        <pc:spChg chg="mod">
          <ac:chgData name="Josh Reiss" userId="a90d6cd88c30b6c6" providerId="LiveId" clId="{9B0F8069-C033-41D3-9AA7-1C9F83C40872}" dt="2020-04-03T11:39:03.048" v="10" actId="6549"/>
          <ac:spMkLst>
            <pc:docMk/>
            <pc:sldMk cId="615572679" sldId="348"/>
            <ac:spMk id="4" creationId="{AC1DCA03-778F-4B33-B115-4B3E69A0B2DC}"/>
          </ac:spMkLst>
        </pc:spChg>
      </pc:sldChg>
    </pc:docChg>
  </pc:docChgLst>
  <pc:docChgLst>
    <pc:chgData name="Josh Reiss" userId="a90d6cd88c30b6c6" providerId="LiveId" clId="{CE9CF115-C0D1-4C4B-8CC7-46E2805B7BD6}"/>
    <pc:docChg chg="undo redo custSel addSld modSld modSection">
      <pc:chgData name="Josh Reiss" userId="a90d6cd88c30b6c6" providerId="LiveId" clId="{CE9CF115-C0D1-4C4B-8CC7-46E2805B7BD6}" dt="2021-12-10T09:48:25.061" v="257" actId="165"/>
      <pc:docMkLst>
        <pc:docMk/>
      </pc:docMkLst>
      <pc:sldChg chg="addSp delSp modSp mod">
        <pc:chgData name="Josh Reiss" userId="a90d6cd88c30b6c6" providerId="LiveId" clId="{CE9CF115-C0D1-4C4B-8CC7-46E2805B7BD6}" dt="2021-12-10T09:48:07.400" v="256" actId="478"/>
        <pc:sldMkLst>
          <pc:docMk/>
          <pc:sldMk cId="0" sldId="256"/>
        </pc:sldMkLst>
        <pc:spChg chg="add mod">
          <ac:chgData name="Josh Reiss" userId="a90d6cd88c30b6c6" providerId="LiveId" clId="{CE9CF115-C0D1-4C4B-8CC7-46E2805B7BD6}" dt="2021-12-10T09:48:01.694" v="255"/>
          <ac:spMkLst>
            <pc:docMk/>
            <pc:sldMk cId="0" sldId="256"/>
            <ac:spMk id="19" creationId="{5822FDA4-55AB-4E00-BA70-8637DB8221D9}"/>
          </ac:spMkLst>
        </pc:spChg>
        <pc:spChg chg="add mod">
          <ac:chgData name="Josh Reiss" userId="a90d6cd88c30b6c6" providerId="LiveId" clId="{CE9CF115-C0D1-4C4B-8CC7-46E2805B7BD6}" dt="2021-12-10T09:48:01.694" v="255"/>
          <ac:spMkLst>
            <pc:docMk/>
            <pc:sldMk cId="0" sldId="256"/>
            <ac:spMk id="28" creationId="{37203AA5-86D4-40C9-A483-5272B6B58761}"/>
          </ac:spMkLst>
        </pc:spChg>
        <pc:spChg chg="add mod">
          <ac:chgData name="Josh Reiss" userId="a90d6cd88c30b6c6" providerId="LiveId" clId="{CE9CF115-C0D1-4C4B-8CC7-46E2805B7BD6}" dt="2021-12-10T09:48:01.694" v="255"/>
          <ac:spMkLst>
            <pc:docMk/>
            <pc:sldMk cId="0" sldId="256"/>
            <ac:spMk id="29" creationId="{C9EDCA60-6543-4F91-90BA-2089435D6CAE}"/>
          </ac:spMkLst>
        </pc:spChg>
        <pc:spChg chg="del mod topLvl">
          <ac:chgData name="Josh Reiss" userId="a90d6cd88c30b6c6" providerId="LiveId" clId="{CE9CF115-C0D1-4C4B-8CC7-46E2805B7BD6}" dt="2021-12-10T09:48:00.152" v="254" actId="478"/>
          <ac:spMkLst>
            <pc:docMk/>
            <pc:sldMk cId="0" sldId="256"/>
            <ac:spMk id="48" creationId="{00000000-0000-0000-0000-000000000000}"/>
          </ac:spMkLst>
        </pc:spChg>
        <pc:spChg chg="del mod topLvl">
          <ac:chgData name="Josh Reiss" userId="a90d6cd88c30b6c6" providerId="LiveId" clId="{CE9CF115-C0D1-4C4B-8CC7-46E2805B7BD6}" dt="2021-12-10T09:48:00.152" v="254" actId="478"/>
          <ac:spMkLst>
            <pc:docMk/>
            <pc:sldMk cId="0" sldId="256"/>
            <ac:spMk id="57" creationId="{00000000-0000-0000-0000-000000000000}"/>
          </ac:spMkLst>
        </pc:spChg>
        <pc:spChg chg="del mod topLvl">
          <ac:chgData name="Josh Reiss" userId="a90d6cd88c30b6c6" providerId="LiveId" clId="{CE9CF115-C0D1-4C4B-8CC7-46E2805B7BD6}" dt="2021-12-10T09:48:00.152" v="254" actId="478"/>
          <ac:spMkLst>
            <pc:docMk/>
            <pc:sldMk cId="0" sldId="256"/>
            <ac:spMk id="58" creationId="{00000000-0000-0000-0000-000000000000}"/>
          </ac:spMkLst>
        </pc:spChg>
        <pc:grpChg chg="del">
          <ac:chgData name="Josh Reiss" userId="a90d6cd88c30b6c6" providerId="LiveId" clId="{CE9CF115-C0D1-4C4B-8CC7-46E2805B7BD6}" dt="2021-10-15T05:07:17.623" v="32" actId="165"/>
          <ac:grpSpMkLst>
            <pc:docMk/>
            <pc:sldMk cId="0" sldId="256"/>
            <ac:grpSpMk id="47" creationId="{00000000-0000-0000-0000-000000000000}"/>
          </ac:grpSpMkLst>
        </pc:grpChg>
        <pc:picChg chg="add mod">
          <ac:chgData name="Josh Reiss" userId="a90d6cd88c30b6c6" providerId="LiveId" clId="{CE9CF115-C0D1-4C4B-8CC7-46E2805B7BD6}" dt="2021-12-10T09:48:01.694" v="255"/>
          <ac:picMkLst>
            <pc:docMk/>
            <pc:sldMk cId="0" sldId="256"/>
            <ac:picMk id="18" creationId="{1AB40E60-F873-4AEB-94B7-13EB618EA011}"/>
          </ac:picMkLst>
        </pc:picChg>
        <pc:picChg chg="add mod">
          <ac:chgData name="Josh Reiss" userId="a90d6cd88c30b6c6" providerId="LiveId" clId="{CE9CF115-C0D1-4C4B-8CC7-46E2805B7BD6}" dt="2021-12-10T09:48:01.694" v="255"/>
          <ac:picMkLst>
            <pc:docMk/>
            <pc:sldMk cId="0" sldId="256"/>
            <ac:picMk id="30" creationId="{EB1B0E80-F63F-4561-BA6E-FC56DEE27675}"/>
          </ac:picMkLst>
        </pc:picChg>
        <pc:picChg chg="del mod topLvl">
          <ac:chgData name="Josh Reiss" userId="a90d6cd88c30b6c6" providerId="LiveId" clId="{CE9CF115-C0D1-4C4B-8CC7-46E2805B7BD6}" dt="2021-12-10T09:48:00.152" v="254" actId="478"/>
          <ac:picMkLst>
            <pc:docMk/>
            <pc:sldMk cId="0" sldId="256"/>
            <ac:picMk id="59" creationId="{00000000-0000-0000-0000-000000000000}"/>
          </ac:picMkLst>
        </pc:picChg>
        <pc:picChg chg="del mod topLvl">
          <ac:chgData name="Josh Reiss" userId="a90d6cd88c30b6c6" providerId="LiveId" clId="{CE9CF115-C0D1-4C4B-8CC7-46E2805B7BD6}" dt="2021-12-10T09:48:00.152" v="254" actId="478"/>
          <ac:picMkLst>
            <pc:docMk/>
            <pc:sldMk cId="0" sldId="256"/>
            <ac:picMk id="60" creationId="{00000000-0000-0000-0000-000000000000}"/>
          </ac:picMkLst>
        </pc:picChg>
        <pc:picChg chg="add del">
          <ac:chgData name="Josh Reiss" userId="a90d6cd88c30b6c6" providerId="LiveId" clId="{CE9CF115-C0D1-4C4B-8CC7-46E2805B7BD6}" dt="2021-12-10T09:48:07.400" v="256" actId="478"/>
          <ac:picMkLst>
            <pc:docMk/>
            <pc:sldMk cId="0" sldId="256"/>
            <ac:picMk id="1026" creationId="{F668C378-E612-47E8-B45B-F8427D1445F0}"/>
          </ac:picMkLst>
        </pc:picChg>
        <pc:cxnChg chg="add mod">
          <ac:chgData name="Josh Reiss" userId="a90d6cd88c30b6c6" providerId="LiveId" clId="{CE9CF115-C0D1-4C4B-8CC7-46E2805B7BD6}" dt="2021-12-10T09:48:01.694" v="255"/>
          <ac:cxnSpMkLst>
            <pc:docMk/>
            <pc:sldMk cId="0" sldId="256"/>
            <ac:cxnSpMk id="20" creationId="{FE1F7899-2047-493E-B2C5-6A769B6723F9}"/>
          </ac:cxnSpMkLst>
        </pc:cxnChg>
        <pc:cxnChg chg="add mod">
          <ac:chgData name="Josh Reiss" userId="a90d6cd88c30b6c6" providerId="LiveId" clId="{CE9CF115-C0D1-4C4B-8CC7-46E2805B7BD6}" dt="2021-12-10T09:48:01.694" v="255"/>
          <ac:cxnSpMkLst>
            <pc:docMk/>
            <pc:sldMk cId="0" sldId="256"/>
            <ac:cxnSpMk id="21" creationId="{5BECB188-ABF6-437C-8A38-DA79625FAB33}"/>
          </ac:cxnSpMkLst>
        </pc:cxnChg>
        <pc:cxnChg chg="add mod">
          <ac:chgData name="Josh Reiss" userId="a90d6cd88c30b6c6" providerId="LiveId" clId="{CE9CF115-C0D1-4C4B-8CC7-46E2805B7BD6}" dt="2021-12-10T09:48:01.694" v="255"/>
          <ac:cxnSpMkLst>
            <pc:docMk/>
            <pc:sldMk cId="0" sldId="256"/>
            <ac:cxnSpMk id="22" creationId="{441E5D96-90BF-4C78-87BC-CF83CCC45FCC}"/>
          </ac:cxnSpMkLst>
        </pc:cxnChg>
        <pc:cxnChg chg="add mod">
          <ac:chgData name="Josh Reiss" userId="a90d6cd88c30b6c6" providerId="LiveId" clId="{CE9CF115-C0D1-4C4B-8CC7-46E2805B7BD6}" dt="2021-12-10T09:48:01.694" v="255"/>
          <ac:cxnSpMkLst>
            <pc:docMk/>
            <pc:sldMk cId="0" sldId="256"/>
            <ac:cxnSpMk id="23" creationId="{F542E97E-2B2D-4804-8498-C44547621556}"/>
          </ac:cxnSpMkLst>
        </pc:cxnChg>
        <pc:cxnChg chg="add mod">
          <ac:chgData name="Josh Reiss" userId="a90d6cd88c30b6c6" providerId="LiveId" clId="{CE9CF115-C0D1-4C4B-8CC7-46E2805B7BD6}" dt="2021-12-10T09:48:01.694" v="255"/>
          <ac:cxnSpMkLst>
            <pc:docMk/>
            <pc:sldMk cId="0" sldId="256"/>
            <ac:cxnSpMk id="24" creationId="{3DB467F3-8B09-41D7-8AC3-9A890284A28B}"/>
          </ac:cxnSpMkLst>
        </pc:cxnChg>
        <pc:cxnChg chg="add mod">
          <ac:chgData name="Josh Reiss" userId="a90d6cd88c30b6c6" providerId="LiveId" clId="{CE9CF115-C0D1-4C4B-8CC7-46E2805B7BD6}" dt="2021-12-10T09:48:01.694" v="255"/>
          <ac:cxnSpMkLst>
            <pc:docMk/>
            <pc:sldMk cId="0" sldId="256"/>
            <ac:cxnSpMk id="25" creationId="{E7228AD2-29F1-4B47-9B35-BF9B4F41A50B}"/>
          </ac:cxnSpMkLst>
        </pc:cxnChg>
        <pc:cxnChg chg="add mod">
          <ac:chgData name="Josh Reiss" userId="a90d6cd88c30b6c6" providerId="LiveId" clId="{CE9CF115-C0D1-4C4B-8CC7-46E2805B7BD6}" dt="2021-12-10T09:48:01.694" v="255"/>
          <ac:cxnSpMkLst>
            <pc:docMk/>
            <pc:sldMk cId="0" sldId="256"/>
            <ac:cxnSpMk id="26" creationId="{FBB6B8EE-5641-41AA-A472-324B8015DD50}"/>
          </ac:cxnSpMkLst>
        </pc:cxnChg>
        <pc:cxnChg chg="add mod">
          <ac:chgData name="Josh Reiss" userId="a90d6cd88c30b6c6" providerId="LiveId" clId="{CE9CF115-C0D1-4C4B-8CC7-46E2805B7BD6}" dt="2021-12-10T09:48:01.694" v="255"/>
          <ac:cxnSpMkLst>
            <pc:docMk/>
            <pc:sldMk cId="0" sldId="256"/>
            <ac:cxnSpMk id="27" creationId="{5CD4A29E-96B0-4760-93AC-3E465630BDF0}"/>
          </ac:cxnSpMkLst>
        </pc:cxnChg>
        <pc:cxnChg chg="del mod topLvl">
          <ac:chgData name="Josh Reiss" userId="a90d6cd88c30b6c6" providerId="LiveId" clId="{CE9CF115-C0D1-4C4B-8CC7-46E2805B7BD6}" dt="2021-12-10T09:48:00.152" v="254" actId="478"/>
          <ac:cxnSpMkLst>
            <pc:docMk/>
            <pc:sldMk cId="0" sldId="256"/>
            <ac:cxnSpMk id="49" creationId="{00000000-0000-0000-0000-000000000000}"/>
          </ac:cxnSpMkLst>
        </pc:cxnChg>
        <pc:cxnChg chg="del mod topLvl">
          <ac:chgData name="Josh Reiss" userId="a90d6cd88c30b6c6" providerId="LiveId" clId="{CE9CF115-C0D1-4C4B-8CC7-46E2805B7BD6}" dt="2021-12-10T09:48:00.152" v="254" actId="478"/>
          <ac:cxnSpMkLst>
            <pc:docMk/>
            <pc:sldMk cId="0" sldId="256"/>
            <ac:cxnSpMk id="50" creationId="{00000000-0000-0000-0000-000000000000}"/>
          </ac:cxnSpMkLst>
        </pc:cxnChg>
        <pc:cxnChg chg="del mod topLvl">
          <ac:chgData name="Josh Reiss" userId="a90d6cd88c30b6c6" providerId="LiveId" clId="{CE9CF115-C0D1-4C4B-8CC7-46E2805B7BD6}" dt="2021-12-10T09:48:00.152" v="254" actId="478"/>
          <ac:cxnSpMkLst>
            <pc:docMk/>
            <pc:sldMk cId="0" sldId="256"/>
            <ac:cxnSpMk id="51" creationId="{00000000-0000-0000-0000-000000000000}"/>
          </ac:cxnSpMkLst>
        </pc:cxnChg>
        <pc:cxnChg chg="del mod topLvl">
          <ac:chgData name="Josh Reiss" userId="a90d6cd88c30b6c6" providerId="LiveId" clId="{CE9CF115-C0D1-4C4B-8CC7-46E2805B7BD6}" dt="2021-12-10T09:48:00.152" v="254" actId="478"/>
          <ac:cxnSpMkLst>
            <pc:docMk/>
            <pc:sldMk cId="0" sldId="256"/>
            <ac:cxnSpMk id="52" creationId="{00000000-0000-0000-0000-000000000000}"/>
          </ac:cxnSpMkLst>
        </pc:cxnChg>
        <pc:cxnChg chg="del mod topLvl">
          <ac:chgData name="Josh Reiss" userId="a90d6cd88c30b6c6" providerId="LiveId" clId="{CE9CF115-C0D1-4C4B-8CC7-46E2805B7BD6}" dt="2021-12-10T09:48:00.152" v="254" actId="478"/>
          <ac:cxnSpMkLst>
            <pc:docMk/>
            <pc:sldMk cId="0" sldId="256"/>
            <ac:cxnSpMk id="53" creationId="{00000000-0000-0000-0000-000000000000}"/>
          </ac:cxnSpMkLst>
        </pc:cxnChg>
        <pc:cxnChg chg="del mod topLvl">
          <ac:chgData name="Josh Reiss" userId="a90d6cd88c30b6c6" providerId="LiveId" clId="{CE9CF115-C0D1-4C4B-8CC7-46E2805B7BD6}" dt="2021-12-10T09:48:00.152" v="254" actId="478"/>
          <ac:cxnSpMkLst>
            <pc:docMk/>
            <pc:sldMk cId="0" sldId="256"/>
            <ac:cxnSpMk id="54" creationId="{00000000-0000-0000-0000-000000000000}"/>
          </ac:cxnSpMkLst>
        </pc:cxnChg>
        <pc:cxnChg chg="del mod topLvl">
          <ac:chgData name="Josh Reiss" userId="a90d6cd88c30b6c6" providerId="LiveId" clId="{CE9CF115-C0D1-4C4B-8CC7-46E2805B7BD6}" dt="2021-12-10T09:48:00.152" v="254" actId="478"/>
          <ac:cxnSpMkLst>
            <pc:docMk/>
            <pc:sldMk cId="0" sldId="256"/>
            <ac:cxnSpMk id="55" creationId="{00000000-0000-0000-0000-000000000000}"/>
          </ac:cxnSpMkLst>
        </pc:cxnChg>
        <pc:cxnChg chg="del mod topLvl">
          <ac:chgData name="Josh Reiss" userId="a90d6cd88c30b6c6" providerId="LiveId" clId="{CE9CF115-C0D1-4C4B-8CC7-46E2805B7BD6}" dt="2021-12-10T09:48:00.152" v="254" actId="478"/>
          <ac:cxnSpMkLst>
            <pc:docMk/>
            <pc:sldMk cId="0" sldId="256"/>
            <ac:cxnSpMk id="56" creationId="{00000000-0000-0000-0000-000000000000}"/>
          </ac:cxnSpMkLst>
        </pc:cxnChg>
      </pc:sldChg>
      <pc:sldChg chg="modSp mod">
        <pc:chgData name="Josh Reiss" userId="a90d6cd88c30b6c6" providerId="LiveId" clId="{CE9CF115-C0D1-4C4B-8CC7-46E2805B7BD6}" dt="2021-10-11T19:52:46.345" v="3" actId="2085"/>
        <pc:sldMkLst>
          <pc:docMk/>
          <pc:sldMk cId="0" sldId="269"/>
        </pc:sldMkLst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5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27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31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35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36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38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22.665" v="2" actId="2085"/>
          <ac:spMkLst>
            <pc:docMk/>
            <pc:sldMk cId="0" sldId="269"/>
            <ac:spMk id="43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44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48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49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50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52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58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59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96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97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13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14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22.665" v="2" actId="2085"/>
          <ac:spMkLst>
            <pc:docMk/>
            <pc:sldMk cId="0" sldId="269"/>
            <ac:spMk id="123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22.665" v="2" actId="2085"/>
          <ac:spMkLst>
            <pc:docMk/>
            <pc:sldMk cId="0" sldId="269"/>
            <ac:spMk id="124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22.665" v="2" actId="2085"/>
          <ac:spMkLst>
            <pc:docMk/>
            <pc:sldMk cId="0" sldId="269"/>
            <ac:spMk id="125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22.665" v="2" actId="2085"/>
          <ac:spMkLst>
            <pc:docMk/>
            <pc:sldMk cId="0" sldId="269"/>
            <ac:spMk id="126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22.665" v="2" actId="2085"/>
          <ac:spMkLst>
            <pc:docMk/>
            <pc:sldMk cId="0" sldId="269"/>
            <ac:spMk id="127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79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87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92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93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94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95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196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46.345" v="3" actId="2085"/>
          <ac:spMkLst>
            <pc:docMk/>
            <pc:sldMk cId="0" sldId="269"/>
            <ac:spMk id="206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46.345" v="3" actId="2085"/>
          <ac:spMkLst>
            <pc:docMk/>
            <pc:sldMk cId="0" sldId="269"/>
            <ac:spMk id="207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46.345" v="3" actId="2085"/>
          <ac:spMkLst>
            <pc:docMk/>
            <pc:sldMk cId="0" sldId="269"/>
            <ac:spMk id="208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1:55.035" v="0" actId="208"/>
          <ac:spMkLst>
            <pc:docMk/>
            <pc:sldMk cId="0" sldId="269"/>
            <ac:spMk id="209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46.345" v="3" actId="2085"/>
          <ac:spMkLst>
            <pc:docMk/>
            <pc:sldMk cId="0" sldId="269"/>
            <ac:spMk id="210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46.345" v="3" actId="2085"/>
          <ac:spMkLst>
            <pc:docMk/>
            <pc:sldMk cId="0" sldId="269"/>
            <ac:spMk id="211" creationId="{00000000-0000-0000-0000-000000000000}"/>
          </ac:spMkLst>
        </pc:spChg>
        <pc:spChg chg="mod">
          <ac:chgData name="Josh Reiss" userId="a90d6cd88c30b6c6" providerId="LiveId" clId="{CE9CF115-C0D1-4C4B-8CC7-46E2805B7BD6}" dt="2021-10-11T19:52:46.345" v="3" actId="2085"/>
          <ac:spMkLst>
            <pc:docMk/>
            <pc:sldMk cId="0" sldId="269"/>
            <ac:spMk id="212" creationId="{00000000-0000-0000-0000-000000000000}"/>
          </ac:spMkLst>
        </pc:sp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8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25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34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37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39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41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45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46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51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56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57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64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71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72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73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74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94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95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98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99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05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06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08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09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12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15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16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17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18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19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45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52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55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63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70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80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81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82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83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84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88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89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90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91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197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200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1:55.035" v="0" actId="208"/>
          <ac:cxnSpMkLst>
            <pc:docMk/>
            <pc:sldMk cId="0" sldId="269"/>
            <ac:cxnSpMk id="203" creationId="{00000000-0000-0000-0000-000000000000}"/>
          </ac:cxnSpMkLst>
        </pc:cxnChg>
      </pc:sldChg>
      <pc:sldChg chg="addSp delSp modSp mod">
        <pc:chgData name="Josh Reiss" userId="a90d6cd88c30b6c6" providerId="LiveId" clId="{CE9CF115-C0D1-4C4B-8CC7-46E2805B7BD6}" dt="2021-12-10T09:48:25.061" v="257" actId="165"/>
        <pc:sldMkLst>
          <pc:docMk/>
          <pc:sldMk cId="0" sldId="300"/>
        </pc:sldMkLst>
        <pc:spChg chg="add mod topLvl">
          <ac:chgData name="Josh Reiss" userId="a90d6cd88c30b6c6" providerId="LiveId" clId="{CE9CF115-C0D1-4C4B-8CC7-46E2805B7BD6}" dt="2021-12-10T09:48:25.061" v="257" actId="165"/>
          <ac:spMkLst>
            <pc:docMk/>
            <pc:sldMk cId="0" sldId="300"/>
            <ac:spMk id="603" creationId="{A28808F5-547B-471D-9F5D-DE3D422595A7}"/>
          </ac:spMkLst>
        </pc:spChg>
        <pc:spChg chg="mod topLvl">
          <ac:chgData name="Josh Reiss" userId="a90d6cd88c30b6c6" providerId="LiveId" clId="{CE9CF115-C0D1-4C4B-8CC7-46E2805B7BD6}" dt="2021-12-10T09:48:25.061" v="257" actId="165"/>
          <ac:spMkLst>
            <pc:docMk/>
            <pc:sldMk cId="0" sldId="300"/>
            <ac:spMk id="1214" creationId="{00000000-0000-0000-0000-000000000000}"/>
          </ac:spMkLst>
        </pc:spChg>
        <pc:spChg chg="mod topLvl">
          <ac:chgData name="Josh Reiss" userId="a90d6cd88c30b6c6" providerId="LiveId" clId="{CE9CF115-C0D1-4C4B-8CC7-46E2805B7BD6}" dt="2021-12-10T09:48:25.061" v="257" actId="165"/>
          <ac:spMkLst>
            <pc:docMk/>
            <pc:sldMk cId="0" sldId="300"/>
            <ac:spMk id="1215" creationId="{00000000-0000-0000-0000-000000000000}"/>
          </ac:spMkLst>
        </pc:spChg>
        <pc:spChg chg="mod topLvl">
          <ac:chgData name="Josh Reiss" userId="a90d6cd88c30b6c6" providerId="LiveId" clId="{CE9CF115-C0D1-4C4B-8CC7-46E2805B7BD6}" dt="2021-12-10T09:48:25.061" v="257" actId="165"/>
          <ac:spMkLst>
            <pc:docMk/>
            <pc:sldMk cId="0" sldId="300"/>
            <ac:spMk id="1216" creationId="{00000000-0000-0000-0000-000000000000}"/>
          </ac:spMkLst>
        </pc:spChg>
        <pc:grpChg chg="add del mod">
          <ac:chgData name="Josh Reiss" userId="a90d6cd88c30b6c6" providerId="LiveId" clId="{CE9CF115-C0D1-4C4B-8CC7-46E2805B7BD6}" dt="2021-12-10T09:48:25.061" v="257" actId="165"/>
          <ac:grpSpMkLst>
            <pc:docMk/>
            <pc:sldMk cId="0" sldId="300"/>
            <ac:grpSpMk id="2" creationId="{DB399941-0E13-4F00-937A-A7AA08FB1256}"/>
          </ac:grpSpMkLst>
        </pc:grpChg>
        <pc:grpChg chg="del">
          <ac:chgData name="Josh Reiss" userId="a90d6cd88c30b6c6" providerId="LiveId" clId="{CE9CF115-C0D1-4C4B-8CC7-46E2805B7BD6}" dt="2021-10-11T19:59:34.883" v="7" actId="165"/>
          <ac:grpSpMkLst>
            <pc:docMk/>
            <pc:sldMk cId="0" sldId="300"/>
            <ac:grpSpMk id="1202" creationId="{00000000-0000-0000-0000-000000000000}"/>
          </ac:grpSpMkLst>
        </pc:grpChg>
        <pc:grpChg chg="del mod topLvl">
          <ac:chgData name="Josh Reiss" userId="a90d6cd88c30b6c6" providerId="LiveId" clId="{CE9CF115-C0D1-4C4B-8CC7-46E2805B7BD6}" dt="2021-10-11T20:00:46.895" v="9" actId="165"/>
          <ac:grpSpMkLst>
            <pc:docMk/>
            <pc:sldMk cId="0" sldId="300"/>
            <ac:grpSpMk id="1211" creationId="{00000000-0000-0000-0000-000000000000}"/>
          </ac:grpSpMkLst>
        </pc:grpChg>
        <pc:grpChg chg="mod topLvl">
          <ac:chgData name="Josh Reiss" userId="a90d6cd88c30b6c6" providerId="LiveId" clId="{CE9CF115-C0D1-4C4B-8CC7-46E2805B7BD6}" dt="2021-12-10T09:48:25.061" v="257" actId="165"/>
          <ac:grpSpMkLst>
            <pc:docMk/>
            <pc:sldMk cId="0" sldId="300"/>
            <ac:grpSpMk id="1255" creationId="{00000000-0000-0000-0000-000000000000}"/>
          </ac:grpSpMkLst>
        </pc:grpChg>
        <pc:grpChg chg="mod topLvl">
          <ac:chgData name="Josh Reiss" userId="a90d6cd88c30b6c6" providerId="LiveId" clId="{CE9CF115-C0D1-4C4B-8CC7-46E2805B7BD6}" dt="2021-12-10T09:48:25.061" v="257" actId="165"/>
          <ac:grpSpMkLst>
            <pc:docMk/>
            <pc:sldMk cId="0" sldId="300"/>
            <ac:grpSpMk id="1279" creationId="{00000000-0000-0000-0000-000000000000}"/>
          </ac:grpSpMkLst>
        </pc:grpChg>
        <pc:grpChg chg="mod topLvl">
          <ac:chgData name="Josh Reiss" userId="a90d6cd88c30b6c6" providerId="LiveId" clId="{CE9CF115-C0D1-4C4B-8CC7-46E2805B7BD6}" dt="2021-12-10T09:48:25.061" v="257" actId="165"/>
          <ac:grpSpMkLst>
            <pc:docMk/>
            <pc:sldMk cId="0" sldId="300"/>
            <ac:grpSpMk id="1280" creationId="{00000000-0000-0000-0000-000000000000}"/>
          </ac:grpSpMkLst>
        </pc:grpChg>
        <pc:grpChg chg="mod">
          <ac:chgData name="Josh Reiss" userId="a90d6cd88c30b6c6" providerId="LiveId" clId="{CE9CF115-C0D1-4C4B-8CC7-46E2805B7BD6}" dt="2021-12-10T09:48:25.061" v="257" actId="165"/>
          <ac:grpSpMkLst>
            <pc:docMk/>
            <pc:sldMk cId="0" sldId="300"/>
            <ac:grpSpMk id="1631" creationId="{00000000-0000-0000-0000-000000000000}"/>
          </ac:grpSpMkLst>
        </pc:grpChg>
        <pc:grpChg chg="mod">
          <ac:chgData name="Josh Reiss" userId="a90d6cd88c30b6c6" providerId="LiveId" clId="{CE9CF115-C0D1-4C4B-8CC7-46E2805B7BD6}" dt="2021-12-10T09:48:25.061" v="257" actId="165"/>
          <ac:grpSpMkLst>
            <pc:docMk/>
            <pc:sldMk cId="0" sldId="300"/>
            <ac:grpSpMk id="1756" creationId="{00000000-0000-0000-0000-000000000000}"/>
          </ac:grpSpMkLst>
        </pc:grp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03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04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05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06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07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08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09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10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12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13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17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18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19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0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1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2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3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4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5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6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7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8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29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0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1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2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3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4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5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6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7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8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39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0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1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2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3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4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5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6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7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8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49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0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1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2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3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4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6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7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8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59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0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1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2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3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4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5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6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7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8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69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0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1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2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3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4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5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6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7" creationId="{00000000-0000-0000-0000-000000000000}"/>
          </ac:cxnSpMkLst>
        </pc:cxnChg>
        <pc:cxnChg chg="mod topLvl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7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8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29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0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1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2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3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4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5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6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7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8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39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0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1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2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3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4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5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6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7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8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49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0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1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2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3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4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5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6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7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8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59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0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1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2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3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4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5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6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7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8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69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0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1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2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3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4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5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6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7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8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0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1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2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3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4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5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6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7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8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799" creationId="{00000000-0000-0000-0000-000000000000}"/>
          </ac:cxnSpMkLst>
        </pc:cxnChg>
        <pc:cxnChg chg="mod">
          <ac:chgData name="Josh Reiss" userId="a90d6cd88c30b6c6" providerId="LiveId" clId="{CE9CF115-C0D1-4C4B-8CC7-46E2805B7BD6}" dt="2021-12-10T09:48:25.061" v="257" actId="165"/>
          <ac:cxnSpMkLst>
            <pc:docMk/>
            <pc:sldMk cId="0" sldId="300"/>
            <ac:cxnSpMk id="1800" creationId="{00000000-0000-0000-0000-000000000000}"/>
          </ac:cxnSpMkLst>
        </pc:cxnChg>
      </pc:sldChg>
      <pc:sldChg chg="modSp mod">
        <pc:chgData name="Josh Reiss" userId="a90d6cd88c30b6c6" providerId="LiveId" clId="{CE9CF115-C0D1-4C4B-8CC7-46E2805B7BD6}" dt="2021-10-15T05:23:48.916" v="253" actId="207"/>
        <pc:sldMkLst>
          <pc:docMk/>
          <pc:sldMk cId="3986596092" sldId="349"/>
        </pc:sldMkLst>
        <pc:spChg chg="mod">
          <ac:chgData name="Josh Reiss" userId="a90d6cd88c30b6c6" providerId="LiveId" clId="{CE9CF115-C0D1-4C4B-8CC7-46E2805B7BD6}" dt="2021-10-15T05:23:48.916" v="253" actId="207"/>
          <ac:spMkLst>
            <pc:docMk/>
            <pc:sldMk cId="3986596092" sldId="349"/>
            <ac:spMk id="5" creationId="{BD3E5C35-DCD1-44B1-BB2A-00AEB295CC6A}"/>
          </ac:spMkLst>
        </pc:spChg>
        <pc:spChg chg="mod">
          <ac:chgData name="Josh Reiss" userId="a90d6cd88c30b6c6" providerId="LiveId" clId="{CE9CF115-C0D1-4C4B-8CC7-46E2805B7BD6}" dt="2021-10-15T05:23:48.916" v="253" actId="207"/>
          <ac:spMkLst>
            <pc:docMk/>
            <pc:sldMk cId="3986596092" sldId="349"/>
            <ac:spMk id="19" creationId="{931F37CD-CDC1-4AD2-8646-591450420D61}"/>
          </ac:spMkLst>
        </pc:spChg>
        <pc:spChg chg="mod">
          <ac:chgData name="Josh Reiss" userId="a90d6cd88c30b6c6" providerId="LiveId" clId="{CE9CF115-C0D1-4C4B-8CC7-46E2805B7BD6}" dt="2021-10-15T05:23:48.916" v="253" actId="207"/>
          <ac:spMkLst>
            <pc:docMk/>
            <pc:sldMk cId="3986596092" sldId="349"/>
            <ac:spMk id="25" creationId="{C9799D2D-FA85-4E33-9430-4C8993426A5B}"/>
          </ac:spMkLst>
        </pc:spChg>
        <pc:spChg chg="mod">
          <ac:chgData name="Josh Reiss" userId="a90d6cd88c30b6c6" providerId="LiveId" clId="{CE9CF115-C0D1-4C4B-8CC7-46E2805B7BD6}" dt="2021-10-15T05:23:48.916" v="253" actId="207"/>
          <ac:spMkLst>
            <pc:docMk/>
            <pc:sldMk cId="3986596092" sldId="349"/>
            <ac:spMk id="75" creationId="{C77AE1A2-94BA-4A79-AC79-04A10532EDEF}"/>
          </ac:spMkLst>
        </pc:spChg>
        <pc:spChg chg="mod">
          <ac:chgData name="Josh Reiss" userId="a90d6cd88c30b6c6" providerId="LiveId" clId="{CE9CF115-C0D1-4C4B-8CC7-46E2805B7BD6}" dt="2021-10-15T05:23:48.916" v="253" actId="207"/>
          <ac:spMkLst>
            <pc:docMk/>
            <pc:sldMk cId="3986596092" sldId="349"/>
            <ac:spMk id="78" creationId="{3D8B0954-C770-4336-941A-33F30DF3B6C7}"/>
          </ac:spMkLst>
        </pc:spChg>
        <pc:spChg chg="mod">
          <ac:chgData name="Josh Reiss" userId="a90d6cd88c30b6c6" providerId="LiveId" clId="{CE9CF115-C0D1-4C4B-8CC7-46E2805B7BD6}" dt="2021-10-15T05:23:48.916" v="253" actId="207"/>
          <ac:spMkLst>
            <pc:docMk/>
            <pc:sldMk cId="3986596092" sldId="349"/>
            <ac:spMk id="81" creationId="{93FD37FC-70E3-4690-BB58-5FD58FBECF66}"/>
          </ac:spMkLst>
        </pc:spChg>
        <pc:spChg chg="mod">
          <ac:chgData name="Josh Reiss" userId="a90d6cd88c30b6c6" providerId="LiveId" clId="{CE9CF115-C0D1-4C4B-8CC7-46E2805B7BD6}" dt="2021-10-15T05:23:48.916" v="253" actId="207"/>
          <ac:spMkLst>
            <pc:docMk/>
            <pc:sldMk cId="3986596092" sldId="349"/>
            <ac:spMk id="84" creationId="{8977EC18-B02F-4D30-970C-3401132A22BE}"/>
          </ac:spMkLst>
        </pc:spChg>
        <pc:spChg chg="mod">
          <ac:chgData name="Josh Reiss" userId="a90d6cd88c30b6c6" providerId="LiveId" clId="{CE9CF115-C0D1-4C4B-8CC7-46E2805B7BD6}" dt="2021-10-15T05:21:33.221" v="186" actId="207"/>
          <ac:spMkLst>
            <pc:docMk/>
            <pc:sldMk cId="3986596092" sldId="349"/>
            <ac:spMk id="90" creationId="{998912A2-2047-46EB-8C37-216CC6DD0DDA}"/>
          </ac:spMkLst>
        </pc:spChg>
        <pc:spChg chg="mod">
          <ac:chgData name="Josh Reiss" userId="a90d6cd88c30b6c6" providerId="LiveId" clId="{CE9CF115-C0D1-4C4B-8CC7-46E2805B7BD6}" dt="2021-10-15T05:21:33.221" v="186" actId="207"/>
          <ac:spMkLst>
            <pc:docMk/>
            <pc:sldMk cId="3986596092" sldId="349"/>
            <ac:spMk id="93" creationId="{22FC9DF3-0B7D-40FE-9ADB-D8FAB4290B0C}"/>
          </ac:spMkLst>
        </pc:spChg>
        <pc:spChg chg="mod">
          <ac:chgData name="Josh Reiss" userId="a90d6cd88c30b6c6" providerId="LiveId" clId="{CE9CF115-C0D1-4C4B-8CC7-46E2805B7BD6}" dt="2021-10-15T05:21:33.221" v="186" actId="207"/>
          <ac:spMkLst>
            <pc:docMk/>
            <pc:sldMk cId="3986596092" sldId="349"/>
            <ac:spMk id="96" creationId="{850DDF86-02A7-4168-ADCB-E105C33B19F2}"/>
          </ac:spMkLst>
        </pc:spChg>
        <pc:spChg chg="mod">
          <ac:chgData name="Josh Reiss" userId="a90d6cd88c30b6c6" providerId="LiveId" clId="{CE9CF115-C0D1-4C4B-8CC7-46E2805B7BD6}" dt="2021-10-15T05:21:33.221" v="186" actId="207"/>
          <ac:spMkLst>
            <pc:docMk/>
            <pc:sldMk cId="3986596092" sldId="349"/>
            <ac:spMk id="99" creationId="{1889DD48-3B5C-4037-BC51-87010719FB41}"/>
          </ac:spMkLst>
        </pc:spChg>
        <pc:spChg chg="mod">
          <ac:chgData name="Josh Reiss" userId="a90d6cd88c30b6c6" providerId="LiveId" clId="{CE9CF115-C0D1-4C4B-8CC7-46E2805B7BD6}" dt="2021-10-15T05:23:04.527" v="190" actId="207"/>
          <ac:spMkLst>
            <pc:docMk/>
            <pc:sldMk cId="3986596092" sldId="349"/>
            <ac:spMk id="104" creationId="{D58EACC3-642C-4804-ADD7-6BD82046BA3E}"/>
          </ac:spMkLst>
        </pc:spChg>
        <pc:spChg chg="mod">
          <ac:chgData name="Josh Reiss" userId="a90d6cd88c30b6c6" providerId="LiveId" clId="{CE9CF115-C0D1-4C4B-8CC7-46E2805B7BD6}" dt="2021-10-15T05:22:17.414" v="189" actId="207"/>
          <ac:spMkLst>
            <pc:docMk/>
            <pc:sldMk cId="3986596092" sldId="349"/>
            <ac:spMk id="107" creationId="{C574E9F7-A0E5-44A0-8ED3-EEC9E77EA08F}"/>
          </ac:spMkLst>
        </pc:spChg>
        <pc:spChg chg="mod">
          <ac:chgData name="Josh Reiss" userId="a90d6cd88c30b6c6" providerId="LiveId" clId="{CE9CF115-C0D1-4C4B-8CC7-46E2805B7BD6}" dt="2021-10-15T05:21:33.221" v="186" actId="207"/>
          <ac:spMkLst>
            <pc:docMk/>
            <pc:sldMk cId="3986596092" sldId="349"/>
            <ac:spMk id="110" creationId="{BDD4B562-914A-46D5-AC37-0A83A9224BC8}"/>
          </ac:spMkLst>
        </pc:spChg>
        <pc:spChg chg="mod">
          <ac:chgData name="Josh Reiss" userId="a90d6cd88c30b6c6" providerId="LiveId" clId="{CE9CF115-C0D1-4C4B-8CC7-46E2805B7BD6}" dt="2021-10-15T05:21:33.221" v="186" actId="207"/>
          <ac:spMkLst>
            <pc:docMk/>
            <pc:sldMk cId="3986596092" sldId="349"/>
            <ac:spMk id="113" creationId="{FBADA1AD-9575-4617-9BFA-224C3C9B1130}"/>
          </ac:spMkLst>
        </pc:spChg>
      </pc:sldChg>
      <pc:sldChg chg="modSp mod">
        <pc:chgData name="Josh Reiss" userId="a90d6cd88c30b6c6" providerId="LiveId" clId="{CE9CF115-C0D1-4C4B-8CC7-46E2805B7BD6}" dt="2021-10-11T19:57:10.169" v="5" actId="208"/>
        <pc:sldMkLst>
          <pc:docMk/>
          <pc:sldMk cId="4013533354" sldId="351"/>
        </pc:sldMkLst>
        <pc:cxnChg chg="mod">
          <ac:chgData name="Josh Reiss" userId="a90d6cd88c30b6c6" providerId="LiveId" clId="{CE9CF115-C0D1-4C4B-8CC7-46E2805B7BD6}" dt="2021-10-11T19:57:10.169" v="5" actId="208"/>
          <ac:cxnSpMkLst>
            <pc:docMk/>
            <pc:sldMk cId="4013533354" sldId="351"/>
            <ac:cxnSpMk id="15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7:10.169" v="5" actId="208"/>
          <ac:cxnSpMkLst>
            <pc:docMk/>
            <pc:sldMk cId="4013533354" sldId="351"/>
            <ac:cxnSpMk id="16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6:48.902" v="4" actId="208"/>
          <ac:cxnSpMkLst>
            <pc:docMk/>
            <pc:sldMk cId="4013533354" sldId="351"/>
            <ac:cxnSpMk id="22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6:48.902" v="4" actId="208"/>
          <ac:cxnSpMkLst>
            <pc:docMk/>
            <pc:sldMk cId="4013533354" sldId="351"/>
            <ac:cxnSpMk id="23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6:48.902" v="4" actId="208"/>
          <ac:cxnSpMkLst>
            <pc:docMk/>
            <pc:sldMk cId="4013533354" sldId="351"/>
            <ac:cxnSpMk id="29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6:48.902" v="4" actId="208"/>
          <ac:cxnSpMkLst>
            <pc:docMk/>
            <pc:sldMk cId="4013533354" sldId="351"/>
            <ac:cxnSpMk id="32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6:48.902" v="4" actId="208"/>
          <ac:cxnSpMkLst>
            <pc:docMk/>
            <pc:sldMk cId="4013533354" sldId="351"/>
            <ac:cxnSpMk id="35" creationId="{14BF40D4-20BC-4DD0-8EFF-98F904D43102}"/>
          </ac:cxnSpMkLst>
        </pc:cxnChg>
        <pc:cxnChg chg="mod">
          <ac:chgData name="Josh Reiss" userId="a90d6cd88c30b6c6" providerId="LiveId" clId="{CE9CF115-C0D1-4C4B-8CC7-46E2805B7BD6}" dt="2021-10-11T19:56:48.902" v="4" actId="208"/>
          <ac:cxnSpMkLst>
            <pc:docMk/>
            <pc:sldMk cId="4013533354" sldId="351"/>
            <ac:cxnSpMk id="41" creationId="{00000000-0000-0000-0000-000000000000}"/>
          </ac:cxnSpMkLst>
        </pc:cxnChg>
        <pc:cxnChg chg="mod">
          <ac:chgData name="Josh Reiss" userId="a90d6cd88c30b6c6" providerId="LiveId" clId="{CE9CF115-C0D1-4C4B-8CC7-46E2805B7BD6}" dt="2021-10-11T19:57:10.169" v="5" actId="208"/>
          <ac:cxnSpMkLst>
            <pc:docMk/>
            <pc:sldMk cId="4013533354" sldId="351"/>
            <ac:cxnSpMk id="56" creationId="{00000000-0000-0000-0000-000000000000}"/>
          </ac:cxnSpMkLst>
        </pc:cxnChg>
      </pc:sldChg>
      <pc:sldChg chg="addSp delSp modSp new mod">
        <pc:chgData name="Josh Reiss" userId="a90d6cd88c30b6c6" providerId="LiveId" clId="{CE9CF115-C0D1-4C4B-8CC7-46E2805B7BD6}" dt="2021-10-15T05:11:06.404" v="54" actId="692"/>
        <pc:sldMkLst>
          <pc:docMk/>
          <pc:sldMk cId="4077228772" sldId="352"/>
        </pc:sldMkLst>
        <pc:spChg chg="del">
          <ac:chgData name="Josh Reiss" userId="a90d6cd88c30b6c6" providerId="LiveId" clId="{CE9CF115-C0D1-4C4B-8CC7-46E2805B7BD6}" dt="2021-10-15T05:07:45.793" v="35" actId="478"/>
          <ac:spMkLst>
            <pc:docMk/>
            <pc:sldMk cId="4077228772" sldId="352"/>
            <ac:spMk id="3" creationId="{3BFBD74C-569A-48B7-AB75-856041E44699}"/>
          </ac:spMkLst>
        </pc:spChg>
        <pc:spChg chg="add mod">
          <ac:chgData name="Josh Reiss" userId="a90d6cd88c30b6c6" providerId="LiveId" clId="{CE9CF115-C0D1-4C4B-8CC7-46E2805B7BD6}" dt="2021-10-15T05:11:06.404" v="54" actId="692"/>
          <ac:spMkLst>
            <pc:docMk/>
            <pc:sldMk cId="4077228772" sldId="352"/>
            <ac:spMk id="4" creationId="{656E0EE1-C8B4-4BF2-A05B-4AFEDF5B50EB}"/>
          </ac:spMkLst>
        </pc:spChg>
        <pc:spChg chg="add mod">
          <ac:chgData name="Josh Reiss" userId="a90d6cd88c30b6c6" providerId="LiveId" clId="{CE9CF115-C0D1-4C4B-8CC7-46E2805B7BD6}" dt="2021-10-15T05:07:47.016" v="36"/>
          <ac:spMkLst>
            <pc:docMk/>
            <pc:sldMk cId="4077228772" sldId="352"/>
            <ac:spMk id="13" creationId="{3C8D9656-C2E7-4DB2-BD24-D5E6A73F59E1}"/>
          </ac:spMkLst>
        </pc:spChg>
        <pc:spChg chg="add mod">
          <ac:chgData name="Josh Reiss" userId="a90d6cd88c30b6c6" providerId="LiveId" clId="{CE9CF115-C0D1-4C4B-8CC7-46E2805B7BD6}" dt="2021-10-15T05:07:47.016" v="36"/>
          <ac:spMkLst>
            <pc:docMk/>
            <pc:sldMk cId="4077228772" sldId="352"/>
            <ac:spMk id="14" creationId="{5CDD3D6E-17B7-4B17-8F0B-BE3E4BA07E3C}"/>
          </ac:spMkLst>
        </pc:spChg>
        <pc:picChg chg="add mod">
          <ac:chgData name="Josh Reiss" userId="a90d6cd88c30b6c6" providerId="LiveId" clId="{CE9CF115-C0D1-4C4B-8CC7-46E2805B7BD6}" dt="2021-10-15T05:07:47.016" v="36"/>
          <ac:picMkLst>
            <pc:docMk/>
            <pc:sldMk cId="4077228772" sldId="352"/>
            <ac:picMk id="15" creationId="{CFF9D02E-1BF2-4ED5-B94D-946E4C5E7472}"/>
          </ac:picMkLst>
        </pc:picChg>
        <pc:picChg chg="add del mod">
          <ac:chgData name="Josh Reiss" userId="a90d6cd88c30b6c6" providerId="LiveId" clId="{CE9CF115-C0D1-4C4B-8CC7-46E2805B7BD6}" dt="2021-10-15T05:08:49.678" v="44" actId="478"/>
          <ac:picMkLst>
            <pc:docMk/>
            <pc:sldMk cId="4077228772" sldId="352"/>
            <ac:picMk id="16" creationId="{18E7410B-BF4E-44DE-9F06-D9AE5FBEEC07}"/>
          </ac:picMkLst>
        </pc:picChg>
        <pc:picChg chg="add mod">
          <ac:chgData name="Josh Reiss" userId="a90d6cd88c30b6c6" providerId="LiveId" clId="{CE9CF115-C0D1-4C4B-8CC7-46E2805B7BD6}" dt="2021-10-15T05:09:15.354" v="47" actId="167"/>
          <ac:picMkLst>
            <pc:docMk/>
            <pc:sldMk cId="4077228772" sldId="352"/>
            <ac:picMk id="17" creationId="{82536200-E9C2-44FC-BCF8-3DC933DB1B19}"/>
          </ac:picMkLst>
        </pc:picChg>
        <pc:cxnChg chg="add mod">
          <ac:chgData name="Josh Reiss" userId="a90d6cd88c30b6c6" providerId="LiveId" clId="{CE9CF115-C0D1-4C4B-8CC7-46E2805B7BD6}" dt="2021-10-15T05:10:57.163" v="53" actId="692"/>
          <ac:cxnSpMkLst>
            <pc:docMk/>
            <pc:sldMk cId="4077228772" sldId="352"/>
            <ac:cxnSpMk id="5" creationId="{EE1308D5-79E8-4223-98FE-9765763C4D2E}"/>
          </ac:cxnSpMkLst>
        </pc:cxnChg>
        <pc:cxnChg chg="add mod">
          <ac:chgData name="Josh Reiss" userId="a90d6cd88c30b6c6" providerId="LiveId" clId="{CE9CF115-C0D1-4C4B-8CC7-46E2805B7BD6}" dt="2021-10-15T05:10:57.163" v="53" actId="692"/>
          <ac:cxnSpMkLst>
            <pc:docMk/>
            <pc:sldMk cId="4077228772" sldId="352"/>
            <ac:cxnSpMk id="6" creationId="{C2D97E0C-75BD-4CF3-B6E7-72DB613BFA60}"/>
          </ac:cxnSpMkLst>
        </pc:cxnChg>
        <pc:cxnChg chg="add mod">
          <ac:chgData name="Josh Reiss" userId="a90d6cd88c30b6c6" providerId="LiveId" clId="{CE9CF115-C0D1-4C4B-8CC7-46E2805B7BD6}" dt="2021-10-15T05:10:57.163" v="53" actId="692"/>
          <ac:cxnSpMkLst>
            <pc:docMk/>
            <pc:sldMk cId="4077228772" sldId="352"/>
            <ac:cxnSpMk id="7" creationId="{86DAB170-239A-4DFE-88CF-AEE74A9281CA}"/>
          </ac:cxnSpMkLst>
        </pc:cxnChg>
        <pc:cxnChg chg="add mod">
          <ac:chgData name="Josh Reiss" userId="a90d6cd88c30b6c6" providerId="LiveId" clId="{CE9CF115-C0D1-4C4B-8CC7-46E2805B7BD6}" dt="2021-10-15T05:10:57.163" v="53" actId="692"/>
          <ac:cxnSpMkLst>
            <pc:docMk/>
            <pc:sldMk cId="4077228772" sldId="352"/>
            <ac:cxnSpMk id="8" creationId="{2F8CE293-E018-434B-AF55-068CDDFBF682}"/>
          </ac:cxnSpMkLst>
        </pc:cxnChg>
        <pc:cxnChg chg="add mod">
          <ac:chgData name="Josh Reiss" userId="a90d6cd88c30b6c6" providerId="LiveId" clId="{CE9CF115-C0D1-4C4B-8CC7-46E2805B7BD6}" dt="2021-10-15T05:10:57.163" v="53" actId="692"/>
          <ac:cxnSpMkLst>
            <pc:docMk/>
            <pc:sldMk cId="4077228772" sldId="352"/>
            <ac:cxnSpMk id="9" creationId="{D4EEDCE4-BCD3-4098-B494-D7A629655B0D}"/>
          </ac:cxnSpMkLst>
        </pc:cxnChg>
        <pc:cxnChg chg="add mod">
          <ac:chgData name="Josh Reiss" userId="a90d6cd88c30b6c6" providerId="LiveId" clId="{CE9CF115-C0D1-4C4B-8CC7-46E2805B7BD6}" dt="2021-10-15T05:10:57.163" v="53" actId="692"/>
          <ac:cxnSpMkLst>
            <pc:docMk/>
            <pc:sldMk cId="4077228772" sldId="352"/>
            <ac:cxnSpMk id="10" creationId="{A274DACE-EA86-47CA-8C11-967EAE713B86}"/>
          </ac:cxnSpMkLst>
        </pc:cxnChg>
        <pc:cxnChg chg="add mod">
          <ac:chgData name="Josh Reiss" userId="a90d6cd88c30b6c6" providerId="LiveId" clId="{CE9CF115-C0D1-4C4B-8CC7-46E2805B7BD6}" dt="2021-10-15T05:10:57.163" v="53" actId="692"/>
          <ac:cxnSpMkLst>
            <pc:docMk/>
            <pc:sldMk cId="4077228772" sldId="352"/>
            <ac:cxnSpMk id="11" creationId="{B2DE9668-D9D6-4645-B537-9C2BFA14BFC7}"/>
          </ac:cxnSpMkLst>
        </pc:cxnChg>
        <pc:cxnChg chg="add mod">
          <ac:chgData name="Josh Reiss" userId="a90d6cd88c30b6c6" providerId="LiveId" clId="{CE9CF115-C0D1-4C4B-8CC7-46E2805B7BD6}" dt="2021-10-15T05:10:57.163" v="53" actId="692"/>
          <ac:cxnSpMkLst>
            <pc:docMk/>
            <pc:sldMk cId="4077228772" sldId="352"/>
            <ac:cxnSpMk id="12" creationId="{A22232B3-826C-434C-898F-E3C560052A23}"/>
          </ac:cxnSpMkLst>
        </pc:cxnChg>
      </pc:sldChg>
    </pc:docChg>
  </pc:docChgLst>
  <pc:docChgLst>
    <pc:chgData name="Josh Reiss" userId="a90d6cd88c30b6c6" providerId="LiveId" clId="{A2C4839B-2D62-46B1-83C2-3F75C9EA6317}"/>
    <pc:docChg chg="undo redo custSel addSld delSld modSld">
      <pc:chgData name="Josh Reiss" userId="a90d6cd88c30b6c6" providerId="LiveId" clId="{A2C4839B-2D62-46B1-83C2-3F75C9EA6317}" dt="2021-03-24T10:50:35.454" v="987" actId="478"/>
      <pc:docMkLst>
        <pc:docMk/>
      </pc:docMkLst>
      <pc:sldChg chg="modSp add del">
        <pc:chgData name="Josh Reiss" userId="a90d6cd88c30b6c6" providerId="LiveId" clId="{A2C4839B-2D62-46B1-83C2-3F75C9EA6317}" dt="2021-03-24T09:14:09.744" v="673" actId="6549"/>
        <pc:sldMkLst>
          <pc:docMk/>
          <pc:sldMk cId="0" sldId="266"/>
        </pc:sldMkLst>
        <pc:spChg chg="mod">
          <ac:chgData name="Josh Reiss" userId="a90d6cd88c30b6c6" providerId="LiveId" clId="{A2C4839B-2D62-46B1-83C2-3F75C9EA6317}" dt="2021-03-24T09:14:09.744" v="673" actId="6549"/>
          <ac:spMkLst>
            <pc:docMk/>
            <pc:sldMk cId="0" sldId="266"/>
            <ac:spMk id="30" creationId="{00000000-0000-0000-0000-000000000000}"/>
          </ac:spMkLst>
        </pc:spChg>
      </pc:sldChg>
      <pc:sldChg chg="modSp add del mod">
        <pc:chgData name="Josh Reiss" userId="a90d6cd88c30b6c6" providerId="LiveId" clId="{A2C4839B-2D62-46B1-83C2-3F75C9EA6317}" dt="2021-03-24T09:21:49.121" v="786" actId="14100"/>
        <pc:sldMkLst>
          <pc:docMk/>
          <pc:sldMk cId="0" sldId="269"/>
        </pc:sldMkLst>
        <pc:spChg chg="mod">
          <ac:chgData name="Josh Reiss" userId="a90d6cd88c30b6c6" providerId="LiveId" clId="{A2C4839B-2D62-46B1-83C2-3F75C9EA6317}" dt="2021-03-24T09:21:49.121" v="786" actId="14100"/>
          <ac:spMkLst>
            <pc:docMk/>
            <pc:sldMk cId="0" sldId="269"/>
            <ac:spMk id="86" creationId="{00000000-0000-0000-0000-000000000000}"/>
          </ac:spMkLst>
        </pc:spChg>
      </pc:sldChg>
      <pc:sldChg chg="addSp delSp modSp new mod">
        <pc:chgData name="Josh Reiss" userId="a90d6cd88c30b6c6" providerId="LiveId" clId="{A2C4839B-2D62-46B1-83C2-3F75C9EA6317}" dt="2021-03-24T09:12:30.703" v="667" actId="1036"/>
        <pc:sldMkLst>
          <pc:docMk/>
          <pc:sldMk cId="3986596092" sldId="349"/>
        </pc:sldMkLst>
        <pc:spChg chg="del">
          <ac:chgData name="Josh Reiss" userId="a90d6cd88c30b6c6" providerId="LiveId" clId="{A2C4839B-2D62-46B1-83C2-3F75C9EA6317}" dt="2021-03-24T07:16:38.951" v="292" actId="478"/>
          <ac:spMkLst>
            <pc:docMk/>
            <pc:sldMk cId="3986596092" sldId="349"/>
            <ac:spMk id="2" creationId="{48FE376D-C29C-4124-A0F1-6D5F4F1DFDF1}"/>
          </ac:spMkLst>
        </pc:spChg>
        <pc:spChg chg="del">
          <ac:chgData name="Josh Reiss" userId="a90d6cd88c30b6c6" providerId="LiveId" clId="{A2C4839B-2D62-46B1-83C2-3F75C9EA6317}" dt="2021-03-23T18:39:36.031" v="46" actId="478"/>
          <ac:spMkLst>
            <pc:docMk/>
            <pc:sldMk cId="3986596092" sldId="349"/>
            <ac:spMk id="3" creationId="{8510E7B0-24DA-45BB-B59C-D27507DE7645}"/>
          </ac:spMkLst>
        </pc:spChg>
        <pc:spChg chg="add del">
          <ac:chgData name="Josh Reiss" userId="a90d6cd88c30b6c6" providerId="LiveId" clId="{A2C4839B-2D62-46B1-83C2-3F75C9EA6317}" dt="2021-03-23T18:35:32.575" v="2" actId="11529"/>
          <ac:spMkLst>
            <pc:docMk/>
            <pc:sldMk cId="3986596092" sldId="349"/>
            <ac:spMk id="4" creationId="{9820F1A3-06D4-4A32-903D-F607C5181DC5}"/>
          </ac:spMkLst>
        </pc:spChg>
        <pc:spChg chg="add mod topLvl">
          <ac:chgData name="Josh Reiss" userId="a90d6cd88c30b6c6" providerId="LiveId" clId="{A2C4839B-2D62-46B1-83C2-3F75C9EA6317}" dt="2021-03-24T09:09:57.628" v="635" actId="1076"/>
          <ac:spMkLst>
            <pc:docMk/>
            <pc:sldMk cId="3986596092" sldId="349"/>
            <ac:spMk id="5" creationId="{BD3E5C35-DCD1-44B1-BB2A-00AEB295CC6A}"/>
          </ac:spMkLst>
        </pc:spChg>
        <pc:spChg chg="add mod topLvl">
          <ac:chgData name="Josh Reiss" userId="a90d6cd88c30b6c6" providerId="LiveId" clId="{A2C4839B-2D62-46B1-83C2-3F75C9EA6317}" dt="2021-03-24T09:09:57.628" v="635" actId="1076"/>
          <ac:spMkLst>
            <pc:docMk/>
            <pc:sldMk cId="3986596092" sldId="349"/>
            <ac:spMk id="19" creationId="{931F37CD-CDC1-4AD2-8646-591450420D61}"/>
          </ac:spMkLst>
        </pc:spChg>
        <pc:spChg chg="add del mod">
          <ac:chgData name="Josh Reiss" userId="a90d6cd88c30b6c6" providerId="LiveId" clId="{A2C4839B-2D62-46B1-83C2-3F75C9EA6317}" dt="2021-03-23T18:39:22.147" v="42"/>
          <ac:spMkLst>
            <pc:docMk/>
            <pc:sldMk cId="3986596092" sldId="349"/>
            <ac:spMk id="22" creationId="{4281126A-55DC-4B20-B122-A023E4C5D81F}"/>
          </ac:spMkLst>
        </pc:spChg>
        <pc:spChg chg="add mod topLvl">
          <ac:chgData name="Josh Reiss" userId="a90d6cd88c30b6c6" providerId="LiveId" clId="{A2C4839B-2D62-46B1-83C2-3F75C9EA6317}" dt="2021-03-24T09:09:57.628" v="635" actId="1076"/>
          <ac:spMkLst>
            <pc:docMk/>
            <pc:sldMk cId="3986596092" sldId="349"/>
            <ac:spMk id="25" creationId="{C9799D2D-FA85-4E33-9430-4C8993426A5B}"/>
          </ac:spMkLst>
        </pc:spChg>
        <pc:spChg chg="add del mod topLvl">
          <ac:chgData name="Josh Reiss" userId="a90d6cd88c30b6c6" providerId="LiveId" clId="{A2C4839B-2D62-46B1-83C2-3F75C9EA6317}" dt="2021-03-24T07:53:30.085" v="593" actId="478"/>
          <ac:spMkLst>
            <pc:docMk/>
            <pc:sldMk cId="3986596092" sldId="349"/>
            <ac:spMk id="28" creationId="{D2C4F99F-EF11-4FE9-83D1-4C4D876D879A}"/>
          </ac:spMkLst>
        </pc:spChg>
        <pc:spChg chg="add del mod topLvl">
          <ac:chgData name="Josh Reiss" userId="a90d6cd88c30b6c6" providerId="LiveId" clId="{A2C4839B-2D62-46B1-83C2-3F75C9EA6317}" dt="2021-03-24T07:53:30.085" v="593" actId="478"/>
          <ac:spMkLst>
            <pc:docMk/>
            <pc:sldMk cId="3986596092" sldId="349"/>
            <ac:spMk id="31" creationId="{7E91E392-43B0-4242-BF65-1A7D75160E2B}"/>
          </ac:spMkLst>
        </pc:spChg>
        <pc:spChg chg="add del mod topLvl">
          <ac:chgData name="Josh Reiss" userId="a90d6cd88c30b6c6" providerId="LiveId" clId="{A2C4839B-2D62-46B1-83C2-3F75C9EA6317}" dt="2021-03-24T07:53:30.085" v="593" actId="478"/>
          <ac:spMkLst>
            <pc:docMk/>
            <pc:sldMk cId="3986596092" sldId="349"/>
            <ac:spMk id="38" creationId="{5ADDC38A-9A0B-4634-813C-275E46E6E16F}"/>
          </ac:spMkLst>
        </pc:spChg>
        <pc:spChg chg="add del mod topLvl">
          <ac:chgData name="Josh Reiss" userId="a90d6cd88c30b6c6" providerId="LiveId" clId="{A2C4839B-2D62-46B1-83C2-3F75C9EA6317}" dt="2021-03-24T07:53:30.085" v="593" actId="478"/>
          <ac:spMkLst>
            <pc:docMk/>
            <pc:sldMk cId="3986596092" sldId="349"/>
            <ac:spMk id="41" creationId="{78122C00-1D3A-4C93-90B8-C92A46F28C35}"/>
          </ac:spMkLst>
        </pc:spChg>
        <pc:spChg chg="add del mod">
          <ac:chgData name="Josh Reiss" userId="a90d6cd88c30b6c6" providerId="LiveId" clId="{A2C4839B-2D62-46B1-83C2-3F75C9EA6317}" dt="2021-03-23T18:45:11.480" v="119"/>
          <ac:spMkLst>
            <pc:docMk/>
            <pc:sldMk cId="3986596092" sldId="349"/>
            <ac:spMk id="45" creationId="{74C360DF-9D51-478F-AAAD-0F1825895B27}"/>
          </ac:spMkLst>
        </pc:spChg>
        <pc:spChg chg="add mod">
          <ac:chgData name="Josh Reiss" userId="a90d6cd88c30b6c6" providerId="LiveId" clId="{A2C4839B-2D62-46B1-83C2-3F75C9EA6317}" dt="2021-03-24T09:12:14.315" v="660" actId="14100"/>
          <ac:spMkLst>
            <pc:docMk/>
            <pc:sldMk cId="3986596092" sldId="349"/>
            <ac:spMk id="45" creationId="{914B05F5-52DC-42BF-A9A1-642DFEF02B3C}"/>
          </ac:spMkLst>
        </pc:spChg>
        <pc:spChg chg="add del mod">
          <ac:chgData name="Josh Reiss" userId="a90d6cd88c30b6c6" providerId="LiveId" clId="{A2C4839B-2D62-46B1-83C2-3F75C9EA6317}" dt="2021-03-23T18:45:11.480" v="119"/>
          <ac:spMkLst>
            <pc:docMk/>
            <pc:sldMk cId="3986596092" sldId="349"/>
            <ac:spMk id="48" creationId="{D32B3A2F-EBB4-4452-9E45-B8B4DDF94A6B}"/>
          </ac:spMkLst>
        </pc:spChg>
        <pc:spChg chg="add del mod">
          <ac:chgData name="Josh Reiss" userId="a90d6cd88c30b6c6" providerId="LiveId" clId="{A2C4839B-2D62-46B1-83C2-3F75C9EA6317}" dt="2021-03-24T07:20:05.453" v="431" actId="478"/>
          <ac:spMkLst>
            <pc:docMk/>
            <pc:sldMk cId="3986596092" sldId="349"/>
            <ac:spMk id="51" creationId="{0C440EE4-C105-43A2-8A92-3ABC7DBE5150}"/>
          </ac:spMkLst>
        </pc:spChg>
        <pc:spChg chg="add del mod">
          <ac:chgData name="Josh Reiss" userId="a90d6cd88c30b6c6" providerId="LiveId" clId="{A2C4839B-2D62-46B1-83C2-3F75C9EA6317}" dt="2021-03-24T07:20:05.453" v="431" actId="478"/>
          <ac:spMkLst>
            <pc:docMk/>
            <pc:sldMk cId="3986596092" sldId="349"/>
            <ac:spMk id="54" creationId="{B360960A-274F-4A24-BC0B-DA2ABC2FA865}"/>
          </ac:spMkLst>
        </pc:spChg>
        <pc:spChg chg="add del mod">
          <ac:chgData name="Josh Reiss" userId="a90d6cd88c30b6c6" providerId="LiveId" clId="{A2C4839B-2D62-46B1-83C2-3F75C9EA6317}" dt="2021-03-24T07:20:05.453" v="431" actId="478"/>
          <ac:spMkLst>
            <pc:docMk/>
            <pc:sldMk cId="3986596092" sldId="349"/>
            <ac:spMk id="57" creationId="{CA54ABD4-F5D8-4977-9728-78138DC84416}"/>
          </ac:spMkLst>
        </pc:spChg>
        <pc:spChg chg="add del mod">
          <ac:chgData name="Josh Reiss" userId="a90d6cd88c30b6c6" providerId="LiveId" clId="{A2C4839B-2D62-46B1-83C2-3F75C9EA6317}" dt="2021-03-24T07:20:05.453" v="431" actId="478"/>
          <ac:spMkLst>
            <pc:docMk/>
            <pc:sldMk cId="3986596092" sldId="349"/>
            <ac:spMk id="60" creationId="{2E11CB89-DEFD-4E5D-935A-642D241FEE1E}"/>
          </ac:spMkLst>
        </pc:spChg>
        <pc:spChg chg="add del mod">
          <ac:chgData name="Josh Reiss" userId="a90d6cd88c30b6c6" providerId="LiveId" clId="{A2C4839B-2D62-46B1-83C2-3F75C9EA6317}" dt="2021-03-24T07:20:05.453" v="431" actId="478"/>
          <ac:spMkLst>
            <pc:docMk/>
            <pc:sldMk cId="3986596092" sldId="349"/>
            <ac:spMk id="63" creationId="{EEFFFE0D-8880-49E4-94E7-05CAFF65C184}"/>
          </ac:spMkLst>
        </pc:spChg>
        <pc:spChg chg="add del mod">
          <ac:chgData name="Josh Reiss" userId="a90d6cd88c30b6c6" providerId="LiveId" clId="{A2C4839B-2D62-46B1-83C2-3F75C9EA6317}" dt="2021-03-24T07:20:05.453" v="431" actId="478"/>
          <ac:spMkLst>
            <pc:docMk/>
            <pc:sldMk cId="3986596092" sldId="349"/>
            <ac:spMk id="66" creationId="{887DC4A6-3E0E-4C9E-B1FA-53A29D8F40EE}"/>
          </ac:spMkLst>
        </pc:spChg>
        <pc:spChg chg="add del mod">
          <ac:chgData name="Josh Reiss" userId="a90d6cd88c30b6c6" providerId="LiveId" clId="{A2C4839B-2D62-46B1-83C2-3F75C9EA6317}" dt="2021-03-24T07:20:05.453" v="431" actId="478"/>
          <ac:spMkLst>
            <pc:docMk/>
            <pc:sldMk cId="3986596092" sldId="349"/>
            <ac:spMk id="69" creationId="{1929CA2D-B8A1-41D4-A9AB-7257C6ED2679}"/>
          </ac:spMkLst>
        </pc:spChg>
        <pc:spChg chg="add del mod">
          <ac:chgData name="Josh Reiss" userId="a90d6cd88c30b6c6" providerId="LiveId" clId="{A2C4839B-2D62-46B1-83C2-3F75C9EA6317}" dt="2021-03-24T07:20:05.453" v="431" actId="478"/>
          <ac:spMkLst>
            <pc:docMk/>
            <pc:sldMk cId="3986596092" sldId="349"/>
            <ac:spMk id="72" creationId="{051702AB-2654-46AF-B395-2B05F5A20350}"/>
          </ac:spMkLst>
        </pc:spChg>
        <pc:spChg chg="add mod">
          <ac:chgData name="Josh Reiss" userId="a90d6cd88c30b6c6" providerId="LiveId" clId="{A2C4839B-2D62-46B1-83C2-3F75C9EA6317}" dt="2021-03-24T09:09:57.628" v="635" actId="1076"/>
          <ac:spMkLst>
            <pc:docMk/>
            <pc:sldMk cId="3986596092" sldId="349"/>
            <ac:spMk id="75" creationId="{C77AE1A2-94BA-4A79-AC79-04A10532EDEF}"/>
          </ac:spMkLst>
        </pc:spChg>
        <pc:spChg chg="add mod">
          <ac:chgData name="Josh Reiss" userId="a90d6cd88c30b6c6" providerId="LiveId" clId="{A2C4839B-2D62-46B1-83C2-3F75C9EA6317}" dt="2021-03-24T09:09:57.628" v="635" actId="1076"/>
          <ac:spMkLst>
            <pc:docMk/>
            <pc:sldMk cId="3986596092" sldId="349"/>
            <ac:spMk id="78" creationId="{3D8B0954-C770-4336-941A-33F30DF3B6C7}"/>
          </ac:spMkLst>
        </pc:spChg>
        <pc:spChg chg="add mod">
          <ac:chgData name="Josh Reiss" userId="a90d6cd88c30b6c6" providerId="LiveId" clId="{A2C4839B-2D62-46B1-83C2-3F75C9EA6317}" dt="2021-03-24T09:09:57.628" v="635" actId="1076"/>
          <ac:spMkLst>
            <pc:docMk/>
            <pc:sldMk cId="3986596092" sldId="349"/>
            <ac:spMk id="81" creationId="{93FD37FC-70E3-4690-BB58-5FD58FBECF66}"/>
          </ac:spMkLst>
        </pc:spChg>
        <pc:spChg chg="add mod">
          <ac:chgData name="Josh Reiss" userId="a90d6cd88c30b6c6" providerId="LiveId" clId="{A2C4839B-2D62-46B1-83C2-3F75C9EA6317}" dt="2021-03-24T09:09:57.628" v="635" actId="1076"/>
          <ac:spMkLst>
            <pc:docMk/>
            <pc:sldMk cId="3986596092" sldId="349"/>
            <ac:spMk id="84" creationId="{8977EC18-B02F-4D30-970C-3401132A22BE}"/>
          </ac:spMkLst>
        </pc:spChg>
        <pc:spChg chg="add mod">
          <ac:chgData name="Josh Reiss" userId="a90d6cd88c30b6c6" providerId="LiveId" clId="{A2C4839B-2D62-46B1-83C2-3F75C9EA6317}" dt="2021-03-24T09:12:09.611" v="659" actId="14100"/>
          <ac:spMkLst>
            <pc:docMk/>
            <pc:sldMk cId="3986596092" sldId="349"/>
            <ac:spMk id="89" creationId="{E6D4C907-60C8-4C12-A50A-FA02EA9052F3}"/>
          </ac:spMkLst>
        </pc:spChg>
        <pc:spChg chg="add mod">
          <ac:chgData name="Josh Reiss" userId="a90d6cd88c30b6c6" providerId="LiveId" clId="{A2C4839B-2D62-46B1-83C2-3F75C9EA6317}" dt="2021-03-24T09:12:30.703" v="667" actId="1036"/>
          <ac:spMkLst>
            <pc:docMk/>
            <pc:sldMk cId="3986596092" sldId="349"/>
            <ac:spMk id="90" creationId="{998912A2-2047-46EB-8C37-216CC6DD0DDA}"/>
          </ac:spMkLst>
        </pc:spChg>
        <pc:spChg chg="add mod">
          <ac:chgData name="Josh Reiss" userId="a90d6cd88c30b6c6" providerId="LiveId" clId="{A2C4839B-2D62-46B1-83C2-3F75C9EA6317}" dt="2021-03-24T09:12:30.703" v="667" actId="1036"/>
          <ac:spMkLst>
            <pc:docMk/>
            <pc:sldMk cId="3986596092" sldId="349"/>
            <ac:spMk id="93" creationId="{22FC9DF3-0B7D-40FE-9ADB-D8FAB4290B0C}"/>
          </ac:spMkLst>
        </pc:spChg>
        <pc:spChg chg="add mod">
          <ac:chgData name="Josh Reiss" userId="a90d6cd88c30b6c6" providerId="LiveId" clId="{A2C4839B-2D62-46B1-83C2-3F75C9EA6317}" dt="2021-03-24T09:12:30.703" v="667" actId="1036"/>
          <ac:spMkLst>
            <pc:docMk/>
            <pc:sldMk cId="3986596092" sldId="349"/>
            <ac:spMk id="96" creationId="{850DDF86-02A7-4168-ADCB-E105C33B19F2}"/>
          </ac:spMkLst>
        </pc:spChg>
        <pc:spChg chg="add mod">
          <ac:chgData name="Josh Reiss" userId="a90d6cd88c30b6c6" providerId="LiveId" clId="{A2C4839B-2D62-46B1-83C2-3F75C9EA6317}" dt="2021-03-24T09:12:30.703" v="667" actId="1036"/>
          <ac:spMkLst>
            <pc:docMk/>
            <pc:sldMk cId="3986596092" sldId="349"/>
            <ac:spMk id="99" creationId="{1889DD48-3B5C-4037-BC51-87010719FB41}"/>
          </ac:spMkLst>
        </pc:spChg>
        <pc:spChg chg="add mod">
          <ac:chgData name="Josh Reiss" userId="a90d6cd88c30b6c6" providerId="LiveId" clId="{A2C4839B-2D62-46B1-83C2-3F75C9EA6317}" dt="2021-03-24T09:12:30.703" v="667" actId="1036"/>
          <ac:spMkLst>
            <pc:docMk/>
            <pc:sldMk cId="3986596092" sldId="349"/>
            <ac:spMk id="104" creationId="{D58EACC3-642C-4804-ADD7-6BD82046BA3E}"/>
          </ac:spMkLst>
        </pc:spChg>
        <pc:spChg chg="add mod">
          <ac:chgData name="Josh Reiss" userId="a90d6cd88c30b6c6" providerId="LiveId" clId="{A2C4839B-2D62-46B1-83C2-3F75C9EA6317}" dt="2021-03-24T09:12:30.703" v="667" actId="1036"/>
          <ac:spMkLst>
            <pc:docMk/>
            <pc:sldMk cId="3986596092" sldId="349"/>
            <ac:spMk id="107" creationId="{C574E9F7-A0E5-44A0-8ED3-EEC9E77EA08F}"/>
          </ac:spMkLst>
        </pc:spChg>
        <pc:spChg chg="add mod">
          <ac:chgData name="Josh Reiss" userId="a90d6cd88c30b6c6" providerId="LiveId" clId="{A2C4839B-2D62-46B1-83C2-3F75C9EA6317}" dt="2021-03-24T09:12:30.703" v="667" actId="1036"/>
          <ac:spMkLst>
            <pc:docMk/>
            <pc:sldMk cId="3986596092" sldId="349"/>
            <ac:spMk id="110" creationId="{BDD4B562-914A-46D5-AC37-0A83A9224BC8}"/>
          </ac:spMkLst>
        </pc:spChg>
        <pc:spChg chg="add mod">
          <ac:chgData name="Josh Reiss" userId="a90d6cd88c30b6c6" providerId="LiveId" clId="{A2C4839B-2D62-46B1-83C2-3F75C9EA6317}" dt="2021-03-24T09:12:30.703" v="667" actId="1036"/>
          <ac:spMkLst>
            <pc:docMk/>
            <pc:sldMk cId="3986596092" sldId="349"/>
            <ac:spMk id="113" creationId="{FBADA1AD-9575-4617-9BFA-224C3C9B1130}"/>
          </ac:spMkLst>
        </pc:spChg>
        <pc:grpChg chg="add del mod">
          <ac:chgData name="Josh Reiss" userId="a90d6cd88c30b6c6" providerId="LiveId" clId="{A2C4839B-2D62-46B1-83C2-3F75C9EA6317}" dt="2021-03-23T18:42:38.294" v="61" actId="165"/>
          <ac:grpSpMkLst>
            <pc:docMk/>
            <pc:sldMk cId="3986596092" sldId="349"/>
            <ac:grpSpMk id="44" creationId="{3A737480-D8F3-4AF5-8156-2F3CA695CE5C}"/>
          </ac:grpSpMkLst>
        </pc:grpChg>
        <pc:picChg chg="add del mod">
          <ac:chgData name="Josh Reiss" userId="a90d6cd88c30b6c6" providerId="LiveId" clId="{A2C4839B-2D62-46B1-83C2-3F75C9EA6317}" dt="2021-03-24T07:22:42.541" v="456" actId="478"/>
          <ac:picMkLst>
            <pc:docMk/>
            <pc:sldMk cId="3986596092" sldId="349"/>
            <ac:picMk id="36" creationId="{F80F465B-4C3F-4A1C-84D9-329CE5E129E4}"/>
          </ac:picMkLst>
        </pc:picChg>
        <pc:cxnChg chg="add mod topLvl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7" creationId="{556DE9DD-E09C-4C57-AC28-04B4A70621AA}"/>
          </ac:cxnSpMkLst>
        </pc:cxnChg>
        <pc:cxnChg chg="add mod topLvl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9" creationId="{BD456569-93C8-4C9C-A777-CEA8DA24ABFC}"/>
          </ac:cxnSpMkLst>
        </pc:cxnChg>
        <pc:cxnChg chg="add mod topLvl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20" creationId="{AAAF2E87-4E1D-43F3-8679-8FCCF66AC541}"/>
          </ac:cxnSpMkLst>
        </pc:cxnChg>
        <pc:cxnChg chg="add mod topLvl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21" creationId="{B0D2A52E-8F63-4296-92E1-1E3D55A265E3}"/>
          </ac:cxnSpMkLst>
        </pc:cxnChg>
        <pc:cxnChg chg="add del mod">
          <ac:chgData name="Josh Reiss" userId="a90d6cd88c30b6c6" providerId="LiveId" clId="{A2C4839B-2D62-46B1-83C2-3F75C9EA6317}" dt="2021-03-23T18:39:22.147" v="42"/>
          <ac:cxnSpMkLst>
            <pc:docMk/>
            <pc:sldMk cId="3986596092" sldId="349"/>
            <ac:cxnSpMk id="23" creationId="{E3E8A0CA-95CF-487E-AF59-79F379A6120A}"/>
          </ac:cxnSpMkLst>
        </pc:cxnChg>
        <pc:cxnChg chg="add del mod">
          <ac:chgData name="Josh Reiss" userId="a90d6cd88c30b6c6" providerId="LiveId" clId="{A2C4839B-2D62-46B1-83C2-3F75C9EA6317}" dt="2021-03-23T18:39:22.147" v="42"/>
          <ac:cxnSpMkLst>
            <pc:docMk/>
            <pc:sldMk cId="3986596092" sldId="349"/>
            <ac:cxnSpMk id="24" creationId="{9382F6B3-67C2-4BC2-91D4-61E1179BEFA3}"/>
          </ac:cxnSpMkLst>
        </pc:cxnChg>
        <pc:cxnChg chg="add del mod topLvl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26" creationId="{080F771B-E2FD-46B0-87BB-F858A717BB5C}"/>
          </ac:cxnSpMkLst>
        </pc:cxnChg>
        <pc:cxnChg chg="add mod topLvl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27" creationId="{8F6E64E1-28B5-4359-A24A-5AE767E80887}"/>
          </ac:cxnSpMkLst>
        </pc:cxnChg>
        <pc:cxnChg chg="add del mod topLvl">
          <ac:chgData name="Josh Reiss" userId="a90d6cd88c30b6c6" providerId="LiveId" clId="{A2C4839B-2D62-46B1-83C2-3F75C9EA6317}" dt="2021-03-24T07:53:30.085" v="593" actId="478"/>
          <ac:cxnSpMkLst>
            <pc:docMk/>
            <pc:sldMk cId="3986596092" sldId="349"/>
            <ac:cxnSpMk id="29" creationId="{CB9DD1E8-27B0-445E-BE6B-9B45540612AB}"/>
          </ac:cxnSpMkLst>
        </pc:cxnChg>
        <pc:cxnChg chg="add del mod topLvl">
          <ac:chgData name="Josh Reiss" userId="a90d6cd88c30b6c6" providerId="LiveId" clId="{A2C4839B-2D62-46B1-83C2-3F75C9EA6317}" dt="2021-03-24T07:53:30.085" v="593" actId="478"/>
          <ac:cxnSpMkLst>
            <pc:docMk/>
            <pc:sldMk cId="3986596092" sldId="349"/>
            <ac:cxnSpMk id="30" creationId="{C4EDF46F-A27F-43CF-AB59-F857A3249448}"/>
          </ac:cxnSpMkLst>
        </pc:cxnChg>
        <pc:cxnChg chg="add del mod topLvl">
          <ac:chgData name="Josh Reiss" userId="a90d6cd88c30b6c6" providerId="LiveId" clId="{A2C4839B-2D62-46B1-83C2-3F75C9EA6317}" dt="2021-03-24T07:53:30.085" v="593" actId="478"/>
          <ac:cxnSpMkLst>
            <pc:docMk/>
            <pc:sldMk cId="3986596092" sldId="349"/>
            <ac:cxnSpMk id="32" creationId="{EF921217-82BC-4C6F-BD9E-DC555DCE1256}"/>
          </ac:cxnSpMkLst>
        </pc:cxnChg>
        <pc:cxnChg chg="add del mod topLvl">
          <ac:chgData name="Josh Reiss" userId="a90d6cd88c30b6c6" providerId="LiveId" clId="{A2C4839B-2D62-46B1-83C2-3F75C9EA6317}" dt="2021-03-24T07:53:30.085" v="593" actId="478"/>
          <ac:cxnSpMkLst>
            <pc:docMk/>
            <pc:sldMk cId="3986596092" sldId="349"/>
            <ac:cxnSpMk id="33" creationId="{2A324715-FFAA-45A6-9D4F-507CAB733E62}"/>
          </ac:cxnSpMkLst>
        </pc:cxnChg>
        <pc:cxnChg chg="add del mod topLvl">
          <ac:chgData name="Josh Reiss" userId="a90d6cd88c30b6c6" providerId="LiveId" clId="{A2C4839B-2D62-46B1-83C2-3F75C9EA6317}" dt="2021-03-24T07:53:30.085" v="593" actId="478"/>
          <ac:cxnSpMkLst>
            <pc:docMk/>
            <pc:sldMk cId="3986596092" sldId="349"/>
            <ac:cxnSpMk id="39" creationId="{97A4331E-AB7A-4951-9D7B-3B0C75DCA3D9}"/>
          </ac:cxnSpMkLst>
        </pc:cxnChg>
        <pc:cxnChg chg="add del mod topLvl">
          <ac:chgData name="Josh Reiss" userId="a90d6cd88c30b6c6" providerId="LiveId" clId="{A2C4839B-2D62-46B1-83C2-3F75C9EA6317}" dt="2021-03-24T07:53:30.085" v="593" actId="478"/>
          <ac:cxnSpMkLst>
            <pc:docMk/>
            <pc:sldMk cId="3986596092" sldId="349"/>
            <ac:cxnSpMk id="40" creationId="{41177814-A1EA-4D02-941B-D18AE863648B}"/>
          </ac:cxnSpMkLst>
        </pc:cxnChg>
        <pc:cxnChg chg="add del mod topLvl">
          <ac:chgData name="Josh Reiss" userId="a90d6cd88c30b6c6" providerId="LiveId" clId="{A2C4839B-2D62-46B1-83C2-3F75C9EA6317}" dt="2021-03-24T07:53:30.085" v="593" actId="478"/>
          <ac:cxnSpMkLst>
            <pc:docMk/>
            <pc:sldMk cId="3986596092" sldId="349"/>
            <ac:cxnSpMk id="42" creationId="{CF8CDA6D-03C7-4596-86CD-B8A76768CBD3}"/>
          </ac:cxnSpMkLst>
        </pc:cxnChg>
        <pc:cxnChg chg="add del mod topLvl">
          <ac:chgData name="Josh Reiss" userId="a90d6cd88c30b6c6" providerId="LiveId" clId="{A2C4839B-2D62-46B1-83C2-3F75C9EA6317}" dt="2021-03-24T07:53:30.085" v="593" actId="478"/>
          <ac:cxnSpMkLst>
            <pc:docMk/>
            <pc:sldMk cId="3986596092" sldId="349"/>
            <ac:cxnSpMk id="43" creationId="{4E1ABD3C-5F50-4E15-81AA-6B7779F266CB}"/>
          </ac:cxnSpMkLst>
        </pc:cxnChg>
        <pc:cxnChg chg="add del mod">
          <ac:chgData name="Josh Reiss" userId="a90d6cd88c30b6c6" providerId="LiveId" clId="{A2C4839B-2D62-46B1-83C2-3F75C9EA6317}" dt="2021-03-23T18:45:11.480" v="119"/>
          <ac:cxnSpMkLst>
            <pc:docMk/>
            <pc:sldMk cId="3986596092" sldId="349"/>
            <ac:cxnSpMk id="46" creationId="{EF4436D5-2BB2-4E49-A704-6758F1685F18}"/>
          </ac:cxnSpMkLst>
        </pc:cxnChg>
        <pc:cxnChg chg="add del mod">
          <ac:chgData name="Josh Reiss" userId="a90d6cd88c30b6c6" providerId="LiveId" clId="{A2C4839B-2D62-46B1-83C2-3F75C9EA6317}" dt="2021-03-23T18:45:11.480" v="119"/>
          <ac:cxnSpMkLst>
            <pc:docMk/>
            <pc:sldMk cId="3986596092" sldId="349"/>
            <ac:cxnSpMk id="47" creationId="{E9CA6478-8812-44CA-9A9D-A5F457EA412F}"/>
          </ac:cxnSpMkLst>
        </pc:cxnChg>
        <pc:cxnChg chg="add del mod">
          <ac:chgData name="Josh Reiss" userId="a90d6cd88c30b6c6" providerId="LiveId" clId="{A2C4839B-2D62-46B1-83C2-3F75C9EA6317}" dt="2021-03-23T18:45:11.480" v="119"/>
          <ac:cxnSpMkLst>
            <pc:docMk/>
            <pc:sldMk cId="3986596092" sldId="349"/>
            <ac:cxnSpMk id="49" creationId="{B7AB540C-AAB0-41D5-AAC1-4088AE244D20}"/>
          </ac:cxnSpMkLst>
        </pc:cxnChg>
        <pc:cxnChg chg="add del mod">
          <ac:chgData name="Josh Reiss" userId="a90d6cd88c30b6c6" providerId="LiveId" clId="{A2C4839B-2D62-46B1-83C2-3F75C9EA6317}" dt="2021-03-23T18:45:11.480" v="119"/>
          <ac:cxnSpMkLst>
            <pc:docMk/>
            <pc:sldMk cId="3986596092" sldId="349"/>
            <ac:cxnSpMk id="50" creationId="{FA4CE744-A052-417D-BED3-7F2A50464A28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52" creationId="{3AB83A2B-D706-45B1-B5DB-6E364F64F829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53" creationId="{39E34183-6F0B-42F1-8681-976E8C6BA30D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55" creationId="{64C75C66-EC39-497B-AF7F-1E2A1389899B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56" creationId="{E21C3558-514F-487B-9A83-AE165BAB4114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58" creationId="{28DE9F0A-3A4D-4979-BB65-B236F05CCF6E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59" creationId="{C0E2BCF7-D89E-4047-8306-00BB7FE399CB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61" creationId="{2130112A-5F57-44C3-9092-FEE3844B9F67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62" creationId="{A04FD89D-3866-46A7-9E81-2C2E915A740A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64" creationId="{4E790907-1335-4E28-AEE1-FCB3D39ABAFB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65" creationId="{7A4E7541-0310-4078-B21E-3D74C747EEC9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67" creationId="{CF98FA7D-0DEB-447D-B118-970EE466E48E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68" creationId="{1A0B3AE4-688D-4EDB-A6F9-47D2BD4B708B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70" creationId="{D4B8A148-FEDB-421A-AFF3-D850D5AA3A13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71" creationId="{9A9E702E-9CE5-49E9-B636-F3D1D7BA636C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73" creationId="{CAA67B91-949B-43B2-B03C-981D2E68E8B0}"/>
          </ac:cxnSpMkLst>
        </pc:cxnChg>
        <pc:cxnChg chg="add del mod">
          <ac:chgData name="Josh Reiss" userId="a90d6cd88c30b6c6" providerId="LiveId" clId="{A2C4839B-2D62-46B1-83C2-3F75C9EA6317}" dt="2021-03-24T07:20:05.453" v="431" actId="478"/>
          <ac:cxnSpMkLst>
            <pc:docMk/>
            <pc:sldMk cId="3986596092" sldId="349"/>
            <ac:cxnSpMk id="74" creationId="{8A772688-6A60-4367-837B-17B13BB7ECCC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76" creationId="{BF619239-AAC4-4432-8706-8281F83F8E3A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77" creationId="{38B0B390-0859-4526-9A42-FAAC85088D89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79" creationId="{ACC498B2-F229-4466-84C8-1EF5106C72CC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80" creationId="{9C664C43-4CCF-409A-89B7-7E6A0685A49D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82" creationId="{207514C3-F8DD-4259-9520-26541CD37EC3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83" creationId="{8800E08B-131B-42FF-8273-3206C23713DE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85" creationId="{497BDC90-D585-47CB-8ED3-D41152167A1F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86" creationId="{15E5AD31-AB4A-422C-AC7A-06EB7D45F0B7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87" creationId="{B6A65E92-8BEF-468E-AE6D-9F6D2D7A0C5E}"/>
          </ac:cxnSpMkLst>
        </pc:cxnChg>
        <pc:cxnChg chg="add mod">
          <ac:chgData name="Josh Reiss" userId="a90d6cd88c30b6c6" providerId="LiveId" clId="{A2C4839B-2D62-46B1-83C2-3F75C9EA6317}" dt="2021-03-24T09:09:57.628" v="635" actId="1076"/>
          <ac:cxnSpMkLst>
            <pc:docMk/>
            <pc:sldMk cId="3986596092" sldId="349"/>
            <ac:cxnSpMk id="88" creationId="{8C2C9A5A-DB67-45A1-9280-41FC7BD6AE76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91" creationId="{319FF232-6686-41CC-8A83-1C5202F2713A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92" creationId="{3CCE70D5-C9E3-425F-8C78-C4361123B3BF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94" creationId="{B899A0D6-F29C-4908-B533-CEB396F94AE8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95" creationId="{A0DC6C3F-FE33-4930-AFC6-925D3323C190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97" creationId="{2610E075-3998-4751-B25F-76FA10EB4509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98" creationId="{8C09A92D-80AD-4722-8083-6C11BA87B8BB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00" creationId="{6D2AFA31-55EA-4F96-8EE9-5580E0AEAEBC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01" creationId="{7293AD50-9630-4CF6-B41D-AA313D6130BC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02" creationId="{BB77C9E6-CA73-45CD-917A-7DA85D450DC5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03" creationId="{3AA70FF1-51AD-4C89-B289-C32E935847B2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05" creationId="{47AE8A8D-6503-4738-A358-71FB0AF5FC09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06" creationId="{1814A694-8EE6-4916-A90A-90BB16A0F957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08" creationId="{1EE92CFC-6949-4036-9486-BA8F11945C0E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09" creationId="{D7FB170D-9583-4A36-87A4-C7E6F80279C9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11" creationId="{C89D6D16-B2CD-4BA5-97A7-E752AAEEBF9A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12" creationId="{B67916B7-8377-4C85-BE98-462B33764523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14" creationId="{81ED0B43-4377-4471-ADE3-04209226D02C}"/>
          </ac:cxnSpMkLst>
        </pc:cxnChg>
        <pc:cxnChg chg="add mod">
          <ac:chgData name="Josh Reiss" userId="a90d6cd88c30b6c6" providerId="LiveId" clId="{A2C4839B-2D62-46B1-83C2-3F75C9EA6317}" dt="2021-03-24T09:12:30.703" v="667" actId="1036"/>
          <ac:cxnSpMkLst>
            <pc:docMk/>
            <pc:sldMk cId="3986596092" sldId="349"/>
            <ac:cxnSpMk id="115" creationId="{60129370-576B-4242-8881-929171A8F2D1}"/>
          </ac:cxnSpMkLst>
        </pc:cxnChg>
      </pc:sldChg>
      <pc:sldChg chg="addSp delSp modSp add">
        <pc:chgData name="Josh Reiss" userId="a90d6cd88c30b6c6" providerId="LiveId" clId="{A2C4839B-2D62-46B1-83C2-3F75C9EA6317}" dt="2021-03-24T09:10:27.326" v="645" actId="21"/>
        <pc:sldMkLst>
          <pc:docMk/>
          <pc:sldMk cId="2693531984" sldId="350"/>
        </pc:sldMkLst>
        <pc:spChg chg="del">
          <ac:chgData name="Josh Reiss" userId="a90d6cd88c30b6c6" providerId="LiveId" clId="{A2C4839B-2D62-46B1-83C2-3F75C9EA6317}" dt="2021-03-24T07:22:04.278" v="452" actId="478"/>
          <ac:spMkLst>
            <pc:docMk/>
            <pc:sldMk cId="2693531984" sldId="350"/>
            <ac:spMk id="5" creationId="{BD3E5C35-DCD1-44B1-BB2A-00AEB295CC6A}"/>
          </ac:spMkLst>
        </pc:spChg>
        <pc:spChg chg="add del mod">
          <ac:chgData name="Josh Reiss" userId="a90d6cd88c30b6c6" providerId="LiveId" clId="{A2C4839B-2D62-46B1-83C2-3F75C9EA6317}" dt="2021-03-24T07:39:22.606" v="549" actId="478"/>
          <ac:spMkLst>
            <pc:docMk/>
            <pc:sldMk cId="2693531984" sldId="350"/>
            <ac:spMk id="8" creationId="{72A2CA72-EFF5-4CFB-9CB0-39AB84817CE6}"/>
          </ac:spMkLst>
        </pc:spChg>
        <pc:spChg chg="add mod">
          <ac:chgData name="Josh Reiss" userId="a90d6cd88c30b6c6" providerId="LiveId" clId="{A2C4839B-2D62-46B1-83C2-3F75C9EA6317}" dt="2021-03-24T09:10:27.326" v="645" actId="21"/>
          <ac:spMkLst>
            <pc:docMk/>
            <pc:sldMk cId="2693531984" sldId="350"/>
            <ac:spMk id="10" creationId="{D532847F-8A0A-4756-9463-D199433933E7}"/>
          </ac:spMkLst>
        </pc:spChg>
        <pc:spChg chg="del">
          <ac:chgData name="Josh Reiss" userId="a90d6cd88c30b6c6" providerId="LiveId" clId="{A2C4839B-2D62-46B1-83C2-3F75C9EA6317}" dt="2021-03-24T07:22:04.278" v="452" actId="478"/>
          <ac:spMkLst>
            <pc:docMk/>
            <pc:sldMk cId="2693531984" sldId="350"/>
            <ac:spMk id="19" creationId="{931F37CD-CDC1-4AD2-8646-591450420D61}"/>
          </ac:spMkLst>
        </pc:spChg>
        <pc:spChg chg="del">
          <ac:chgData name="Josh Reiss" userId="a90d6cd88c30b6c6" providerId="LiveId" clId="{A2C4839B-2D62-46B1-83C2-3F75C9EA6317}" dt="2021-03-24T07:22:04.278" v="452" actId="478"/>
          <ac:spMkLst>
            <pc:docMk/>
            <pc:sldMk cId="2693531984" sldId="350"/>
            <ac:spMk id="25" creationId="{C9799D2D-FA85-4E33-9430-4C8993426A5B}"/>
          </ac:spMkLst>
        </pc:spChg>
        <pc:spChg chg="del">
          <ac:chgData name="Josh Reiss" userId="a90d6cd88c30b6c6" providerId="LiveId" clId="{A2C4839B-2D62-46B1-83C2-3F75C9EA6317}" dt="2021-03-24T07:22:04.278" v="452" actId="478"/>
          <ac:spMkLst>
            <pc:docMk/>
            <pc:sldMk cId="2693531984" sldId="350"/>
            <ac:spMk id="28" creationId="{D2C4F99F-EF11-4FE9-83D1-4C4D876D879A}"/>
          </ac:spMkLst>
        </pc:spChg>
        <pc:spChg chg="del">
          <ac:chgData name="Josh Reiss" userId="a90d6cd88c30b6c6" providerId="LiveId" clId="{A2C4839B-2D62-46B1-83C2-3F75C9EA6317}" dt="2021-03-24T07:22:04.278" v="452" actId="478"/>
          <ac:spMkLst>
            <pc:docMk/>
            <pc:sldMk cId="2693531984" sldId="350"/>
            <ac:spMk id="31" creationId="{7E91E392-43B0-4242-BF65-1A7D75160E2B}"/>
          </ac:spMkLst>
        </pc:spChg>
        <pc:spChg chg="del">
          <ac:chgData name="Josh Reiss" userId="a90d6cd88c30b6c6" providerId="LiveId" clId="{A2C4839B-2D62-46B1-83C2-3F75C9EA6317}" dt="2021-03-24T07:22:04.278" v="452" actId="478"/>
          <ac:spMkLst>
            <pc:docMk/>
            <pc:sldMk cId="2693531984" sldId="350"/>
            <ac:spMk id="38" creationId="{5ADDC38A-9A0B-4634-813C-275E46E6E16F}"/>
          </ac:spMkLst>
        </pc:spChg>
        <pc:spChg chg="del">
          <ac:chgData name="Josh Reiss" userId="a90d6cd88c30b6c6" providerId="LiveId" clId="{A2C4839B-2D62-46B1-83C2-3F75C9EA6317}" dt="2021-03-24T07:22:04.278" v="452" actId="478"/>
          <ac:spMkLst>
            <pc:docMk/>
            <pc:sldMk cId="2693531984" sldId="350"/>
            <ac:spMk id="41" creationId="{78122C00-1D3A-4C93-90B8-C92A46F28C35}"/>
          </ac:spMkLst>
        </pc:spChg>
        <pc:spChg chg="add del mod">
          <ac:chgData name="Josh Reiss" userId="a90d6cd88c30b6c6" providerId="LiveId" clId="{A2C4839B-2D62-46B1-83C2-3F75C9EA6317}" dt="2021-03-24T09:10:27.326" v="645" actId="21"/>
          <ac:spMkLst>
            <pc:docMk/>
            <pc:sldMk cId="2693531984" sldId="350"/>
            <ac:spMk id="45" creationId="{914B05F5-52DC-42BF-A9A1-642DFEF02B3C}"/>
          </ac:spMkLst>
        </pc:spChg>
        <pc:spChg chg="mod">
          <ac:chgData name="Josh Reiss" userId="a90d6cd88c30b6c6" providerId="LiveId" clId="{A2C4839B-2D62-46B1-83C2-3F75C9EA6317}" dt="2021-03-24T08:00:27.908" v="608" actId="1076"/>
          <ac:spMkLst>
            <pc:docMk/>
            <pc:sldMk cId="2693531984" sldId="350"/>
            <ac:spMk id="51" creationId="{0C440EE4-C105-43A2-8A92-3ABC7DBE5150}"/>
          </ac:spMkLst>
        </pc:spChg>
        <pc:spChg chg="mod">
          <ac:chgData name="Josh Reiss" userId="a90d6cd88c30b6c6" providerId="LiveId" clId="{A2C4839B-2D62-46B1-83C2-3F75C9EA6317}" dt="2021-03-24T08:00:27.908" v="608" actId="1076"/>
          <ac:spMkLst>
            <pc:docMk/>
            <pc:sldMk cId="2693531984" sldId="350"/>
            <ac:spMk id="54" creationId="{B360960A-274F-4A24-BC0B-DA2ABC2FA865}"/>
          </ac:spMkLst>
        </pc:spChg>
        <pc:spChg chg="mod">
          <ac:chgData name="Josh Reiss" userId="a90d6cd88c30b6c6" providerId="LiveId" clId="{A2C4839B-2D62-46B1-83C2-3F75C9EA6317}" dt="2021-03-24T08:00:27.908" v="608" actId="1076"/>
          <ac:spMkLst>
            <pc:docMk/>
            <pc:sldMk cId="2693531984" sldId="350"/>
            <ac:spMk id="57" creationId="{CA54ABD4-F5D8-4977-9728-78138DC84416}"/>
          </ac:spMkLst>
        </pc:spChg>
        <pc:spChg chg="mod">
          <ac:chgData name="Josh Reiss" userId="a90d6cd88c30b6c6" providerId="LiveId" clId="{A2C4839B-2D62-46B1-83C2-3F75C9EA6317}" dt="2021-03-24T08:00:27.908" v="608" actId="1076"/>
          <ac:spMkLst>
            <pc:docMk/>
            <pc:sldMk cId="2693531984" sldId="350"/>
            <ac:spMk id="60" creationId="{2E11CB89-DEFD-4E5D-935A-642D241FEE1E}"/>
          </ac:spMkLst>
        </pc:spChg>
        <pc:spChg chg="del mod">
          <ac:chgData name="Josh Reiss" userId="a90d6cd88c30b6c6" providerId="LiveId" clId="{A2C4839B-2D62-46B1-83C2-3F75C9EA6317}" dt="2021-03-24T08:00:18.468" v="607" actId="478"/>
          <ac:spMkLst>
            <pc:docMk/>
            <pc:sldMk cId="2693531984" sldId="350"/>
            <ac:spMk id="63" creationId="{EEFFFE0D-8880-49E4-94E7-05CAFF65C184}"/>
          </ac:spMkLst>
        </pc:spChg>
        <pc:spChg chg="del mod">
          <ac:chgData name="Josh Reiss" userId="a90d6cd88c30b6c6" providerId="LiveId" clId="{A2C4839B-2D62-46B1-83C2-3F75C9EA6317}" dt="2021-03-24T08:00:18.468" v="607" actId="478"/>
          <ac:spMkLst>
            <pc:docMk/>
            <pc:sldMk cId="2693531984" sldId="350"/>
            <ac:spMk id="66" creationId="{887DC4A6-3E0E-4C9E-B1FA-53A29D8F40EE}"/>
          </ac:spMkLst>
        </pc:spChg>
        <pc:spChg chg="del mod">
          <ac:chgData name="Josh Reiss" userId="a90d6cd88c30b6c6" providerId="LiveId" clId="{A2C4839B-2D62-46B1-83C2-3F75C9EA6317}" dt="2021-03-24T08:00:18.468" v="607" actId="478"/>
          <ac:spMkLst>
            <pc:docMk/>
            <pc:sldMk cId="2693531984" sldId="350"/>
            <ac:spMk id="69" creationId="{1929CA2D-B8A1-41D4-A9AB-7257C6ED2679}"/>
          </ac:spMkLst>
        </pc:spChg>
        <pc:spChg chg="del mod">
          <ac:chgData name="Josh Reiss" userId="a90d6cd88c30b6c6" providerId="LiveId" clId="{A2C4839B-2D62-46B1-83C2-3F75C9EA6317}" dt="2021-03-24T08:00:18.468" v="607" actId="478"/>
          <ac:spMkLst>
            <pc:docMk/>
            <pc:sldMk cId="2693531984" sldId="350"/>
            <ac:spMk id="72" creationId="{051702AB-2654-46AF-B395-2B05F5A20350}"/>
          </ac:spMkLst>
        </pc:spChg>
        <pc:spChg chg="add mod">
          <ac:chgData name="Josh Reiss" userId="a90d6cd88c30b6c6" providerId="LiveId" clId="{A2C4839B-2D62-46B1-83C2-3F75C9EA6317}" dt="2021-03-24T08:00:27.908" v="608" actId="1076"/>
          <ac:spMkLst>
            <pc:docMk/>
            <pc:sldMk cId="2693531984" sldId="350"/>
            <ac:spMk id="77" creationId="{05FD170F-9D6E-4DFB-BFB3-5C5C32F2A98D}"/>
          </ac:spMkLst>
        </pc:spChg>
        <pc:spChg chg="add mod">
          <ac:chgData name="Josh Reiss" userId="a90d6cd88c30b6c6" providerId="LiveId" clId="{A2C4839B-2D62-46B1-83C2-3F75C9EA6317}" dt="2021-03-24T08:00:27.908" v="608" actId="1076"/>
          <ac:spMkLst>
            <pc:docMk/>
            <pc:sldMk cId="2693531984" sldId="350"/>
            <ac:spMk id="80" creationId="{60A66B16-3449-4151-9998-B29E9C070E18}"/>
          </ac:spMkLst>
        </pc:spChg>
        <pc:spChg chg="add mod">
          <ac:chgData name="Josh Reiss" userId="a90d6cd88c30b6c6" providerId="LiveId" clId="{A2C4839B-2D62-46B1-83C2-3F75C9EA6317}" dt="2021-03-24T08:00:27.908" v="608" actId="1076"/>
          <ac:spMkLst>
            <pc:docMk/>
            <pc:sldMk cId="2693531984" sldId="350"/>
            <ac:spMk id="83" creationId="{BE36612C-4D63-4258-9088-A2ABE1C7AF83}"/>
          </ac:spMkLst>
        </pc:spChg>
        <pc:spChg chg="add mod">
          <ac:chgData name="Josh Reiss" userId="a90d6cd88c30b6c6" providerId="LiveId" clId="{A2C4839B-2D62-46B1-83C2-3F75C9EA6317}" dt="2021-03-24T08:00:27.908" v="608" actId="1076"/>
          <ac:spMkLst>
            <pc:docMk/>
            <pc:sldMk cId="2693531984" sldId="350"/>
            <ac:spMk id="86" creationId="{CCF2CB64-251A-40E6-8C0D-FD663BF170E6}"/>
          </ac:spMkLst>
        </pc:spChg>
        <pc:picChg chg="del mod">
          <ac:chgData name="Josh Reiss" userId="a90d6cd88c30b6c6" providerId="LiveId" clId="{A2C4839B-2D62-46B1-83C2-3F75C9EA6317}" dt="2021-03-24T07:39:24.002" v="550" actId="478"/>
          <ac:picMkLst>
            <pc:docMk/>
            <pc:sldMk cId="2693531984" sldId="350"/>
            <ac:picMk id="36" creationId="{F80F465B-4C3F-4A1C-84D9-329CE5E129E4}"/>
          </ac:picMkLst>
        </pc:pic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7" creationId="{556DE9DD-E09C-4C57-AC28-04B4A70621AA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9" creationId="{BD456569-93C8-4C9C-A777-CEA8DA24ABFC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20" creationId="{AAAF2E87-4E1D-43F3-8679-8FCCF66AC541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21" creationId="{B0D2A52E-8F63-4296-92E1-1E3D55A265E3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26" creationId="{080F771B-E2FD-46B0-87BB-F858A717BB5C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27" creationId="{8F6E64E1-28B5-4359-A24A-5AE767E80887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29" creationId="{CB9DD1E8-27B0-445E-BE6B-9B45540612AB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30" creationId="{C4EDF46F-A27F-43CF-AB59-F857A3249448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32" creationId="{EF921217-82BC-4C6F-BD9E-DC555DCE1256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33" creationId="{2A324715-FFAA-45A6-9D4F-507CAB733E62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39" creationId="{97A4331E-AB7A-4951-9D7B-3B0C75DCA3D9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40" creationId="{41177814-A1EA-4D02-941B-D18AE863648B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42" creationId="{CF8CDA6D-03C7-4596-86CD-B8A76768CBD3}"/>
          </ac:cxnSpMkLst>
        </pc:cxnChg>
        <pc:cxnChg chg="del">
          <ac:chgData name="Josh Reiss" userId="a90d6cd88c30b6c6" providerId="LiveId" clId="{A2C4839B-2D62-46B1-83C2-3F75C9EA6317}" dt="2021-03-24T07:22:04.278" v="452" actId="478"/>
          <ac:cxnSpMkLst>
            <pc:docMk/>
            <pc:sldMk cId="2693531984" sldId="350"/>
            <ac:cxnSpMk id="43" creationId="{4E1ABD3C-5F50-4E15-81AA-6B7779F266CB}"/>
          </ac:cxnSpMkLst>
        </pc:cxnChg>
        <pc:cxnChg chg="add 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49" creationId="{87555136-2733-4562-B6F1-FCFE3F60189F}"/>
          </ac:cxnSpMkLst>
        </pc:cxnChg>
        <pc:cxnChg chg="add 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50" creationId="{DE64538A-452C-44CA-BED0-8AD07940286E}"/>
          </ac:cxnSpMkLst>
        </pc:cxnChg>
        <pc:cxnChg chg="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52" creationId="{3AB83A2B-D706-45B1-B5DB-6E364F64F829}"/>
          </ac:cxnSpMkLst>
        </pc:cxnChg>
        <pc:cxnChg chg="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53" creationId="{39E34183-6F0B-42F1-8681-976E8C6BA30D}"/>
          </ac:cxnSpMkLst>
        </pc:cxnChg>
        <pc:cxnChg chg="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55" creationId="{64C75C66-EC39-497B-AF7F-1E2A1389899B}"/>
          </ac:cxnSpMkLst>
        </pc:cxnChg>
        <pc:cxnChg chg="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56" creationId="{E21C3558-514F-487B-9A83-AE165BAB4114}"/>
          </ac:cxnSpMkLst>
        </pc:cxnChg>
        <pc:cxnChg chg="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58" creationId="{28DE9F0A-3A4D-4979-BB65-B236F05CCF6E}"/>
          </ac:cxnSpMkLst>
        </pc:cxnChg>
        <pc:cxnChg chg="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59" creationId="{C0E2BCF7-D89E-4047-8306-00BB7FE399CB}"/>
          </ac:cxnSpMkLst>
        </pc:cxnChg>
        <pc:cxnChg chg="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61" creationId="{2130112A-5F57-44C3-9092-FEE3844B9F67}"/>
          </ac:cxnSpMkLst>
        </pc:cxnChg>
        <pc:cxnChg chg="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62" creationId="{A04FD89D-3866-46A7-9E81-2C2E915A740A}"/>
          </ac:cxnSpMkLst>
        </pc:cxnChg>
        <pc:cxnChg chg="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64" creationId="{4E790907-1335-4E28-AEE1-FCB3D39ABAFB}"/>
          </ac:cxnSpMkLst>
        </pc:cxnChg>
        <pc:cxnChg chg="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65" creationId="{7A4E7541-0310-4078-B21E-3D74C747EEC9}"/>
          </ac:cxnSpMkLst>
        </pc:cxnChg>
        <pc:cxnChg chg="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67" creationId="{CF98FA7D-0DEB-447D-B118-970EE466E48E}"/>
          </ac:cxnSpMkLst>
        </pc:cxnChg>
        <pc:cxnChg chg="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68" creationId="{1A0B3AE4-688D-4EDB-A6F9-47D2BD4B708B}"/>
          </ac:cxnSpMkLst>
        </pc:cxnChg>
        <pc:cxnChg chg="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70" creationId="{D4B8A148-FEDB-421A-AFF3-D850D5AA3A13}"/>
          </ac:cxnSpMkLst>
        </pc:cxnChg>
        <pc:cxnChg chg="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71" creationId="{9A9E702E-9CE5-49E9-B636-F3D1D7BA636C}"/>
          </ac:cxnSpMkLst>
        </pc:cxnChg>
        <pc:cxnChg chg="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73" creationId="{CAA67B91-949B-43B2-B03C-981D2E68E8B0}"/>
          </ac:cxnSpMkLst>
        </pc:cxnChg>
        <pc:cxnChg chg="del mod">
          <ac:chgData name="Josh Reiss" userId="a90d6cd88c30b6c6" providerId="LiveId" clId="{A2C4839B-2D62-46B1-83C2-3F75C9EA6317}" dt="2021-03-24T08:00:18.468" v="607" actId="478"/>
          <ac:cxnSpMkLst>
            <pc:docMk/>
            <pc:sldMk cId="2693531984" sldId="350"/>
            <ac:cxnSpMk id="74" creationId="{8A772688-6A60-4367-837B-17B13BB7ECCC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75" creationId="{925CB44A-7435-483A-A6AE-F72B4399775B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76" creationId="{0E16DB49-B3B5-4131-96A9-FA41008F64E6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78" creationId="{5D805B49-DD0A-4F7A-8A28-9EDE4F670768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79" creationId="{5E05BB51-4976-4D04-A4DD-E8E57444CF51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81" creationId="{20821E75-02E7-4FC2-80A6-C4346A5A2853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82" creationId="{09EF593A-C9A8-4B2A-9ADB-9DD621882EEE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84" creationId="{A9995559-2919-40F1-BC1C-A21221BA4483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85" creationId="{1579BFC9-9900-42C6-9FE7-35B9CBB57D1D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87" creationId="{93E17116-D19A-47BD-B09E-52F5EFC2C7E1}"/>
          </ac:cxnSpMkLst>
        </pc:cxnChg>
        <pc:cxnChg chg="add mod">
          <ac:chgData name="Josh Reiss" userId="a90d6cd88c30b6c6" providerId="LiveId" clId="{A2C4839B-2D62-46B1-83C2-3F75C9EA6317}" dt="2021-03-24T08:00:27.908" v="608" actId="1076"/>
          <ac:cxnSpMkLst>
            <pc:docMk/>
            <pc:sldMk cId="2693531984" sldId="350"/>
            <ac:cxnSpMk id="88" creationId="{DED4B1F5-29F7-4F0C-8F03-00F79A2F81B2}"/>
          </ac:cxnSpMkLst>
        </pc:cxnChg>
      </pc:sldChg>
      <pc:sldChg chg="modSp add del">
        <pc:chgData name="Josh Reiss" userId="a90d6cd88c30b6c6" providerId="LiveId" clId="{A2C4839B-2D62-46B1-83C2-3F75C9EA6317}" dt="2021-03-24T07:17:01.204" v="294" actId="2696"/>
        <pc:sldMkLst>
          <pc:docMk/>
          <pc:sldMk cId="3395999285" sldId="350"/>
        </pc:sldMkLst>
        <pc:spChg chg="mod">
          <ac:chgData name="Josh Reiss" userId="a90d6cd88c30b6c6" providerId="LiveId" clId="{A2C4839B-2D62-46B1-83C2-3F75C9EA6317}" dt="2021-03-24T07:17:00.023" v="293"/>
          <ac:spMkLst>
            <pc:docMk/>
            <pc:sldMk cId="3395999285" sldId="350"/>
            <ac:spMk id="2" creationId="{15554ECA-2EDF-4146-B127-367724F059BC}"/>
          </ac:spMkLst>
        </pc:spChg>
      </pc:sldChg>
      <pc:sldChg chg="addSp delSp modSp add mod">
        <pc:chgData name="Josh Reiss" userId="a90d6cd88c30b6c6" providerId="LiveId" clId="{A2C4839B-2D62-46B1-83C2-3F75C9EA6317}" dt="2021-03-24T10:50:35.454" v="987" actId="478"/>
        <pc:sldMkLst>
          <pc:docMk/>
          <pc:sldMk cId="4013533354" sldId="351"/>
        </pc:sldMkLst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4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5" creationId="{00000000-0000-0000-0000-000000000000}"/>
          </ac:spMkLst>
        </pc:spChg>
        <pc:spChg chg="del mod">
          <ac:chgData name="Josh Reiss" userId="a90d6cd88c30b6c6" providerId="LiveId" clId="{A2C4839B-2D62-46B1-83C2-3F75C9EA6317}" dt="2021-03-24T09:19:11.125" v="773" actId="478"/>
          <ac:spMkLst>
            <pc:docMk/>
            <pc:sldMk cId="4013533354" sldId="351"/>
            <ac:spMk id="6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7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10:48:23.546" v="984" actId="14100"/>
          <ac:spMkLst>
            <pc:docMk/>
            <pc:sldMk cId="4013533354" sldId="351"/>
            <ac:spMk id="8" creationId="{00000000-0000-0000-0000-000000000000}"/>
          </ac:spMkLst>
        </pc:spChg>
        <pc:spChg chg="del mod topLvl">
          <ac:chgData name="Josh Reiss" userId="a90d6cd88c30b6c6" providerId="LiveId" clId="{A2C4839B-2D62-46B1-83C2-3F75C9EA6317}" dt="2021-03-24T10:48:31.527" v="985" actId="478"/>
          <ac:spMkLst>
            <pc:docMk/>
            <pc:sldMk cId="4013533354" sldId="351"/>
            <ac:spMk id="9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10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11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18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19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10:43:41.781" v="962" actId="1037"/>
          <ac:spMkLst>
            <pc:docMk/>
            <pc:sldMk cId="4013533354" sldId="351"/>
            <ac:spMk id="20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24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25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26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27" creationId="{00000000-0000-0000-0000-000000000000}"/>
          </ac:spMkLst>
        </pc:spChg>
        <pc:spChg chg="mod">
          <ac:chgData name="Josh Reiss" userId="a90d6cd88c30b6c6" providerId="LiveId" clId="{A2C4839B-2D62-46B1-83C2-3F75C9EA6317}" dt="2021-03-24T09:15:18.092" v="685" actId="403"/>
          <ac:spMkLst>
            <pc:docMk/>
            <pc:sldMk cId="4013533354" sldId="351"/>
            <ac:spMk id="30" creationId="{00000000-0000-0000-0000-000000000000}"/>
          </ac:spMkLst>
        </pc:spChg>
        <pc:spChg chg="add 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33" creationId="{072C270F-E37D-46C2-B385-07F9786BE6D0}"/>
          </ac:spMkLst>
        </pc:spChg>
        <pc:spChg chg="add 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34" creationId="{15173A8E-B815-4715-A208-456C2C5B76B4}"/>
          </ac:spMkLst>
        </pc:spChg>
        <pc:spChg chg="add mod">
          <ac:chgData name="Josh Reiss" userId="a90d6cd88c30b6c6" providerId="LiveId" clId="{A2C4839B-2D62-46B1-83C2-3F75C9EA6317}" dt="2021-03-24T09:51:13.130" v="880" actId="1076"/>
          <ac:spMkLst>
            <pc:docMk/>
            <pc:sldMk cId="4013533354" sldId="351"/>
            <ac:spMk id="36" creationId="{65CE6D63-2159-4659-B9E8-CD715A4EDDC1}"/>
          </ac:spMkLst>
        </pc:spChg>
        <pc:spChg chg="add del mod">
          <ac:chgData name="Josh Reiss" userId="a90d6cd88c30b6c6" providerId="LiveId" clId="{A2C4839B-2D62-46B1-83C2-3F75C9EA6317}" dt="2021-03-24T09:53:23.850" v="909" actId="478"/>
          <ac:spMkLst>
            <pc:docMk/>
            <pc:sldMk cId="4013533354" sldId="351"/>
            <ac:spMk id="37" creationId="{761E7242-8E3D-4F86-87BA-DBE5494638DA}"/>
          </ac:spMkLst>
        </pc:spChg>
        <pc:spChg chg="add mod">
          <ac:chgData name="Josh Reiss" userId="a90d6cd88c30b6c6" providerId="LiveId" clId="{A2C4839B-2D62-46B1-83C2-3F75C9EA6317}" dt="2021-03-24T10:47:57.566" v="983" actId="1076"/>
          <ac:spMkLst>
            <pc:docMk/>
            <pc:sldMk cId="4013533354" sldId="351"/>
            <ac:spMk id="37" creationId="{D316943C-B053-4894-8B2B-57E3503AE0F0}"/>
          </ac:spMkLst>
        </pc:spChg>
        <pc:spChg chg="add del mod">
          <ac:chgData name="Josh Reiss" userId="a90d6cd88c30b6c6" providerId="LiveId" clId="{A2C4839B-2D62-46B1-83C2-3F75C9EA6317}" dt="2021-03-24T09:53:23.850" v="909" actId="478"/>
          <ac:spMkLst>
            <pc:docMk/>
            <pc:sldMk cId="4013533354" sldId="351"/>
            <ac:spMk id="38" creationId="{295DE028-9362-452B-8190-29D83FA82B5F}"/>
          </ac:spMkLst>
        </pc:spChg>
        <pc:spChg chg="add del mod">
          <ac:chgData name="Josh Reiss" userId="a90d6cd88c30b6c6" providerId="LiveId" clId="{A2C4839B-2D62-46B1-83C2-3F75C9EA6317}" dt="2021-03-24T09:53:22.016" v="908"/>
          <ac:spMkLst>
            <pc:docMk/>
            <pc:sldMk cId="4013533354" sldId="351"/>
            <ac:spMk id="42" creationId="{36CE3374-BFA3-4604-A916-8F52D2D35625}"/>
          </ac:spMkLst>
        </pc:spChg>
        <pc:spChg chg="add del mod">
          <ac:chgData name="Josh Reiss" userId="a90d6cd88c30b6c6" providerId="LiveId" clId="{A2C4839B-2D62-46B1-83C2-3F75C9EA6317}" dt="2021-03-24T09:53:22.016" v="908"/>
          <ac:spMkLst>
            <pc:docMk/>
            <pc:sldMk cId="4013533354" sldId="351"/>
            <ac:spMk id="43" creationId="{B082F2C6-9246-4717-8BFA-3C93CD0CF9FE}"/>
          </ac:spMkLst>
        </pc:spChg>
        <pc:spChg chg="del mod topLvl">
          <ac:chgData name="Josh Reiss" userId="a90d6cd88c30b6c6" providerId="LiveId" clId="{A2C4839B-2D62-46B1-83C2-3F75C9EA6317}" dt="2021-03-24T10:50:35.454" v="987" actId="478"/>
          <ac:spMkLst>
            <pc:docMk/>
            <pc:sldMk cId="4013533354" sldId="351"/>
            <ac:spMk id="44" creationId="{00000000-0000-0000-0000-000000000000}"/>
          </ac:spMkLst>
        </pc:spChg>
        <pc:spChg chg="add del mod">
          <ac:chgData name="Josh Reiss" userId="a90d6cd88c30b6c6" providerId="LiveId" clId="{A2C4839B-2D62-46B1-83C2-3F75C9EA6317}" dt="2021-03-24T09:53:22.016" v="908"/>
          <ac:spMkLst>
            <pc:docMk/>
            <pc:sldMk cId="4013533354" sldId="351"/>
            <ac:spMk id="45" creationId="{7CC90795-8C47-4D4E-9137-B4BC7C8BCC74}"/>
          </ac:spMkLst>
        </pc:spChg>
        <pc:spChg chg="add mod">
          <ac:chgData name="Josh Reiss" userId="a90d6cd88c30b6c6" providerId="LiveId" clId="{A2C4839B-2D62-46B1-83C2-3F75C9EA6317}" dt="2021-03-24T09:53:54.751" v="913" actId="1076"/>
          <ac:spMkLst>
            <pc:docMk/>
            <pc:sldMk cId="4013533354" sldId="351"/>
            <ac:spMk id="46" creationId="{4ABDD5C1-3E2A-46F8-8AA5-A957A08EED9D}"/>
          </ac:spMkLst>
        </pc:spChg>
        <pc:spChg chg="add mod">
          <ac:chgData name="Josh Reiss" userId="a90d6cd88c30b6c6" providerId="LiveId" clId="{A2C4839B-2D62-46B1-83C2-3F75C9EA6317}" dt="2021-03-24T09:54:17.505" v="916" actId="1076"/>
          <ac:spMkLst>
            <pc:docMk/>
            <pc:sldMk cId="4013533354" sldId="351"/>
            <ac:spMk id="47" creationId="{28FD75DD-6017-44F7-B0BC-783AF4BCDBC1}"/>
          </ac:spMkLst>
        </pc:spChg>
        <pc:spChg chg="add mod">
          <ac:chgData name="Josh Reiss" userId="a90d6cd88c30b6c6" providerId="LiveId" clId="{A2C4839B-2D62-46B1-83C2-3F75C9EA6317}" dt="2021-03-24T09:55:34.515" v="961" actId="20577"/>
          <ac:spMkLst>
            <pc:docMk/>
            <pc:sldMk cId="4013533354" sldId="351"/>
            <ac:spMk id="48" creationId="{09F9186B-560A-4475-B0FA-59E5666B7006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51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4:54.981" v="945" actId="1035"/>
          <ac:spMkLst>
            <pc:docMk/>
            <pc:sldMk cId="4013533354" sldId="351"/>
            <ac:spMk id="55" creationId="{00000000-0000-0000-0000-000000000000}"/>
          </ac:spMkLst>
        </pc:spChg>
        <pc:spChg chg="mod topLvl">
          <ac:chgData name="Josh Reiss" userId="a90d6cd88c30b6c6" providerId="LiveId" clId="{A2C4839B-2D62-46B1-83C2-3F75C9EA6317}" dt="2021-03-24T09:50:49.846" v="878" actId="165"/>
          <ac:spMkLst>
            <pc:docMk/>
            <pc:sldMk cId="4013533354" sldId="351"/>
            <ac:spMk id="58" creationId="{00000000-0000-0000-0000-000000000000}"/>
          </ac:spMkLst>
        </pc:spChg>
        <pc:grpChg chg="add del mod">
          <ac:chgData name="Josh Reiss" userId="a90d6cd88c30b6c6" providerId="LiveId" clId="{A2C4839B-2D62-46B1-83C2-3F75C9EA6317}" dt="2021-03-24T09:45:36.227" v="797" actId="165"/>
          <ac:grpSpMkLst>
            <pc:docMk/>
            <pc:sldMk cId="4013533354" sldId="351"/>
            <ac:grpSpMk id="2" creationId="{648A547F-5A41-40E9-B924-3CB4D4A9814C}"/>
          </ac:grpSpMkLst>
        </pc:grpChg>
        <pc:grpChg chg="add del mod">
          <ac:chgData name="Josh Reiss" userId="a90d6cd88c30b6c6" providerId="LiveId" clId="{A2C4839B-2D62-46B1-83C2-3F75C9EA6317}" dt="2021-03-24T09:50:49.846" v="878" actId="165"/>
          <ac:grpSpMkLst>
            <pc:docMk/>
            <pc:sldMk cId="4013533354" sldId="351"/>
            <ac:grpSpMk id="3" creationId="{38B16952-EC20-4872-96BA-BEA900A3F231}"/>
          </ac:grpSpMkLst>
        </pc:grpChg>
        <pc:picChg chg="add mod">
          <ac:chgData name="Josh Reiss" userId="a90d6cd88c30b6c6" providerId="LiveId" clId="{A2C4839B-2D62-46B1-83C2-3F75C9EA6317}" dt="2021-03-24T09:18:41.336" v="757" actId="14100"/>
          <ac:picMkLst>
            <pc:docMk/>
            <pc:sldMk cId="4013533354" sldId="351"/>
            <ac:picMk id="31" creationId="{908223B5-CDC0-4D8D-A247-979ECB67BB2D}"/>
          </ac:picMkLst>
        </pc:picChg>
        <pc:cxnChg chg="mod topLvl">
          <ac:chgData name="Josh Reiss" userId="a90d6cd88c30b6c6" providerId="LiveId" clId="{A2C4839B-2D62-46B1-83C2-3F75C9EA6317}" dt="2021-03-24T09:50:49.846" v="878" actId="165"/>
          <ac:cxnSpMkLst>
            <pc:docMk/>
            <pc:sldMk cId="4013533354" sldId="351"/>
            <ac:cxnSpMk id="15" creationId="{00000000-0000-0000-0000-000000000000}"/>
          </ac:cxnSpMkLst>
        </pc:cxnChg>
        <pc:cxnChg chg="mod topLvl">
          <ac:chgData name="Josh Reiss" userId="a90d6cd88c30b6c6" providerId="LiveId" clId="{A2C4839B-2D62-46B1-83C2-3F75C9EA6317}" dt="2021-03-24T09:50:49.846" v="878" actId="165"/>
          <ac:cxnSpMkLst>
            <pc:docMk/>
            <pc:sldMk cId="4013533354" sldId="351"/>
            <ac:cxnSpMk id="16" creationId="{00000000-0000-0000-0000-000000000000}"/>
          </ac:cxnSpMkLst>
        </pc:cxnChg>
        <pc:cxnChg chg="mod topLvl">
          <ac:chgData name="Josh Reiss" userId="a90d6cd88c30b6c6" providerId="LiveId" clId="{A2C4839B-2D62-46B1-83C2-3F75C9EA6317}" dt="2021-03-24T09:50:49.846" v="878" actId="165"/>
          <ac:cxnSpMkLst>
            <pc:docMk/>
            <pc:sldMk cId="4013533354" sldId="351"/>
            <ac:cxnSpMk id="22" creationId="{00000000-0000-0000-0000-000000000000}"/>
          </ac:cxnSpMkLst>
        </pc:cxnChg>
        <pc:cxnChg chg="mod topLvl">
          <ac:chgData name="Josh Reiss" userId="a90d6cd88c30b6c6" providerId="LiveId" clId="{A2C4839B-2D62-46B1-83C2-3F75C9EA6317}" dt="2021-03-24T09:50:49.846" v="878" actId="165"/>
          <ac:cxnSpMkLst>
            <pc:docMk/>
            <pc:sldMk cId="4013533354" sldId="351"/>
            <ac:cxnSpMk id="23" creationId="{00000000-0000-0000-0000-000000000000}"/>
          </ac:cxnSpMkLst>
        </pc:cxnChg>
        <pc:cxnChg chg="mod topLvl">
          <ac:chgData name="Josh Reiss" userId="a90d6cd88c30b6c6" providerId="LiveId" clId="{A2C4839B-2D62-46B1-83C2-3F75C9EA6317}" dt="2021-03-24T10:48:35.732" v="986" actId="14100"/>
          <ac:cxnSpMkLst>
            <pc:docMk/>
            <pc:sldMk cId="4013533354" sldId="351"/>
            <ac:cxnSpMk id="29" creationId="{00000000-0000-0000-0000-000000000000}"/>
          </ac:cxnSpMkLst>
        </pc:cxnChg>
        <pc:cxnChg chg="mod topLvl">
          <ac:chgData name="Josh Reiss" userId="a90d6cd88c30b6c6" providerId="LiveId" clId="{A2C4839B-2D62-46B1-83C2-3F75C9EA6317}" dt="2021-03-24T09:50:49.846" v="878" actId="165"/>
          <ac:cxnSpMkLst>
            <pc:docMk/>
            <pc:sldMk cId="4013533354" sldId="351"/>
            <ac:cxnSpMk id="32" creationId="{00000000-0000-0000-0000-000000000000}"/>
          </ac:cxnSpMkLst>
        </pc:cxnChg>
        <pc:cxnChg chg="add mod">
          <ac:chgData name="Josh Reiss" userId="a90d6cd88c30b6c6" providerId="LiveId" clId="{A2C4839B-2D62-46B1-83C2-3F75C9EA6317}" dt="2021-03-24T09:54:01.416" v="914" actId="14100"/>
          <ac:cxnSpMkLst>
            <pc:docMk/>
            <pc:sldMk cId="4013533354" sldId="351"/>
            <ac:cxnSpMk id="35" creationId="{14BF40D4-20BC-4DD0-8EFF-98F904D43102}"/>
          </ac:cxnSpMkLst>
        </pc:cxnChg>
        <pc:cxnChg chg="add del mod">
          <ac:chgData name="Josh Reiss" userId="a90d6cd88c30b6c6" providerId="LiveId" clId="{A2C4839B-2D62-46B1-83C2-3F75C9EA6317}" dt="2021-03-24T09:53:23.850" v="909" actId="478"/>
          <ac:cxnSpMkLst>
            <pc:docMk/>
            <pc:sldMk cId="4013533354" sldId="351"/>
            <ac:cxnSpMk id="39" creationId="{41082AE4-2461-4D1A-91EC-4F0204E6A6ED}"/>
          </ac:cxnSpMkLst>
        </pc:cxnChg>
        <pc:cxnChg chg="mod topLvl">
          <ac:chgData name="Josh Reiss" userId="a90d6cd88c30b6c6" providerId="LiveId" clId="{A2C4839B-2D62-46B1-83C2-3F75C9EA6317}" dt="2021-03-24T09:50:49.846" v="878" actId="165"/>
          <ac:cxnSpMkLst>
            <pc:docMk/>
            <pc:sldMk cId="4013533354" sldId="351"/>
            <ac:cxnSpMk id="41" creationId="{00000000-0000-0000-0000-000000000000}"/>
          </ac:cxnSpMkLst>
        </pc:cxnChg>
        <pc:cxnChg chg="mod topLvl">
          <ac:chgData name="Josh Reiss" userId="a90d6cd88c30b6c6" providerId="LiveId" clId="{A2C4839B-2D62-46B1-83C2-3F75C9EA6317}" dt="2021-03-24T09:50:49.846" v="878" actId="165"/>
          <ac:cxnSpMkLst>
            <pc:docMk/>
            <pc:sldMk cId="4013533354" sldId="351"/>
            <ac:cxnSpMk id="56" creationId="{00000000-0000-0000-0000-000000000000}"/>
          </ac:cxnSpMkLst>
        </pc:cxnChg>
      </pc:sldChg>
    </pc:docChg>
  </pc:docChgLst>
  <pc:docChgLst>
    <pc:chgData name="Josh Reiss" userId="a90d6cd88c30b6c6" providerId="LiveId" clId="{F5E66EBD-B56B-4598-971B-5EDDF47B6834}"/>
    <pc:docChg chg="addSection modSection">
      <pc:chgData name="Josh Reiss" userId="a90d6cd88c30b6c6" providerId="LiveId" clId="{F5E66EBD-B56B-4598-971B-5EDDF47B6834}" dt="2021-06-11T14:28:27.187" v="1" actId="1784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2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296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1pPr>
    <a:lvl2pPr marL="457129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2pPr>
    <a:lvl3pPr marL="914260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3pPr>
    <a:lvl4pPr marL="1371390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4pPr>
    <a:lvl5pPr marL="1828518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Gill Sans" charset="0"/>
        <a:ea typeface="+mn-ea"/>
        <a:cs typeface="+mn-cs"/>
      </a:defRPr>
    </a:lvl5pPr>
    <a:lvl6pPr marL="2285650" algn="l" defTabSz="91426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2778" algn="l" defTabSz="91426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99909" algn="l" defTabSz="91426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039" algn="l" defTabSz="91426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9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42990" eaLnBrk="1" hangingPunct="1">
              <a:spcBef>
                <a:spcPts val="447"/>
              </a:spcBef>
            </a:pPr>
            <a:endParaRPr lang="en-US" dirty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19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5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61905" eaLnBrk="1" hangingPunct="1">
              <a:spcBef>
                <a:spcPts val="637"/>
              </a:spcBef>
            </a:pPr>
            <a:endParaRPr lang="en-US" sz="1700" dirty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33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61905" eaLnBrk="1" hangingPunct="1">
              <a:spcBef>
                <a:spcPts val="637"/>
              </a:spcBef>
            </a:pPr>
            <a:endParaRPr lang="en-US" sz="1700" dirty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30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7402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single channel convolution operates on a mono audio input, using a mono impulse response, and generating a mono output. 1-&gt;1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Then mono to stereo 1-2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Stereo to mono 2-&gt;1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The remaining images illustrate the cases for mono and stereo playback where the number of input channels is 1 or 2, and the number of channels in the buffer is 1, 2, or 4. If you want other matrixing options, you can use the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ChannelSplitterNode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, multiple single-channel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ConvolverNodes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 and then a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ChannelMergerNode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7363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single channel convolution operates on a mono audio input, using a mono impulse response, and generating a mono output. 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The remaining images illustrate the cases for mono and stereo playback where the number of input channels is 1 or 2, and the number of channels in the buffer is 1, 2, or 4. If you want other matrixing options, you can use the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ChannelSplitterNode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, multiple single-channel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ConvolverNodes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 and then a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ChannelMergerNode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.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2-&gt;4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Gill Sans" charset="0"/>
                <a:ea typeface="+mn-ea"/>
                <a:cs typeface="+mn-cs"/>
              </a:rPr>
              <a:t>1-&gt;4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45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6" y="3030540"/>
            <a:ext cx="11055350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9"/>
            <a:ext cx="9102726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129" indent="0" algn="ctr">
              <a:buNone/>
              <a:defRPr/>
            </a:lvl2pPr>
            <a:lvl3pPr marL="914260" indent="0" algn="ctr">
              <a:buNone/>
              <a:defRPr/>
            </a:lvl3pPr>
            <a:lvl4pPr marL="1371390" indent="0" algn="ctr">
              <a:buNone/>
              <a:defRPr/>
            </a:lvl4pPr>
            <a:lvl5pPr marL="1828518" indent="0" algn="ctr">
              <a:buNone/>
              <a:defRPr/>
            </a:lvl5pPr>
            <a:lvl6pPr marL="2285650" indent="0" algn="ctr">
              <a:buNone/>
              <a:defRPr/>
            </a:lvl6pPr>
            <a:lvl7pPr marL="2742778" indent="0" algn="ctr">
              <a:buNone/>
              <a:defRPr/>
            </a:lvl7pPr>
            <a:lvl8pPr marL="3199909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2"/>
            <a:ext cx="11053761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49"/>
            <a:ext cx="11053761" cy="21336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29" indent="0">
              <a:buNone/>
              <a:defRPr sz="1800"/>
            </a:lvl2pPr>
            <a:lvl3pPr marL="914260" indent="0">
              <a:buNone/>
              <a:defRPr sz="1600"/>
            </a:lvl3pPr>
            <a:lvl4pPr marL="1371390" indent="0">
              <a:buNone/>
              <a:defRPr sz="1400"/>
            </a:lvl4pPr>
            <a:lvl5pPr marL="1828518" indent="0">
              <a:buNone/>
              <a:defRPr sz="1400"/>
            </a:lvl5pPr>
            <a:lvl6pPr marL="2285650" indent="0">
              <a:buNone/>
              <a:defRPr sz="1400"/>
            </a:lvl6pPr>
            <a:lvl7pPr marL="2742778" indent="0">
              <a:buNone/>
              <a:defRPr sz="1400"/>
            </a:lvl7pPr>
            <a:lvl8pPr marL="3199909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2" y="5029200"/>
            <a:ext cx="5156200" cy="1181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81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6" y="2182814"/>
            <a:ext cx="5745163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6" y="3092451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90" y="2182814"/>
            <a:ext cx="5748336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90" y="3092451"/>
            <a:ext cx="5748336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9" y="388943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9"/>
            <a:ext cx="7269163" cy="8323263"/>
          </a:xfrm>
        </p:spPr>
        <p:txBody>
          <a:bodyPr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9" y="2041526"/>
            <a:ext cx="4278313" cy="6670674"/>
          </a:xfrm>
        </p:spPr>
        <p:txBody>
          <a:bodyPr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9" y="6827839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9" y="871538"/>
            <a:ext cx="7802563" cy="5851526"/>
          </a:xfrm>
        </p:spPr>
        <p:txBody>
          <a:bodyPr/>
          <a:lstStyle>
            <a:lvl1pPr marL="0" indent="0">
              <a:buNone/>
              <a:defRPr sz="3100"/>
            </a:lvl1pPr>
            <a:lvl2pPr marL="457129" indent="0">
              <a:buNone/>
              <a:defRPr sz="2800"/>
            </a:lvl2pPr>
            <a:lvl3pPr marL="914260" indent="0">
              <a:buNone/>
              <a:defRPr sz="2400"/>
            </a:lvl3pPr>
            <a:lvl4pPr marL="1371390" indent="0">
              <a:buNone/>
              <a:defRPr sz="2000"/>
            </a:lvl4pPr>
            <a:lvl5pPr marL="1828518" indent="0">
              <a:buNone/>
              <a:defRPr sz="2000"/>
            </a:lvl5pPr>
            <a:lvl6pPr marL="2285650" indent="0">
              <a:buNone/>
              <a:defRPr sz="2000"/>
            </a:lvl6pPr>
            <a:lvl7pPr marL="2742778" indent="0">
              <a:buNone/>
              <a:defRPr sz="2000"/>
            </a:lvl7pPr>
            <a:lvl8pPr marL="3199909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9" y="7634290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599" y="1638299"/>
            <a:ext cx="2616201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4" y="1638299"/>
            <a:ext cx="7696201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6" y="3030540"/>
            <a:ext cx="11055350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9"/>
            <a:ext cx="9102726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129" indent="0" algn="ctr">
              <a:buNone/>
              <a:defRPr/>
            </a:lvl2pPr>
            <a:lvl3pPr marL="914260" indent="0" algn="ctr">
              <a:buNone/>
              <a:defRPr/>
            </a:lvl3pPr>
            <a:lvl4pPr marL="1371390" indent="0" algn="ctr">
              <a:buNone/>
              <a:defRPr/>
            </a:lvl4pPr>
            <a:lvl5pPr marL="1828518" indent="0" algn="ctr">
              <a:buNone/>
              <a:defRPr/>
            </a:lvl5pPr>
            <a:lvl6pPr marL="2285650" indent="0" algn="ctr">
              <a:buNone/>
              <a:defRPr/>
            </a:lvl6pPr>
            <a:lvl7pPr marL="2742778" indent="0" algn="ctr">
              <a:buNone/>
              <a:defRPr/>
            </a:lvl7pPr>
            <a:lvl8pPr marL="3199909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2"/>
            <a:ext cx="11053761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49"/>
            <a:ext cx="11053761" cy="21336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29" indent="0">
              <a:buNone/>
              <a:defRPr sz="1800"/>
            </a:lvl2pPr>
            <a:lvl3pPr marL="914260" indent="0">
              <a:buNone/>
              <a:defRPr sz="1600"/>
            </a:lvl3pPr>
            <a:lvl4pPr marL="1371390" indent="0">
              <a:buNone/>
              <a:defRPr sz="1400"/>
            </a:lvl4pPr>
            <a:lvl5pPr marL="1828518" indent="0">
              <a:buNone/>
              <a:defRPr sz="1400"/>
            </a:lvl5pPr>
            <a:lvl6pPr marL="2285650" indent="0">
              <a:buNone/>
              <a:defRPr sz="1400"/>
            </a:lvl6pPr>
            <a:lvl7pPr marL="2742778" indent="0">
              <a:buNone/>
              <a:defRPr sz="1400"/>
            </a:lvl7pPr>
            <a:lvl8pPr marL="3199909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" y="1130300"/>
            <a:ext cx="6330950" cy="8547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97651" y="1130300"/>
            <a:ext cx="6330950" cy="8547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6" y="2182814"/>
            <a:ext cx="5745163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6" y="3092451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90" y="2182814"/>
            <a:ext cx="5748336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90" y="3092451"/>
            <a:ext cx="5748336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9" y="388943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9"/>
            <a:ext cx="7269163" cy="8323263"/>
          </a:xfrm>
        </p:spPr>
        <p:txBody>
          <a:bodyPr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9" y="2041526"/>
            <a:ext cx="4278313" cy="6670674"/>
          </a:xfrm>
        </p:spPr>
        <p:txBody>
          <a:bodyPr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9" y="6827839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9" y="871538"/>
            <a:ext cx="7802563" cy="5851526"/>
          </a:xfrm>
        </p:spPr>
        <p:txBody>
          <a:bodyPr/>
          <a:lstStyle>
            <a:lvl1pPr marL="0" indent="0">
              <a:buNone/>
              <a:defRPr sz="3100"/>
            </a:lvl1pPr>
            <a:lvl2pPr marL="457129" indent="0">
              <a:buNone/>
              <a:defRPr sz="2800"/>
            </a:lvl2pPr>
            <a:lvl3pPr marL="914260" indent="0">
              <a:buNone/>
              <a:defRPr sz="2400"/>
            </a:lvl3pPr>
            <a:lvl4pPr marL="1371390" indent="0">
              <a:buNone/>
              <a:defRPr sz="2000"/>
            </a:lvl4pPr>
            <a:lvl5pPr marL="1828518" indent="0">
              <a:buNone/>
              <a:defRPr sz="2000"/>
            </a:lvl5pPr>
            <a:lvl6pPr marL="2285650" indent="0">
              <a:buNone/>
              <a:defRPr sz="2000"/>
            </a:lvl6pPr>
            <a:lvl7pPr marL="2742778" indent="0">
              <a:buNone/>
              <a:defRPr sz="2000"/>
            </a:lvl7pPr>
            <a:lvl8pPr marL="3199909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9" y="7634290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8675" y="50802"/>
            <a:ext cx="3209926" cy="9626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904" y="50802"/>
            <a:ext cx="9477375" cy="9626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6" y="3030540"/>
            <a:ext cx="11055350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9"/>
            <a:ext cx="9102726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129" indent="0" algn="ctr">
              <a:buNone/>
              <a:defRPr/>
            </a:lvl2pPr>
            <a:lvl3pPr marL="914260" indent="0" algn="ctr">
              <a:buNone/>
              <a:defRPr/>
            </a:lvl3pPr>
            <a:lvl4pPr marL="1371390" indent="0" algn="ctr">
              <a:buNone/>
              <a:defRPr/>
            </a:lvl4pPr>
            <a:lvl5pPr marL="1828518" indent="0" algn="ctr">
              <a:buNone/>
              <a:defRPr/>
            </a:lvl5pPr>
            <a:lvl6pPr marL="2285650" indent="0" algn="ctr">
              <a:buNone/>
              <a:defRPr/>
            </a:lvl6pPr>
            <a:lvl7pPr marL="2742778" indent="0" algn="ctr">
              <a:buNone/>
              <a:defRPr/>
            </a:lvl7pPr>
            <a:lvl8pPr marL="3199909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2"/>
            <a:ext cx="11053761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49"/>
            <a:ext cx="11053761" cy="21336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29" indent="0">
              <a:buNone/>
              <a:defRPr sz="1800"/>
            </a:lvl2pPr>
            <a:lvl3pPr marL="914260" indent="0">
              <a:buNone/>
              <a:defRPr sz="1600"/>
            </a:lvl3pPr>
            <a:lvl4pPr marL="1371390" indent="0">
              <a:buNone/>
              <a:defRPr sz="1400"/>
            </a:lvl4pPr>
            <a:lvl5pPr marL="1828518" indent="0">
              <a:buNone/>
              <a:defRPr sz="1400"/>
            </a:lvl5pPr>
            <a:lvl6pPr marL="2285650" indent="0">
              <a:buNone/>
              <a:defRPr sz="1400"/>
            </a:lvl6pPr>
            <a:lvl7pPr marL="2742778" indent="0">
              <a:buNone/>
              <a:defRPr sz="1400"/>
            </a:lvl7pPr>
            <a:lvl8pPr marL="3199909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" y="1130300"/>
            <a:ext cx="6330950" cy="8547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97651" y="1130300"/>
            <a:ext cx="6330950" cy="8547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6" y="2182814"/>
            <a:ext cx="5745163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6" y="3092451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90" y="2182814"/>
            <a:ext cx="5748336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90" y="3092451"/>
            <a:ext cx="5748336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9" y="388943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9"/>
            <a:ext cx="7269163" cy="8323263"/>
          </a:xfrm>
        </p:spPr>
        <p:txBody>
          <a:bodyPr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9" y="2041526"/>
            <a:ext cx="4278313" cy="6670674"/>
          </a:xfrm>
        </p:spPr>
        <p:txBody>
          <a:bodyPr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9" y="6827839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9" y="871538"/>
            <a:ext cx="7802563" cy="5851526"/>
          </a:xfrm>
        </p:spPr>
        <p:txBody>
          <a:bodyPr/>
          <a:lstStyle>
            <a:lvl1pPr marL="0" indent="0">
              <a:buNone/>
              <a:defRPr sz="3100"/>
            </a:lvl1pPr>
            <a:lvl2pPr marL="457129" indent="0">
              <a:buNone/>
              <a:defRPr sz="2800"/>
            </a:lvl2pPr>
            <a:lvl3pPr marL="914260" indent="0">
              <a:buNone/>
              <a:defRPr sz="2400"/>
            </a:lvl3pPr>
            <a:lvl4pPr marL="1371390" indent="0">
              <a:buNone/>
              <a:defRPr sz="2000"/>
            </a:lvl4pPr>
            <a:lvl5pPr marL="1828518" indent="0">
              <a:buNone/>
              <a:defRPr sz="2000"/>
            </a:lvl5pPr>
            <a:lvl6pPr marL="2285650" indent="0">
              <a:buNone/>
              <a:defRPr sz="2000"/>
            </a:lvl6pPr>
            <a:lvl7pPr marL="2742778" indent="0">
              <a:buNone/>
              <a:defRPr sz="2000"/>
            </a:lvl7pPr>
            <a:lvl8pPr marL="3199909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9" y="7634290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8675" y="50802"/>
            <a:ext cx="3209926" cy="9626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904" y="50802"/>
            <a:ext cx="9477375" cy="9626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6" y="3030540"/>
            <a:ext cx="11055350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9"/>
            <a:ext cx="9102726" cy="2492375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 algn="ctr">
              <a:buNone/>
              <a:defRPr/>
            </a:lvl1pPr>
            <a:lvl2pPr marL="457129" indent="0" algn="ctr">
              <a:buNone/>
              <a:defRPr/>
            </a:lvl2pPr>
            <a:lvl3pPr marL="914260" indent="0" algn="ctr">
              <a:buNone/>
              <a:defRPr/>
            </a:lvl3pPr>
            <a:lvl4pPr marL="1371390" indent="0" algn="ctr">
              <a:buNone/>
              <a:defRPr/>
            </a:lvl4pPr>
            <a:lvl5pPr marL="1828518" indent="0" algn="ctr">
              <a:buNone/>
              <a:defRPr/>
            </a:lvl5pPr>
            <a:lvl6pPr marL="2285650" indent="0" algn="ctr">
              <a:buNone/>
              <a:defRPr/>
            </a:lvl6pPr>
            <a:lvl7pPr marL="2742778" indent="0" algn="ctr">
              <a:buNone/>
              <a:defRPr/>
            </a:lvl7pPr>
            <a:lvl8pPr marL="3199909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6" y="2276479"/>
            <a:ext cx="11703050" cy="6435725"/>
          </a:xfrm>
          <a:prstGeom prst="rect">
            <a:avLst/>
          </a:prstGeom>
        </p:spPr>
        <p:txBody>
          <a:bodyPr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2"/>
            <a:ext cx="11053761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49"/>
            <a:ext cx="11053761" cy="2133601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000"/>
            </a:lvl1pPr>
            <a:lvl2pPr marL="457129" indent="0">
              <a:buNone/>
              <a:defRPr sz="1800"/>
            </a:lvl2pPr>
            <a:lvl3pPr marL="914260" indent="0">
              <a:buNone/>
              <a:defRPr sz="1600"/>
            </a:lvl3pPr>
            <a:lvl4pPr marL="1371390" indent="0">
              <a:buNone/>
              <a:defRPr sz="1400"/>
            </a:lvl4pPr>
            <a:lvl5pPr marL="1828518" indent="0">
              <a:buNone/>
              <a:defRPr sz="1400"/>
            </a:lvl5pPr>
            <a:lvl6pPr marL="2285650" indent="0">
              <a:buNone/>
              <a:defRPr sz="1400"/>
            </a:lvl6pPr>
            <a:lvl7pPr marL="2742778" indent="0">
              <a:buNone/>
              <a:defRPr sz="1400"/>
            </a:lvl7pPr>
            <a:lvl8pPr marL="3199909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8" y="2276479"/>
            <a:ext cx="5775324" cy="643572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2" y="2276479"/>
            <a:ext cx="5775324" cy="643572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6" y="2182814"/>
            <a:ext cx="5745163" cy="909638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6" y="3092451"/>
            <a:ext cx="5745163" cy="56197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90" y="2182814"/>
            <a:ext cx="5748336" cy="909638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90" y="3092451"/>
            <a:ext cx="5748336" cy="56197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9" y="388943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9"/>
            <a:ext cx="7269163" cy="8323263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9" y="2041526"/>
            <a:ext cx="4278313" cy="6670674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9" y="6827839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9" y="871538"/>
            <a:ext cx="7802563" cy="5851526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3100"/>
            </a:lvl1pPr>
            <a:lvl2pPr marL="457129" indent="0">
              <a:buNone/>
              <a:defRPr sz="2800"/>
            </a:lvl2pPr>
            <a:lvl3pPr marL="914260" indent="0">
              <a:buNone/>
              <a:defRPr sz="2400"/>
            </a:lvl3pPr>
            <a:lvl4pPr marL="1371390" indent="0">
              <a:buNone/>
              <a:defRPr sz="2000"/>
            </a:lvl4pPr>
            <a:lvl5pPr marL="1828518" indent="0">
              <a:buNone/>
              <a:defRPr sz="2000"/>
            </a:lvl5pPr>
            <a:lvl6pPr marL="2285650" indent="0">
              <a:buNone/>
              <a:defRPr sz="2000"/>
            </a:lvl6pPr>
            <a:lvl7pPr marL="2742778" indent="0">
              <a:buNone/>
              <a:defRPr sz="2000"/>
            </a:lvl7pPr>
            <a:lvl8pPr marL="3199909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9" y="7634290"/>
            <a:ext cx="7802563" cy="114458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6" y="2276479"/>
            <a:ext cx="11703050" cy="6435725"/>
          </a:xfrm>
          <a:prstGeom prst="rect">
            <a:avLst/>
          </a:prstGeom>
        </p:spPr>
        <p:txBody>
          <a:bodyPr vert="eaVert"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99625" y="50801"/>
            <a:ext cx="3203575" cy="866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904" y="50801"/>
            <a:ext cx="9458325" cy="8661400"/>
          </a:xfrm>
          <a:prstGeom prst="rect">
            <a:avLst/>
          </a:prstGeom>
        </p:spPr>
        <p:txBody>
          <a:bodyPr vert="eaVert"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6" y="3030540"/>
            <a:ext cx="11055350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9"/>
            <a:ext cx="9102726" cy="2492375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 algn="ctr">
              <a:buNone/>
              <a:defRPr/>
            </a:lvl1pPr>
            <a:lvl2pPr marL="457129" indent="0" algn="ctr">
              <a:buNone/>
              <a:defRPr/>
            </a:lvl2pPr>
            <a:lvl3pPr marL="914260" indent="0" algn="ctr">
              <a:buNone/>
              <a:defRPr/>
            </a:lvl3pPr>
            <a:lvl4pPr marL="1371390" indent="0" algn="ctr">
              <a:buNone/>
              <a:defRPr/>
            </a:lvl4pPr>
            <a:lvl5pPr marL="1828518" indent="0" algn="ctr">
              <a:buNone/>
              <a:defRPr/>
            </a:lvl5pPr>
            <a:lvl6pPr marL="2285650" indent="0" algn="ctr">
              <a:buNone/>
              <a:defRPr/>
            </a:lvl6pPr>
            <a:lvl7pPr marL="2742778" indent="0" algn="ctr">
              <a:buNone/>
              <a:defRPr/>
            </a:lvl7pPr>
            <a:lvl8pPr marL="3199909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6" y="2276479"/>
            <a:ext cx="11703050" cy="6435725"/>
          </a:xfrm>
          <a:prstGeom prst="rect">
            <a:avLst/>
          </a:prstGeom>
        </p:spPr>
        <p:txBody>
          <a:bodyPr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2"/>
            <a:ext cx="11053761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49"/>
            <a:ext cx="11053761" cy="2133601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000"/>
            </a:lvl1pPr>
            <a:lvl2pPr marL="457129" indent="0">
              <a:buNone/>
              <a:defRPr sz="1800"/>
            </a:lvl2pPr>
            <a:lvl3pPr marL="914260" indent="0">
              <a:buNone/>
              <a:defRPr sz="1600"/>
            </a:lvl3pPr>
            <a:lvl4pPr marL="1371390" indent="0">
              <a:buNone/>
              <a:defRPr sz="1400"/>
            </a:lvl4pPr>
            <a:lvl5pPr marL="1828518" indent="0">
              <a:buNone/>
              <a:defRPr sz="1400"/>
            </a:lvl5pPr>
            <a:lvl6pPr marL="2285650" indent="0">
              <a:buNone/>
              <a:defRPr sz="1400"/>
            </a:lvl6pPr>
            <a:lvl7pPr marL="2742778" indent="0">
              <a:buNone/>
              <a:defRPr sz="1400"/>
            </a:lvl7pPr>
            <a:lvl8pPr marL="3199909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8" y="2276479"/>
            <a:ext cx="5775324" cy="643572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2" y="2276479"/>
            <a:ext cx="5775324" cy="643572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6" y="2182814"/>
            <a:ext cx="5745163" cy="909638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6" y="3092451"/>
            <a:ext cx="5745163" cy="56197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90" y="2182814"/>
            <a:ext cx="5748336" cy="909638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90" y="3092451"/>
            <a:ext cx="5748336" cy="56197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9" y="388943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9"/>
            <a:ext cx="7269163" cy="8323263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9" y="2041526"/>
            <a:ext cx="4278313" cy="6670674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9" y="6827839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9" y="871538"/>
            <a:ext cx="7802563" cy="5851526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3100"/>
            </a:lvl1pPr>
            <a:lvl2pPr marL="457129" indent="0">
              <a:buNone/>
              <a:defRPr sz="2800"/>
            </a:lvl2pPr>
            <a:lvl3pPr marL="914260" indent="0">
              <a:buNone/>
              <a:defRPr sz="2400"/>
            </a:lvl3pPr>
            <a:lvl4pPr marL="1371390" indent="0">
              <a:buNone/>
              <a:defRPr sz="2000"/>
            </a:lvl4pPr>
            <a:lvl5pPr marL="1828518" indent="0">
              <a:buNone/>
              <a:defRPr sz="2000"/>
            </a:lvl5pPr>
            <a:lvl6pPr marL="2285650" indent="0">
              <a:buNone/>
              <a:defRPr sz="2000"/>
            </a:lvl6pPr>
            <a:lvl7pPr marL="2742778" indent="0">
              <a:buNone/>
              <a:defRPr sz="2000"/>
            </a:lvl7pPr>
            <a:lvl8pPr marL="3199909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9" y="7634290"/>
            <a:ext cx="7802563" cy="114458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6" y="2276479"/>
            <a:ext cx="11703050" cy="6435725"/>
          </a:xfrm>
          <a:prstGeom prst="rect">
            <a:avLst/>
          </a:prstGeom>
        </p:spPr>
        <p:txBody>
          <a:bodyPr vert="eaVert"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99625" y="50801"/>
            <a:ext cx="3203575" cy="866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904" y="50801"/>
            <a:ext cx="9458325" cy="8661400"/>
          </a:xfrm>
          <a:prstGeom prst="rect">
            <a:avLst/>
          </a:prstGeom>
        </p:spPr>
        <p:txBody>
          <a:bodyPr vert="eaVert"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6" y="3030540"/>
            <a:ext cx="11055350" cy="20907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9"/>
            <a:ext cx="9102726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129" indent="0" algn="ctr">
              <a:buNone/>
              <a:defRPr/>
            </a:lvl2pPr>
            <a:lvl3pPr marL="914260" indent="0" algn="ctr">
              <a:buNone/>
              <a:defRPr/>
            </a:lvl3pPr>
            <a:lvl4pPr marL="1371390" indent="0" algn="ctr">
              <a:buNone/>
              <a:defRPr/>
            </a:lvl4pPr>
            <a:lvl5pPr marL="1828518" indent="0" algn="ctr">
              <a:buNone/>
              <a:defRPr/>
            </a:lvl5pPr>
            <a:lvl6pPr marL="2285650" indent="0" algn="ctr">
              <a:buNone/>
              <a:defRPr/>
            </a:lvl6pPr>
            <a:lvl7pPr marL="2742778" indent="0" algn="ctr">
              <a:buNone/>
              <a:defRPr/>
            </a:lvl7pPr>
            <a:lvl8pPr marL="3199909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2"/>
            <a:ext cx="11053761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49"/>
            <a:ext cx="11053761" cy="213360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29" indent="0">
              <a:buNone/>
              <a:defRPr sz="1800"/>
            </a:lvl2pPr>
            <a:lvl3pPr marL="914260" indent="0">
              <a:buNone/>
              <a:defRPr sz="1600"/>
            </a:lvl3pPr>
            <a:lvl4pPr marL="1371390" indent="0">
              <a:buNone/>
              <a:defRPr sz="1400"/>
            </a:lvl4pPr>
            <a:lvl5pPr marL="1828518" indent="0">
              <a:buNone/>
              <a:defRPr sz="1400"/>
            </a:lvl5pPr>
            <a:lvl6pPr marL="2285650" indent="0">
              <a:buNone/>
              <a:defRPr sz="1400"/>
            </a:lvl6pPr>
            <a:lvl7pPr marL="2742778" indent="0">
              <a:buNone/>
              <a:defRPr sz="1400"/>
            </a:lvl7pPr>
            <a:lvl8pPr marL="3199909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" y="1130300"/>
            <a:ext cx="6330950" cy="8547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97651" y="1130300"/>
            <a:ext cx="6330950" cy="8547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6" y="2182814"/>
            <a:ext cx="5745163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6" y="3092451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90" y="2182814"/>
            <a:ext cx="5748336" cy="909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90" y="3092451"/>
            <a:ext cx="5748336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9" y="388943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9"/>
            <a:ext cx="7269163" cy="8323263"/>
          </a:xfrm>
        </p:spPr>
        <p:txBody>
          <a:bodyPr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9" y="2041526"/>
            <a:ext cx="4278313" cy="6670674"/>
          </a:xfrm>
        </p:spPr>
        <p:txBody>
          <a:bodyPr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9" y="6827839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9" y="871538"/>
            <a:ext cx="7802563" cy="5851526"/>
          </a:xfrm>
        </p:spPr>
        <p:txBody>
          <a:bodyPr/>
          <a:lstStyle>
            <a:lvl1pPr marL="0" indent="0">
              <a:buNone/>
              <a:defRPr sz="3100"/>
            </a:lvl1pPr>
            <a:lvl2pPr marL="457129" indent="0">
              <a:buNone/>
              <a:defRPr sz="2800"/>
            </a:lvl2pPr>
            <a:lvl3pPr marL="914260" indent="0">
              <a:buNone/>
              <a:defRPr sz="2400"/>
            </a:lvl3pPr>
            <a:lvl4pPr marL="1371390" indent="0">
              <a:buNone/>
              <a:defRPr sz="2000"/>
            </a:lvl4pPr>
            <a:lvl5pPr marL="1828518" indent="0">
              <a:buNone/>
              <a:defRPr sz="2000"/>
            </a:lvl5pPr>
            <a:lvl6pPr marL="2285650" indent="0">
              <a:buNone/>
              <a:defRPr sz="2000"/>
            </a:lvl6pPr>
            <a:lvl7pPr marL="2742778" indent="0">
              <a:buNone/>
              <a:defRPr sz="2000"/>
            </a:lvl7pPr>
            <a:lvl8pPr marL="3199909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9" y="7634290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8675" y="50802"/>
            <a:ext cx="3209926" cy="9626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904" y="50802"/>
            <a:ext cx="9477375" cy="9626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6" y="3030540"/>
            <a:ext cx="11055350" cy="2090736"/>
          </a:xfrm>
          <a:prstGeom prst="rect">
            <a:avLst/>
          </a:prstGeom>
        </p:spPr>
        <p:txBody>
          <a:bodyPr lIns="91425" tIns="45712" rIns="91425" bIns="45712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9"/>
            <a:ext cx="9102726" cy="2492375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 algn="ctr">
              <a:buNone/>
              <a:defRPr/>
            </a:lvl1pPr>
            <a:lvl2pPr marL="457129" indent="0" algn="ctr">
              <a:buNone/>
              <a:defRPr/>
            </a:lvl2pPr>
            <a:lvl3pPr marL="914260" indent="0" algn="ctr">
              <a:buNone/>
              <a:defRPr/>
            </a:lvl3pPr>
            <a:lvl4pPr marL="1371390" indent="0" algn="ctr">
              <a:buNone/>
              <a:defRPr/>
            </a:lvl4pPr>
            <a:lvl5pPr marL="1828518" indent="0" algn="ctr">
              <a:buNone/>
              <a:defRPr/>
            </a:lvl5pPr>
            <a:lvl6pPr marL="2285650" indent="0" algn="ctr">
              <a:buNone/>
              <a:defRPr/>
            </a:lvl6pPr>
            <a:lvl7pPr marL="2742778" indent="0" algn="ctr">
              <a:buNone/>
              <a:defRPr/>
            </a:lvl7pPr>
            <a:lvl8pPr marL="3199909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  <a:prstGeom prst="rect">
            <a:avLst/>
          </a:prstGeom>
        </p:spPr>
        <p:txBody>
          <a:bodyPr lIns="91425" tIns="45712" rIns="91425" bIns="45712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6" y="2276479"/>
            <a:ext cx="11703050" cy="6435725"/>
          </a:xfrm>
          <a:prstGeom prst="rect">
            <a:avLst/>
          </a:prstGeom>
        </p:spPr>
        <p:txBody>
          <a:bodyPr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2"/>
            <a:ext cx="11053761" cy="1936750"/>
          </a:xfrm>
          <a:prstGeom prst="rect">
            <a:avLst/>
          </a:prstGeom>
        </p:spPr>
        <p:txBody>
          <a:bodyPr lIns="91425" tIns="45712" rIns="91425" bIns="45712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49"/>
            <a:ext cx="11053761" cy="2133601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000"/>
            </a:lvl1pPr>
            <a:lvl2pPr marL="457129" indent="0">
              <a:buNone/>
              <a:defRPr sz="1800"/>
            </a:lvl2pPr>
            <a:lvl3pPr marL="914260" indent="0">
              <a:buNone/>
              <a:defRPr sz="1600"/>
            </a:lvl3pPr>
            <a:lvl4pPr marL="1371390" indent="0">
              <a:buNone/>
              <a:defRPr sz="1400"/>
            </a:lvl4pPr>
            <a:lvl5pPr marL="1828518" indent="0">
              <a:buNone/>
              <a:defRPr sz="1400"/>
            </a:lvl5pPr>
            <a:lvl6pPr marL="2285650" indent="0">
              <a:buNone/>
              <a:defRPr sz="1400"/>
            </a:lvl6pPr>
            <a:lvl7pPr marL="2742778" indent="0">
              <a:buNone/>
              <a:defRPr sz="1400"/>
            </a:lvl7pPr>
            <a:lvl8pPr marL="3199909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  <a:prstGeom prst="rect">
            <a:avLst/>
          </a:prstGeom>
        </p:spPr>
        <p:txBody>
          <a:bodyPr lIns="91425" tIns="45712" rIns="91425" bIns="45712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8" y="2276479"/>
            <a:ext cx="5775324" cy="643572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2" y="2276479"/>
            <a:ext cx="5775324" cy="643572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6" y="2182814"/>
            <a:ext cx="5745163" cy="909638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6" y="3092451"/>
            <a:ext cx="5745163" cy="56197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90" y="2182814"/>
            <a:ext cx="5748336" cy="909638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/>
            </a:lvl1pPr>
            <a:lvl2pPr marL="457129" indent="0">
              <a:buNone/>
              <a:defRPr sz="2000" b="1"/>
            </a:lvl2pPr>
            <a:lvl3pPr marL="914260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8" indent="0">
              <a:buNone/>
              <a:defRPr sz="1600" b="1"/>
            </a:lvl5pPr>
            <a:lvl6pPr marL="2285650" indent="0">
              <a:buNone/>
              <a:defRPr sz="1600" b="1"/>
            </a:lvl6pPr>
            <a:lvl7pPr marL="2742778" indent="0">
              <a:buNone/>
              <a:defRPr sz="1600" b="1"/>
            </a:lvl7pPr>
            <a:lvl8pPr marL="3199909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90" y="3092451"/>
            <a:ext cx="5748336" cy="56197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  <a:prstGeom prst="rect">
            <a:avLst/>
          </a:prstGeom>
        </p:spPr>
        <p:txBody>
          <a:bodyPr lIns="91425" tIns="45712" rIns="91425" bIns="45712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9" y="388943"/>
            <a:ext cx="4278313" cy="1652587"/>
          </a:xfrm>
          <a:prstGeom prst="rect">
            <a:avLst/>
          </a:prstGeom>
        </p:spPr>
        <p:txBody>
          <a:bodyPr lIns="91425" tIns="45712" rIns="91425" bIns="45712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9"/>
            <a:ext cx="7269163" cy="8323263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31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9" y="2041526"/>
            <a:ext cx="4278313" cy="6670674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9" y="6827839"/>
            <a:ext cx="7802563" cy="806450"/>
          </a:xfrm>
          <a:prstGeom prst="rect">
            <a:avLst/>
          </a:prstGeom>
        </p:spPr>
        <p:txBody>
          <a:bodyPr lIns="91425" tIns="45712" rIns="91425" bIns="45712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9" y="871538"/>
            <a:ext cx="7802563" cy="5851526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3100"/>
            </a:lvl1pPr>
            <a:lvl2pPr marL="457129" indent="0">
              <a:buNone/>
              <a:defRPr sz="2800"/>
            </a:lvl2pPr>
            <a:lvl3pPr marL="914260" indent="0">
              <a:buNone/>
              <a:defRPr sz="2400"/>
            </a:lvl3pPr>
            <a:lvl4pPr marL="1371390" indent="0">
              <a:buNone/>
              <a:defRPr sz="2000"/>
            </a:lvl4pPr>
            <a:lvl5pPr marL="1828518" indent="0">
              <a:buNone/>
              <a:defRPr sz="2000"/>
            </a:lvl5pPr>
            <a:lvl6pPr marL="2285650" indent="0">
              <a:buNone/>
              <a:defRPr sz="2000"/>
            </a:lvl6pPr>
            <a:lvl7pPr marL="2742778" indent="0">
              <a:buNone/>
              <a:defRPr sz="2000"/>
            </a:lvl7pPr>
            <a:lvl8pPr marL="3199909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9" y="7634290"/>
            <a:ext cx="7802563" cy="114458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/>
            </a:lvl1pPr>
            <a:lvl2pPr marL="457129" indent="0">
              <a:buNone/>
              <a:defRPr sz="1100"/>
            </a:lvl2pPr>
            <a:lvl3pPr marL="914260" indent="0">
              <a:buNone/>
              <a:defRPr sz="1000"/>
            </a:lvl3pPr>
            <a:lvl4pPr marL="1371390" indent="0">
              <a:buNone/>
              <a:defRPr sz="900"/>
            </a:lvl4pPr>
            <a:lvl5pPr marL="1828518" indent="0">
              <a:buNone/>
              <a:defRPr sz="900"/>
            </a:lvl5pPr>
            <a:lvl6pPr marL="2285650" indent="0">
              <a:buNone/>
              <a:defRPr sz="900"/>
            </a:lvl6pPr>
            <a:lvl7pPr marL="2742778" indent="0">
              <a:buNone/>
              <a:defRPr sz="900"/>
            </a:lvl7pPr>
            <a:lvl8pPr marL="3199909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6" y="390525"/>
            <a:ext cx="11703050" cy="1625600"/>
          </a:xfrm>
          <a:prstGeom prst="rect">
            <a:avLst/>
          </a:prstGeom>
        </p:spPr>
        <p:txBody>
          <a:bodyPr lIns="91425" tIns="45712" rIns="91425" bIns="45712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6" y="2276479"/>
            <a:ext cx="11703050" cy="6435725"/>
          </a:xfrm>
          <a:prstGeom prst="rect">
            <a:avLst/>
          </a:prstGeom>
        </p:spPr>
        <p:txBody>
          <a:bodyPr vert="eaVert"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1" cy="8321675"/>
          </a:xfrm>
          <a:prstGeom prst="rect">
            <a:avLst/>
          </a:prstGeom>
        </p:spPr>
        <p:txBody>
          <a:bodyPr vert="eaVert" lIns="91425" tIns="45712" rIns="91425" bIns="45712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6" y="390525"/>
            <a:ext cx="8624887" cy="8321675"/>
          </a:xfrm>
          <a:prstGeom prst="rect">
            <a:avLst/>
          </a:prstGeom>
        </p:spPr>
        <p:txBody>
          <a:bodyPr vert="eaVert" lIns="91425" tIns="45712" rIns="91425" bIns="45712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3029939"/>
            <a:ext cx="11054080" cy="2090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0720" y="5527040"/>
            <a:ext cx="9103360" cy="24925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1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83666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22363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90" y="6267592"/>
            <a:ext cx="11054080" cy="1937173"/>
          </a:xfrm>
        </p:spPr>
        <p:txBody>
          <a:bodyPr anchor="t"/>
          <a:lstStyle>
            <a:lvl1pPr algn="l">
              <a:defRPr sz="5689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90" y="4133993"/>
            <a:ext cx="11054080" cy="2133599"/>
          </a:xfrm>
        </p:spPr>
        <p:txBody>
          <a:bodyPr anchor="b"/>
          <a:lstStyle>
            <a:lvl1pPr marL="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46417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240" y="2275841"/>
            <a:ext cx="5743787" cy="6436925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0773" y="2275841"/>
            <a:ext cx="5743787" cy="6436925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2908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183272"/>
            <a:ext cx="5746045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" y="3093155"/>
            <a:ext cx="5746045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6259" y="2183272"/>
            <a:ext cx="5748302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3093155"/>
            <a:ext cx="5748302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4260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345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34274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1" y="388338"/>
            <a:ext cx="4278490" cy="1652693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516" y="388339"/>
            <a:ext cx="7270044" cy="8324427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1" y="2041032"/>
            <a:ext cx="4278490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41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032" y="6827520"/>
            <a:ext cx="7802880" cy="806027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032" y="871502"/>
            <a:ext cx="7802880" cy="5852160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032" y="7633547"/>
            <a:ext cx="7802880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30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14723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480" y="390597"/>
            <a:ext cx="292608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240" y="390597"/>
            <a:ext cx="856149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64280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767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4" y="5029200"/>
            <a:ext cx="10464801" cy="1181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4" y="1638301"/>
            <a:ext cx="10464801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4" name="Line 3"/>
          <p:cNvSpPr>
            <a:spLocks noChangeShapeType="1"/>
          </p:cNvSpPr>
          <p:nvPr userDrawn="1"/>
        </p:nvSpPr>
        <p:spPr bwMode="auto">
          <a:xfrm rot="10800000" flipH="1">
            <a:off x="0" y="1052513"/>
            <a:ext cx="13001626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129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26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39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518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457129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91426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137139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1828518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8901" y="50802"/>
            <a:ext cx="12814300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2" y="1130300"/>
            <a:ext cx="12814300" cy="854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 rot="10800000" flipH="1">
            <a:off x="0" y="1052513"/>
            <a:ext cx="13001626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12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26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39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51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584110" indent="-380941" algn="l" rtl="0" eaLnBrk="0" fontAlgn="base" hangingPunct="0">
        <a:spcBef>
          <a:spcPts val="600"/>
        </a:spcBef>
        <a:spcAft>
          <a:spcPct val="0"/>
        </a:spcAft>
        <a:buSzPct val="150000"/>
        <a:buFont typeface="Arial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092031" indent="-380941" algn="l" rtl="0" eaLnBrk="0" fontAlgn="base" hangingPunct="0">
        <a:spcBef>
          <a:spcPts val="6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472974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17406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361838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18968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276096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33225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190356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8901" y="50802"/>
            <a:ext cx="12814300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2" y="1130300"/>
            <a:ext cx="12814300" cy="854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13" cstate="print"/>
          <a:srcRect l="1332" t="21324" r="708" b="23364"/>
          <a:stretch>
            <a:fillRect/>
          </a:stretch>
        </p:blipFill>
        <p:spPr bwMode="auto">
          <a:xfrm>
            <a:off x="10515600" y="9064626"/>
            <a:ext cx="2438400" cy="6889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076" name="Line 4"/>
          <p:cNvSpPr>
            <a:spLocks noChangeShapeType="1"/>
          </p:cNvSpPr>
          <p:nvPr/>
        </p:nvSpPr>
        <p:spPr bwMode="auto">
          <a:xfrm rot="10800000" flipH="1">
            <a:off x="0" y="1052513"/>
            <a:ext cx="13001626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12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26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39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51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584110" indent="-380941" algn="l" rtl="0" eaLnBrk="0" fontAlgn="base" hangingPunct="0">
        <a:spcBef>
          <a:spcPts val="600"/>
        </a:spcBef>
        <a:spcAft>
          <a:spcPct val="0"/>
        </a:spcAft>
        <a:buSzPct val="150000"/>
        <a:buFont typeface="Arial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092031" indent="-380941" algn="l" rtl="0" eaLnBrk="0" fontAlgn="base" hangingPunct="0">
        <a:spcBef>
          <a:spcPts val="6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472974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17406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361838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18968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276096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33225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190356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8901" y="50802"/>
            <a:ext cx="12814300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pic>
        <p:nvPicPr>
          <p:cNvPr id="5123" name="Picture 2"/>
          <p:cNvPicPr>
            <a:picLocks noChangeAspect="1" noChangeArrowheads="1"/>
          </p:cNvPicPr>
          <p:nvPr/>
        </p:nvPicPr>
        <p:blipFill>
          <a:blip r:embed="rId13" cstate="print"/>
          <a:srcRect l="1332" t="21324" r="708" b="23364"/>
          <a:stretch>
            <a:fillRect/>
          </a:stretch>
        </p:blipFill>
        <p:spPr bwMode="auto">
          <a:xfrm>
            <a:off x="10515600" y="9064626"/>
            <a:ext cx="2438400" cy="6889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099" name="Line 3"/>
          <p:cNvSpPr>
            <a:spLocks noChangeShapeType="1"/>
          </p:cNvSpPr>
          <p:nvPr/>
        </p:nvSpPr>
        <p:spPr bwMode="auto">
          <a:xfrm rot="10800000" flipH="1">
            <a:off x="0" y="1052513"/>
            <a:ext cx="13001626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12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26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39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51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634904" indent="-380941" algn="l" rtl="0" eaLnBrk="0" fontAlgn="base" hangingPunct="0">
        <a:spcBef>
          <a:spcPts val="1200"/>
        </a:spcBef>
        <a:spcAft>
          <a:spcPct val="0"/>
        </a:spcAft>
        <a:buSzPct val="150000"/>
        <a:buFont typeface="Arial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142824" indent="-380941" algn="l" rtl="0" eaLnBrk="0" fontAlgn="base" hangingPunct="0">
        <a:spcBef>
          <a:spcPts val="12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523765" indent="-317449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68197" indent="-317449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412629" indent="-317449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69761" indent="-317449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326888" indent="-317449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84019" indent="-317449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241150" indent="-317449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8901" y="50802"/>
            <a:ext cx="12814300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5122" name="Line 2"/>
          <p:cNvSpPr>
            <a:spLocks noChangeShapeType="1"/>
          </p:cNvSpPr>
          <p:nvPr/>
        </p:nvSpPr>
        <p:spPr bwMode="auto">
          <a:xfrm rot="10800000" flipH="1">
            <a:off x="0" y="1052513"/>
            <a:ext cx="13001626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12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26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39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51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634904" indent="-380941" algn="l" rtl="0" eaLnBrk="0" fontAlgn="base" hangingPunct="0">
        <a:spcBef>
          <a:spcPts val="1200"/>
        </a:spcBef>
        <a:spcAft>
          <a:spcPct val="0"/>
        </a:spcAft>
        <a:buSzPct val="150000"/>
        <a:buFont typeface="Arial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142824" indent="-380941" algn="l" rtl="0" eaLnBrk="0" fontAlgn="base" hangingPunct="0">
        <a:spcBef>
          <a:spcPts val="12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523765" indent="-317449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68197" indent="-317449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412629" indent="-317449" algn="l" rtl="0" eaLnBrk="0" fontAlgn="base" hangingPunct="0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69761" indent="-317449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326888" indent="-317449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84019" indent="-317449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241150" indent="-317449" algn="l" rtl="0" fontAlgn="base">
        <a:spcBef>
          <a:spcPts val="12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8901" y="50802"/>
            <a:ext cx="12814300" cy="92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2" y="1130300"/>
            <a:ext cx="12814300" cy="854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 rot="10800000" flipH="1">
            <a:off x="0" y="1052513"/>
            <a:ext cx="13001626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457129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91426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1371390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828518" algn="l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584110" indent="-380941" algn="l" rtl="0" eaLnBrk="0" fontAlgn="base" hangingPunct="0">
        <a:spcBef>
          <a:spcPts val="600"/>
        </a:spcBef>
        <a:spcAft>
          <a:spcPct val="0"/>
        </a:spcAft>
        <a:buSzPct val="150000"/>
        <a:buFont typeface="Arial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1092031" indent="-380941" algn="l" rtl="0" eaLnBrk="0" fontAlgn="base" hangingPunct="0">
        <a:spcBef>
          <a:spcPts val="600"/>
        </a:spcBef>
        <a:spcAft>
          <a:spcPct val="0"/>
        </a:spcAft>
        <a:buSzPct val="100000"/>
        <a:buFont typeface="Lucida Grande" charset="0"/>
        <a:buChar char="‣"/>
        <a:defRPr sz="36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472974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917406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2361838" indent="-317449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2818968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3276096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733225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4190356" indent="-317449" algn="l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3000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3"/>
          <p:cNvSpPr>
            <a:spLocks noChangeShapeType="1"/>
          </p:cNvSpPr>
          <p:nvPr userDrawn="1"/>
        </p:nvSpPr>
        <p:spPr bwMode="auto">
          <a:xfrm rot="10800000" flipH="1">
            <a:off x="0" y="1052513"/>
            <a:ext cx="13001626" cy="1587"/>
          </a:xfrm>
          <a:prstGeom prst="line">
            <a:avLst/>
          </a:prstGeom>
          <a:noFill/>
          <a:ln w="38100" cap="flat">
            <a:solidFill>
              <a:srgbClr val="254789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129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26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39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518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8864" indent="-571412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1333295" indent="-571412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777727" indent="-571412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2222159" indent="-571412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666591" indent="-571412" algn="l" rtl="0" eaLnBrk="0" fontAlgn="base" hangingPunct="0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3123722" indent="-571412" algn="l" rtl="0" fontAlgn="base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0849" indent="-571412" algn="l" rtl="0" fontAlgn="base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7981" indent="-571412" algn="l" rtl="0" fontAlgn="base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111" indent="-571412" algn="l" rtl="0" fontAlgn="base">
        <a:spcBef>
          <a:spcPts val="2399"/>
        </a:spcBef>
        <a:spcAft>
          <a:spcPct val="0"/>
        </a:spcAft>
        <a:buSzPct val="171000"/>
        <a:buFont typeface="Gill Sans" charset="0"/>
        <a:buChar char="•"/>
        <a:defRPr sz="43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78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275841"/>
            <a:ext cx="11704320" cy="6436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240" y="9040143"/>
            <a:ext cx="3034453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E1F0F-0326-49DA-AF30-5000B18BB4CF}" type="datetimeFigureOut">
              <a:rPr lang="en-GB" smtClean="0"/>
              <a:pPr/>
              <a:t>10/12/2021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43307" y="9040143"/>
            <a:ext cx="4118187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0107" y="9040143"/>
            <a:ext cx="3034453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6BB36-7299-4E85-8C53-97E41AAF9F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54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ctr" defTabSz="1300460" rtl="0" eaLnBrk="1" latinLnBrk="0" hangingPunct="1"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300460" rtl="0" eaLnBrk="1" latinLnBrk="0" hangingPunct="1">
        <a:spcBef>
          <a:spcPct val="20000"/>
        </a:spcBef>
        <a:buFont typeface="Arial" pitchFamily="34" charset="0"/>
        <a:buChar char="•"/>
        <a:defRPr sz="4551" kern="1200">
          <a:solidFill>
            <a:schemeClr val="tx1"/>
          </a:solidFill>
          <a:latin typeface="+mn-lt"/>
          <a:ea typeface="+mn-ea"/>
          <a:cs typeface="+mn-cs"/>
        </a:defRPr>
      </a:lvl1pPr>
      <a:lvl2pPr marL="1056623" indent="-406394" algn="l" defTabSz="1300460" rtl="0" eaLnBrk="1" latinLnBrk="0" hangingPunct="1">
        <a:spcBef>
          <a:spcPct val="20000"/>
        </a:spcBef>
        <a:buFont typeface="Arial" pitchFamily="34" charset="0"/>
        <a:buChar char="–"/>
        <a:defRPr sz="3982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spcBef>
          <a:spcPct val="20000"/>
        </a:spcBef>
        <a:buFont typeface="Arial" pitchFamily="34" charset="0"/>
        <a:buChar char="–"/>
        <a:defRPr sz="2844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spcBef>
          <a:spcPct val="20000"/>
        </a:spcBef>
        <a:buFont typeface="Arial" pitchFamily="34" charset="0"/>
        <a:buChar char="»"/>
        <a:defRPr sz="2844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/>
          </p:cNvSpPr>
          <p:nvPr/>
        </p:nvSpPr>
        <p:spPr bwMode="auto">
          <a:xfrm>
            <a:off x="1719915" y="1348408"/>
            <a:ext cx="9564970" cy="20882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GB" sz="66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Convolution and Reverb in the Web Audio API</a:t>
            </a:r>
            <a:endParaRPr lang="en-US" sz="66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099" y="5137720"/>
            <a:ext cx="5219701" cy="4419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5375846"/>
            <a:ext cx="5689600" cy="3937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592030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is reverberation?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8901" y="1143000"/>
            <a:ext cx="12814300" cy="8610600"/>
          </a:xfrm>
        </p:spPr>
        <p:txBody>
          <a:bodyPr anchor="t"/>
          <a:lstStyle/>
          <a:p>
            <a:pPr marL="634904" eaLnBrk="1" hangingPunct="1"/>
            <a:r>
              <a:rPr lang="en-US" dirty="0"/>
              <a:t>Series of </a:t>
            </a:r>
            <a:r>
              <a:rPr lang="en-US" dirty="0">
                <a:solidFill>
                  <a:srgbClr val="0000FF"/>
                </a:solidFill>
              </a:rPr>
              <a:t>delayed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attenuated</a:t>
            </a:r>
            <a:r>
              <a:rPr lang="en-US" dirty="0"/>
              <a:t> sound waves </a:t>
            </a:r>
          </a:p>
          <a:p>
            <a:pPr marL="1142824" lvl="1" eaLnBrk="1" hangingPunct="1"/>
            <a:r>
              <a:rPr lang="en-US" dirty="0"/>
              <a:t>Result of many </a:t>
            </a:r>
            <a:r>
              <a:rPr lang="en-US" dirty="0">
                <a:solidFill>
                  <a:srgbClr val="0000FF"/>
                </a:solidFill>
              </a:rPr>
              <a:t>reflections</a:t>
            </a:r>
            <a:r>
              <a:rPr lang="en-US" dirty="0"/>
              <a:t> within a space </a:t>
            </a:r>
          </a:p>
          <a:p>
            <a:pPr marL="634904" eaLnBrk="1" hangingPunct="1"/>
            <a:r>
              <a:rPr lang="en-US" dirty="0"/>
              <a:t>Multiple paths from a source to our ears</a:t>
            </a:r>
          </a:p>
          <a:p>
            <a:pPr marL="1142824" lvl="1" eaLnBrk="1" hangingPunct="1"/>
            <a:r>
              <a:rPr lang="en-US" dirty="0"/>
              <a:t>Direct path</a:t>
            </a:r>
          </a:p>
          <a:p>
            <a:pPr marL="1523765" lvl="2" eaLnBrk="1" hangingPunct="1"/>
            <a:r>
              <a:rPr lang="en-GB" dirty="0"/>
              <a:t>Strongest and first</a:t>
            </a:r>
            <a:endParaRPr lang="en-US" dirty="0"/>
          </a:p>
          <a:p>
            <a:pPr marL="1142824" lvl="1" eaLnBrk="1" hangingPunct="1"/>
            <a:r>
              <a:rPr lang="en-US" dirty="0"/>
              <a:t>Reflected paths, bouncing off walls or ceiling</a:t>
            </a:r>
          </a:p>
          <a:p>
            <a:pPr marL="1523765" lvl="2" eaLnBrk="1" hangingPunct="1"/>
            <a:r>
              <a:rPr lang="en-GB" dirty="0"/>
              <a:t>Weaker and arrive later</a:t>
            </a:r>
            <a:endParaRPr lang="en-US" dirty="0"/>
          </a:p>
          <a:p>
            <a:pPr marL="634904" eaLnBrk="1" hangingPunct="1"/>
            <a:r>
              <a:rPr lang="en-US" dirty="0"/>
              <a:t>Creates </a:t>
            </a:r>
            <a:r>
              <a:rPr lang="en-US" dirty="0">
                <a:solidFill>
                  <a:srgbClr val="0000FF"/>
                </a:solidFill>
              </a:rPr>
              <a:t>spaciousness</a:t>
            </a:r>
            <a:r>
              <a:rPr lang="en-US" dirty="0"/>
              <a:t> of a room</a:t>
            </a:r>
          </a:p>
        </p:txBody>
      </p:sp>
      <p:pic>
        <p:nvPicPr>
          <p:cNvPr id="18" name="Picture 2" descr="Guitar black and white illustration | Free SVG">
            <a:extLst>
              <a:ext uri="{FF2B5EF4-FFF2-40B4-BE49-F238E27FC236}">
                <a16:creationId xmlns:a16="http://schemas.microsoft.com/office/drawing/2014/main" id="{1AB40E60-F873-4AEB-94B7-13EB618EA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82744">
            <a:off x="4452394" y="7376842"/>
            <a:ext cx="1038032" cy="103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822FDA4-55AB-4E00-BA70-8637DB8221D9}"/>
              </a:ext>
            </a:extLst>
          </p:cNvPr>
          <p:cNvSpPr/>
          <p:nvPr/>
        </p:nvSpPr>
        <p:spPr>
          <a:xfrm>
            <a:off x="3622083" y="6316959"/>
            <a:ext cx="5688632" cy="2952329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endParaRPr lang="en-GB" sz="1800" kern="0" dirty="0">
              <a:solidFill>
                <a:sysClr val="window" lastClr="FFFFFF"/>
              </a:solidFill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1F7899-2047-493E-B2C5-6A769B6723F9}"/>
              </a:ext>
            </a:extLst>
          </p:cNvPr>
          <p:cNvCxnSpPr>
            <a:cxnSpLocks/>
          </p:cNvCxnSpPr>
          <p:nvPr/>
        </p:nvCxnSpPr>
        <p:spPr>
          <a:xfrm flipV="1">
            <a:off x="5026239" y="7253063"/>
            <a:ext cx="3564393" cy="802632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ECB188-ABF6-437C-8A38-DA79625FAB33}"/>
              </a:ext>
            </a:extLst>
          </p:cNvPr>
          <p:cNvCxnSpPr>
            <a:cxnSpLocks/>
          </p:cNvCxnSpPr>
          <p:nvPr/>
        </p:nvCxnSpPr>
        <p:spPr>
          <a:xfrm>
            <a:off x="5026239" y="8081152"/>
            <a:ext cx="1548172" cy="1188136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 w="lg" len="lg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1E5D96-90BF-4C78-87BC-CF83CCC45FCC}"/>
              </a:ext>
            </a:extLst>
          </p:cNvPr>
          <p:cNvCxnSpPr/>
          <p:nvPr/>
        </p:nvCxnSpPr>
        <p:spPr>
          <a:xfrm flipV="1">
            <a:off x="6574411" y="7253063"/>
            <a:ext cx="2016224" cy="2016225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 w="lg" len="lg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42E97E-2B2D-4804-8498-C44547621556}"/>
              </a:ext>
            </a:extLst>
          </p:cNvPr>
          <p:cNvCxnSpPr/>
          <p:nvPr/>
        </p:nvCxnSpPr>
        <p:spPr>
          <a:xfrm flipV="1">
            <a:off x="5026239" y="6316959"/>
            <a:ext cx="2196244" cy="1728193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 w="lg" len="lg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B467F3-8B09-41D7-8AC3-9A890284A28B}"/>
              </a:ext>
            </a:extLst>
          </p:cNvPr>
          <p:cNvCxnSpPr/>
          <p:nvPr/>
        </p:nvCxnSpPr>
        <p:spPr>
          <a:xfrm>
            <a:off x="7222483" y="6316959"/>
            <a:ext cx="1368152" cy="936104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 w="lg" len="lg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228AD2-29F1-4B47-9B35-BF9B4F41A50B}"/>
              </a:ext>
            </a:extLst>
          </p:cNvPr>
          <p:cNvCxnSpPr/>
          <p:nvPr/>
        </p:nvCxnSpPr>
        <p:spPr>
          <a:xfrm flipH="1" flipV="1">
            <a:off x="3647544" y="7181055"/>
            <a:ext cx="1353236" cy="874640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B6B8EE-5641-41AA-A472-324B8015DD50}"/>
              </a:ext>
            </a:extLst>
          </p:cNvPr>
          <p:cNvCxnSpPr/>
          <p:nvPr/>
        </p:nvCxnSpPr>
        <p:spPr>
          <a:xfrm flipV="1">
            <a:off x="3622083" y="6316959"/>
            <a:ext cx="1944216" cy="864096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D4A29E-96B0-4760-93AC-3E465630BDF0}"/>
              </a:ext>
            </a:extLst>
          </p:cNvPr>
          <p:cNvCxnSpPr/>
          <p:nvPr/>
        </p:nvCxnSpPr>
        <p:spPr>
          <a:xfrm>
            <a:off x="5566299" y="6316959"/>
            <a:ext cx="3024336" cy="972104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7203AA5-86D4-40C9-A483-5272B6B58761}"/>
              </a:ext>
            </a:extLst>
          </p:cNvPr>
          <p:cNvSpPr txBox="1"/>
          <p:nvPr/>
        </p:nvSpPr>
        <p:spPr>
          <a:xfrm>
            <a:off x="4008352" y="811687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1800" kern="0" dirty="0">
                <a:solidFill>
                  <a:sysClr val="windowText" lastClr="000000"/>
                </a:solidFill>
              </a:rPr>
              <a:t>Source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EDCA60-6543-4F91-90BA-2089435D6CAE}"/>
              </a:ext>
            </a:extLst>
          </p:cNvPr>
          <p:cNvSpPr txBox="1"/>
          <p:nvPr/>
        </p:nvSpPr>
        <p:spPr>
          <a:xfrm>
            <a:off x="7967581" y="746444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1800" kern="0" dirty="0">
                <a:solidFill>
                  <a:sysClr val="windowText" lastClr="000000"/>
                </a:solidFill>
              </a:rPr>
              <a:t>Microphone</a:t>
            </a:r>
          </a:p>
        </p:txBody>
      </p:sp>
      <p:pic>
        <p:nvPicPr>
          <p:cNvPr id="30" name="Picture 2" descr="C:\Users\josh\AppData\Local\Microsoft\Windows\Temporary Internet Files\Content.IE5\7GTD6W37\MC900433836[1].png">
            <a:extLst>
              <a:ext uri="{FF2B5EF4-FFF2-40B4-BE49-F238E27FC236}">
                <a16:creationId xmlns:a16="http://schemas.microsoft.com/office/drawing/2014/main" id="{EB1B0E80-F63F-4561-BA6E-FC56DEE27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18627" y="7037039"/>
            <a:ext cx="648072" cy="64807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Impulse response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100767"/>
            <a:ext cx="13004800" cy="3652837"/>
          </a:xfrm>
        </p:spPr>
        <p:txBody>
          <a:bodyPr anchor="t"/>
          <a:lstStyle/>
          <a:p>
            <a:pPr marL="634904" eaLnBrk="1" hangingPunct="1"/>
            <a:r>
              <a:rPr lang="en-US" sz="3600" dirty="0"/>
              <a:t>Series of scaled </a:t>
            </a:r>
            <a:r>
              <a:rPr lang="en-US" sz="3600" dirty="0">
                <a:solidFill>
                  <a:srgbClr val="0000FF"/>
                </a:solidFill>
              </a:rPr>
              <a:t>delta functions</a:t>
            </a:r>
            <a:endParaRPr lang="en-US" sz="3600" dirty="0"/>
          </a:p>
          <a:p>
            <a:pPr marL="634904" eaLnBrk="1" hangingPunct="1"/>
            <a:r>
              <a:rPr lang="en-US" sz="3600" dirty="0"/>
              <a:t>Each vertical line marks when sound heard again</a:t>
            </a:r>
          </a:p>
          <a:p>
            <a:pPr marL="1142824" lvl="1" eaLnBrk="1" hangingPunct="1"/>
            <a:r>
              <a:rPr lang="en-US" sz="2800" dirty="0"/>
              <a:t>represents delayed, attenuated copy of sound</a:t>
            </a:r>
          </a:p>
          <a:p>
            <a:pPr marL="634904" eaLnBrk="1" hangingPunct="1"/>
            <a:r>
              <a:rPr lang="en-US" sz="3600" dirty="0"/>
              <a:t>Height of lines represents how loud sound is at that time</a:t>
            </a:r>
          </a:p>
          <a:p>
            <a:pPr marL="634904" eaLnBrk="1" hangingPunct="1"/>
            <a:endParaRPr lang="en-US" sz="1100" dirty="0"/>
          </a:p>
          <a:p>
            <a:pPr marL="634904" eaLnBrk="1" hangingPunct="1"/>
            <a:r>
              <a:rPr lang="en-US" sz="3600" dirty="0"/>
              <a:t>What would simple feedback delay look like?</a:t>
            </a:r>
          </a:p>
        </p:txBody>
      </p:sp>
      <p:cxnSp>
        <p:nvCxnSpPr>
          <p:cNvPr id="1203" name="Straight Arrow Connector 1202"/>
          <p:cNvCxnSpPr/>
          <p:nvPr/>
        </p:nvCxnSpPr>
        <p:spPr>
          <a:xfrm flipV="1">
            <a:off x="2469952" y="1535631"/>
            <a:ext cx="0" cy="3974842"/>
          </a:xfrm>
          <a:prstGeom prst="straightConnector1">
            <a:avLst/>
          </a:prstGeom>
          <a:noFill/>
          <a:ln w="38100" cap="sq" cmpd="sng" algn="ctr">
            <a:solidFill>
              <a:srgbClr val="7030A0"/>
            </a:solidFill>
            <a:prstDash val="solid"/>
            <a:tailEnd type="arrow" w="lg" len="lg"/>
          </a:ln>
          <a:effectLst/>
        </p:spPr>
      </p:cxnSp>
      <p:cxnSp>
        <p:nvCxnSpPr>
          <p:cNvPr id="1204" name="Straight Arrow Connector 1203"/>
          <p:cNvCxnSpPr/>
          <p:nvPr/>
        </p:nvCxnSpPr>
        <p:spPr>
          <a:xfrm flipV="1">
            <a:off x="2469952" y="5510473"/>
            <a:ext cx="8295322" cy="10061"/>
          </a:xfrm>
          <a:prstGeom prst="straightConnector1">
            <a:avLst/>
          </a:prstGeom>
          <a:noFill/>
          <a:ln w="38100" cap="sq" cmpd="sng" algn="ctr">
            <a:solidFill>
              <a:srgbClr val="7030A0"/>
            </a:solidFill>
            <a:prstDash val="solid"/>
            <a:tailEnd type="arrow" w="lg" len="lg"/>
          </a:ln>
          <a:effectLst/>
        </p:spPr>
      </p:cxnSp>
      <p:cxnSp>
        <p:nvCxnSpPr>
          <p:cNvPr id="1205" name="Straight Arrow Connector 1204"/>
          <p:cNvCxnSpPr/>
          <p:nvPr/>
        </p:nvCxnSpPr>
        <p:spPr>
          <a:xfrm flipV="1">
            <a:off x="3420458" y="2313317"/>
            <a:ext cx="0" cy="319715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06" name="Straight Arrow Connector 1205"/>
          <p:cNvCxnSpPr/>
          <p:nvPr/>
        </p:nvCxnSpPr>
        <p:spPr>
          <a:xfrm flipV="1">
            <a:off x="3679686" y="2140498"/>
            <a:ext cx="0" cy="336997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07" name="Straight Arrow Connector 1206"/>
          <p:cNvCxnSpPr/>
          <p:nvPr/>
        </p:nvCxnSpPr>
        <p:spPr>
          <a:xfrm flipV="1">
            <a:off x="2988410" y="1535631"/>
            <a:ext cx="0" cy="397484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08" name="Straight Arrow Connector 1207"/>
          <p:cNvCxnSpPr/>
          <p:nvPr/>
        </p:nvCxnSpPr>
        <p:spPr>
          <a:xfrm flipV="1">
            <a:off x="3938915" y="2745365"/>
            <a:ext cx="0" cy="276657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09" name="Straight Arrow Connector 1208"/>
          <p:cNvCxnSpPr/>
          <p:nvPr/>
        </p:nvCxnSpPr>
        <p:spPr>
          <a:xfrm flipV="1">
            <a:off x="4111734" y="3456770"/>
            <a:ext cx="0" cy="2055167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10" name="Straight Connector 1209"/>
          <p:cNvCxnSpPr/>
          <p:nvPr/>
        </p:nvCxnSpPr>
        <p:spPr>
          <a:xfrm>
            <a:off x="9080119" y="5491830"/>
            <a:ext cx="1296144" cy="0"/>
          </a:xfrm>
          <a:prstGeom prst="line">
            <a:avLst/>
          </a:prstGeom>
          <a:noFill/>
          <a:ln w="22225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217" name="Straight Arrow Connector 1216"/>
          <p:cNvCxnSpPr/>
          <p:nvPr/>
        </p:nvCxnSpPr>
        <p:spPr>
          <a:xfrm flipV="1">
            <a:off x="4370963" y="3177413"/>
            <a:ext cx="0" cy="233657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18" name="Straight Arrow Connector 1217"/>
          <p:cNvCxnSpPr/>
          <p:nvPr/>
        </p:nvCxnSpPr>
        <p:spPr>
          <a:xfrm flipV="1">
            <a:off x="4716601" y="3658472"/>
            <a:ext cx="0" cy="1855516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19" name="Straight Arrow Connector 1218"/>
          <p:cNvCxnSpPr/>
          <p:nvPr/>
        </p:nvCxnSpPr>
        <p:spPr>
          <a:xfrm flipV="1">
            <a:off x="4543782" y="3246135"/>
            <a:ext cx="0" cy="226785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0" name="Straight Arrow Connector 1219"/>
          <p:cNvCxnSpPr/>
          <p:nvPr/>
        </p:nvCxnSpPr>
        <p:spPr>
          <a:xfrm flipV="1">
            <a:off x="4630192" y="3727196"/>
            <a:ext cx="0" cy="178679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1" name="Straight Arrow Connector 1220"/>
          <p:cNvCxnSpPr/>
          <p:nvPr/>
        </p:nvCxnSpPr>
        <p:spPr>
          <a:xfrm flipV="1">
            <a:off x="4716601" y="3521026"/>
            <a:ext cx="0" cy="199296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2" name="Straight Arrow Connector 1221"/>
          <p:cNvCxnSpPr/>
          <p:nvPr/>
        </p:nvCxnSpPr>
        <p:spPr>
          <a:xfrm flipV="1">
            <a:off x="4457373" y="3383581"/>
            <a:ext cx="0" cy="2130407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3" name="Straight Arrow Connector 1222"/>
          <p:cNvCxnSpPr/>
          <p:nvPr/>
        </p:nvCxnSpPr>
        <p:spPr>
          <a:xfrm flipH="1" flipV="1">
            <a:off x="4789061" y="4661502"/>
            <a:ext cx="0" cy="85708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4" name="Straight Arrow Connector 1223"/>
          <p:cNvCxnSpPr/>
          <p:nvPr/>
        </p:nvCxnSpPr>
        <p:spPr>
          <a:xfrm flipV="1">
            <a:off x="5341873" y="4526158"/>
            <a:ext cx="0" cy="99252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5" name="Straight Arrow Connector 1224"/>
          <p:cNvCxnSpPr/>
          <p:nvPr/>
        </p:nvCxnSpPr>
        <p:spPr>
          <a:xfrm flipV="1">
            <a:off x="5341873" y="4526158"/>
            <a:ext cx="0" cy="99252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6" name="Straight Arrow Connector 1225"/>
          <p:cNvCxnSpPr/>
          <p:nvPr/>
        </p:nvCxnSpPr>
        <p:spPr>
          <a:xfrm flipV="1">
            <a:off x="4567936" y="4345700"/>
            <a:ext cx="0" cy="1172980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7" name="Straight Arrow Connector 1226"/>
          <p:cNvCxnSpPr/>
          <p:nvPr/>
        </p:nvCxnSpPr>
        <p:spPr>
          <a:xfrm flipV="1">
            <a:off x="5562999" y="4796846"/>
            <a:ext cx="0" cy="721834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8" name="Straight Arrow Connector 1227"/>
          <p:cNvCxnSpPr/>
          <p:nvPr/>
        </p:nvCxnSpPr>
        <p:spPr>
          <a:xfrm flipV="1">
            <a:off x="5010186" y="4661502"/>
            <a:ext cx="0" cy="857178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29" name="Straight Arrow Connector 1228"/>
          <p:cNvCxnSpPr/>
          <p:nvPr/>
        </p:nvCxnSpPr>
        <p:spPr>
          <a:xfrm flipV="1">
            <a:off x="5673562" y="4706617"/>
            <a:ext cx="0" cy="81206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0" name="Straight Arrow Connector 1229"/>
          <p:cNvCxnSpPr/>
          <p:nvPr/>
        </p:nvCxnSpPr>
        <p:spPr>
          <a:xfrm flipV="1">
            <a:off x="5673562" y="4661502"/>
            <a:ext cx="0" cy="857178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1" name="Straight Arrow Connector 1230"/>
          <p:cNvCxnSpPr/>
          <p:nvPr/>
        </p:nvCxnSpPr>
        <p:spPr>
          <a:xfrm flipV="1">
            <a:off x="4678498" y="4481044"/>
            <a:ext cx="0" cy="1037636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2" name="Straight Arrow Connector 1231"/>
          <p:cNvCxnSpPr/>
          <p:nvPr/>
        </p:nvCxnSpPr>
        <p:spPr>
          <a:xfrm flipV="1">
            <a:off x="5192889" y="4616388"/>
            <a:ext cx="0" cy="90229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3" name="Straight Arrow Connector 1232"/>
          <p:cNvCxnSpPr/>
          <p:nvPr/>
        </p:nvCxnSpPr>
        <p:spPr>
          <a:xfrm flipV="1">
            <a:off x="5574287" y="4616388"/>
            <a:ext cx="0" cy="90229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4" name="Straight Arrow Connector 1233"/>
          <p:cNvCxnSpPr/>
          <p:nvPr/>
        </p:nvCxnSpPr>
        <p:spPr>
          <a:xfrm flipV="1">
            <a:off x="5126559" y="4481044"/>
            <a:ext cx="0" cy="1037636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5" name="Straight Arrow Connector 1234"/>
          <p:cNvCxnSpPr/>
          <p:nvPr/>
        </p:nvCxnSpPr>
        <p:spPr>
          <a:xfrm flipV="1">
            <a:off x="5231311" y="4526158"/>
            <a:ext cx="0" cy="99252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6" name="Straight Arrow Connector 1235"/>
          <p:cNvCxnSpPr/>
          <p:nvPr/>
        </p:nvCxnSpPr>
        <p:spPr>
          <a:xfrm flipV="1">
            <a:off x="4457373" y="4887076"/>
            <a:ext cx="0" cy="631534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7" name="Straight Arrow Connector 1236"/>
          <p:cNvCxnSpPr/>
          <p:nvPr/>
        </p:nvCxnSpPr>
        <p:spPr>
          <a:xfrm flipV="1">
            <a:off x="5452437" y="4706617"/>
            <a:ext cx="0" cy="81206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8" name="Straight Arrow Connector 1237"/>
          <p:cNvCxnSpPr/>
          <p:nvPr/>
        </p:nvCxnSpPr>
        <p:spPr>
          <a:xfrm flipV="1">
            <a:off x="5120748" y="4661502"/>
            <a:ext cx="0" cy="857178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39" name="Straight Arrow Connector 1238"/>
          <p:cNvCxnSpPr/>
          <p:nvPr/>
        </p:nvCxnSpPr>
        <p:spPr>
          <a:xfrm flipV="1">
            <a:off x="5562999" y="4796846"/>
            <a:ext cx="0" cy="721834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0" name="Straight Arrow Connector 1239"/>
          <p:cNvCxnSpPr/>
          <p:nvPr/>
        </p:nvCxnSpPr>
        <p:spPr>
          <a:xfrm flipV="1">
            <a:off x="5673562" y="4616388"/>
            <a:ext cx="0" cy="90229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1" name="Straight Arrow Connector 1240"/>
          <p:cNvCxnSpPr/>
          <p:nvPr/>
        </p:nvCxnSpPr>
        <p:spPr>
          <a:xfrm flipV="1">
            <a:off x="5673562" y="4796846"/>
            <a:ext cx="0" cy="721834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2" name="Straight Arrow Connector 1241"/>
          <p:cNvCxnSpPr/>
          <p:nvPr/>
        </p:nvCxnSpPr>
        <p:spPr>
          <a:xfrm flipV="1">
            <a:off x="5391013" y="5068323"/>
            <a:ext cx="0" cy="442490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3" name="Straight Arrow Connector 1242"/>
          <p:cNvCxnSpPr/>
          <p:nvPr/>
        </p:nvCxnSpPr>
        <p:spPr>
          <a:xfrm flipV="1">
            <a:off x="4899623" y="5049084"/>
            <a:ext cx="0" cy="461728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4" name="Straight Arrow Connector 1243"/>
          <p:cNvCxnSpPr/>
          <p:nvPr/>
        </p:nvCxnSpPr>
        <p:spPr>
          <a:xfrm flipV="1">
            <a:off x="5579649" y="5087561"/>
            <a:ext cx="0" cy="42325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5" name="Straight Arrow Connector 1244"/>
          <p:cNvCxnSpPr/>
          <p:nvPr/>
        </p:nvCxnSpPr>
        <p:spPr>
          <a:xfrm flipV="1">
            <a:off x="5063421" y="5087561"/>
            <a:ext cx="0" cy="42325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6" name="Straight Arrow Connector 1245"/>
          <p:cNvCxnSpPr/>
          <p:nvPr/>
        </p:nvCxnSpPr>
        <p:spPr>
          <a:xfrm flipV="1">
            <a:off x="5063421" y="5087561"/>
            <a:ext cx="0" cy="42325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7" name="Straight Arrow Connector 1246"/>
          <p:cNvCxnSpPr/>
          <p:nvPr/>
        </p:nvCxnSpPr>
        <p:spPr>
          <a:xfrm flipV="1">
            <a:off x="5391013" y="5145277"/>
            <a:ext cx="0" cy="36553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8" name="Straight Arrow Connector 1247"/>
          <p:cNvCxnSpPr/>
          <p:nvPr/>
        </p:nvCxnSpPr>
        <p:spPr>
          <a:xfrm flipV="1">
            <a:off x="4916347" y="5126039"/>
            <a:ext cx="0" cy="38477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49" name="Straight Arrow Connector 1248"/>
          <p:cNvCxnSpPr/>
          <p:nvPr/>
        </p:nvCxnSpPr>
        <p:spPr>
          <a:xfrm flipV="1">
            <a:off x="5227216" y="5183755"/>
            <a:ext cx="0" cy="327058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50" name="Straight Arrow Connector 1249"/>
          <p:cNvCxnSpPr/>
          <p:nvPr/>
        </p:nvCxnSpPr>
        <p:spPr>
          <a:xfrm flipV="1">
            <a:off x="5227216" y="5049084"/>
            <a:ext cx="0" cy="461728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51" name="Straight Arrow Connector 1250"/>
          <p:cNvCxnSpPr/>
          <p:nvPr/>
        </p:nvCxnSpPr>
        <p:spPr>
          <a:xfrm flipV="1">
            <a:off x="4899623" y="5202994"/>
            <a:ext cx="0" cy="307819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52" name="Straight Arrow Connector 1251"/>
          <p:cNvCxnSpPr/>
          <p:nvPr/>
        </p:nvCxnSpPr>
        <p:spPr>
          <a:xfrm flipV="1">
            <a:off x="5063421" y="5126039"/>
            <a:ext cx="0" cy="38477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53" name="Straight Arrow Connector 1252"/>
          <p:cNvCxnSpPr/>
          <p:nvPr/>
        </p:nvCxnSpPr>
        <p:spPr>
          <a:xfrm flipV="1">
            <a:off x="5063421" y="5202994"/>
            <a:ext cx="0" cy="307819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54" name="Straight Arrow Connector 1253"/>
          <p:cNvCxnSpPr/>
          <p:nvPr/>
        </p:nvCxnSpPr>
        <p:spPr>
          <a:xfrm flipV="1">
            <a:off x="5718606" y="5068323"/>
            <a:ext cx="0" cy="442490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grpSp>
        <p:nvGrpSpPr>
          <p:cNvPr id="1255" name="Group 534"/>
          <p:cNvGrpSpPr/>
          <p:nvPr/>
        </p:nvGrpSpPr>
        <p:grpSpPr>
          <a:xfrm>
            <a:off x="5120748" y="5247992"/>
            <a:ext cx="4434791" cy="279655"/>
            <a:chOff x="3555887" y="4005064"/>
            <a:chExt cx="2312257" cy="1454472"/>
          </a:xfrm>
        </p:grpSpPr>
        <p:cxnSp>
          <p:nvCxnSpPr>
            <p:cNvPr id="1676" name="Straight Arrow Connector 1675"/>
            <p:cNvCxnSpPr/>
            <p:nvPr/>
          </p:nvCxnSpPr>
          <p:spPr>
            <a:xfrm flipV="1">
              <a:off x="3851920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77" name="Straight Arrow Connector 1676"/>
            <p:cNvCxnSpPr/>
            <p:nvPr/>
          </p:nvCxnSpPr>
          <p:spPr>
            <a:xfrm flipV="1">
              <a:off x="3563888" y="4077072"/>
              <a:ext cx="0" cy="13681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78" name="Straight Arrow Connector 1677"/>
            <p:cNvCxnSpPr/>
            <p:nvPr/>
          </p:nvCxnSpPr>
          <p:spPr>
            <a:xfrm flipV="1">
              <a:off x="3995936" y="4221088"/>
              <a:ext cx="0" cy="122413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79" name="Straight Arrow Connector 1678"/>
            <p:cNvCxnSpPr/>
            <p:nvPr/>
          </p:nvCxnSpPr>
          <p:spPr>
            <a:xfrm flipV="1">
              <a:off x="4283968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0" name="Straight Arrow Connector 1679"/>
            <p:cNvCxnSpPr/>
            <p:nvPr/>
          </p:nvCxnSpPr>
          <p:spPr>
            <a:xfrm flipV="1">
              <a:off x="4644008" y="4695696"/>
              <a:ext cx="0" cy="7200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1" name="Straight Arrow Connector 1680"/>
            <p:cNvCxnSpPr/>
            <p:nvPr/>
          </p:nvCxnSpPr>
          <p:spPr>
            <a:xfrm flipH="1" flipV="1">
              <a:off x="3635896" y="4005064"/>
              <a:ext cx="10920" cy="14401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2" name="Straight Arrow Connector 1681"/>
            <p:cNvCxnSpPr/>
            <p:nvPr/>
          </p:nvCxnSpPr>
          <p:spPr>
            <a:xfrm flipV="1">
              <a:off x="3995936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3" name="Straight Arrow Connector 1682"/>
            <p:cNvCxnSpPr/>
            <p:nvPr/>
          </p:nvCxnSpPr>
          <p:spPr>
            <a:xfrm flipV="1">
              <a:off x="4067944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4" name="Straight Arrow Connector 1683"/>
            <p:cNvCxnSpPr/>
            <p:nvPr/>
          </p:nvCxnSpPr>
          <p:spPr>
            <a:xfrm flipV="1">
              <a:off x="3779912" y="4149080"/>
              <a:ext cx="0" cy="12961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5" name="Straight Arrow Connector 1684"/>
            <p:cNvCxnSpPr/>
            <p:nvPr/>
          </p:nvCxnSpPr>
          <p:spPr>
            <a:xfrm flipV="1">
              <a:off x="4211960" y="4221088"/>
              <a:ext cx="0" cy="122413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6" name="Straight Arrow Connector 1685"/>
            <p:cNvCxnSpPr/>
            <p:nvPr/>
          </p:nvCxnSpPr>
          <p:spPr>
            <a:xfrm flipV="1">
              <a:off x="4499992" y="4797152"/>
              <a:ext cx="0" cy="64807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7" name="Straight Arrow Connector 1686"/>
            <p:cNvCxnSpPr/>
            <p:nvPr/>
          </p:nvCxnSpPr>
          <p:spPr>
            <a:xfrm flipV="1">
              <a:off x="4860032" y="4767704"/>
              <a:ext cx="0" cy="64807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8" name="Straight Arrow Connector 1687"/>
            <p:cNvCxnSpPr/>
            <p:nvPr/>
          </p:nvCxnSpPr>
          <p:spPr>
            <a:xfrm flipV="1">
              <a:off x="3563888" y="4077072"/>
              <a:ext cx="0" cy="13681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89" name="Straight Arrow Connector 1688"/>
            <p:cNvCxnSpPr/>
            <p:nvPr/>
          </p:nvCxnSpPr>
          <p:spPr>
            <a:xfrm flipV="1">
              <a:off x="3873616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0" name="Straight Arrow Connector 1689"/>
            <p:cNvCxnSpPr/>
            <p:nvPr/>
          </p:nvCxnSpPr>
          <p:spPr>
            <a:xfrm flipV="1">
              <a:off x="4211960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1" name="Straight Arrow Connector 1690"/>
            <p:cNvCxnSpPr/>
            <p:nvPr/>
          </p:nvCxnSpPr>
          <p:spPr>
            <a:xfrm flipV="1">
              <a:off x="3923928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2" name="Straight Arrow Connector 1691"/>
            <p:cNvCxnSpPr/>
            <p:nvPr/>
          </p:nvCxnSpPr>
          <p:spPr>
            <a:xfrm flipV="1">
              <a:off x="4067944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3" name="Straight Arrow Connector 1692"/>
            <p:cNvCxnSpPr/>
            <p:nvPr/>
          </p:nvCxnSpPr>
          <p:spPr>
            <a:xfrm flipV="1">
              <a:off x="4355976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4" name="Straight Arrow Connector 1693"/>
            <p:cNvCxnSpPr/>
            <p:nvPr/>
          </p:nvCxnSpPr>
          <p:spPr>
            <a:xfrm flipV="1">
              <a:off x="4716016" y="4653136"/>
              <a:ext cx="0" cy="76264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5" name="Straight Arrow Connector 1694"/>
            <p:cNvCxnSpPr/>
            <p:nvPr/>
          </p:nvCxnSpPr>
          <p:spPr>
            <a:xfrm flipV="1">
              <a:off x="4165216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6" name="Straight Arrow Connector 1695"/>
            <p:cNvCxnSpPr/>
            <p:nvPr/>
          </p:nvCxnSpPr>
          <p:spPr>
            <a:xfrm flipV="1">
              <a:off x="4283968" y="4437112"/>
              <a:ext cx="0" cy="9936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7" name="Straight Arrow Connector 1696"/>
            <p:cNvCxnSpPr/>
            <p:nvPr/>
          </p:nvCxnSpPr>
          <p:spPr>
            <a:xfrm flipV="1">
              <a:off x="4572000" y="4509120"/>
              <a:ext cx="0" cy="9361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8" name="Straight Arrow Connector 1697"/>
            <p:cNvCxnSpPr/>
            <p:nvPr/>
          </p:nvCxnSpPr>
          <p:spPr>
            <a:xfrm flipV="1">
              <a:off x="4932040" y="4911720"/>
              <a:ext cx="0" cy="5040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99" name="Straight Arrow Connector 1698"/>
            <p:cNvCxnSpPr/>
            <p:nvPr/>
          </p:nvCxnSpPr>
          <p:spPr>
            <a:xfrm flipV="1">
              <a:off x="3923928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0" name="Straight Arrow Connector 1699"/>
            <p:cNvCxnSpPr/>
            <p:nvPr/>
          </p:nvCxnSpPr>
          <p:spPr>
            <a:xfrm flipV="1">
              <a:off x="4283968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1" name="Straight Arrow Connector 1700"/>
            <p:cNvCxnSpPr/>
            <p:nvPr/>
          </p:nvCxnSpPr>
          <p:spPr>
            <a:xfrm flipV="1">
              <a:off x="3707904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2" name="Straight Arrow Connector 1701"/>
            <p:cNvCxnSpPr/>
            <p:nvPr/>
          </p:nvCxnSpPr>
          <p:spPr>
            <a:xfrm flipV="1">
              <a:off x="4427984" y="4653136"/>
              <a:ext cx="0" cy="8064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3" name="Straight Arrow Connector 1702"/>
            <p:cNvCxnSpPr/>
            <p:nvPr/>
          </p:nvCxnSpPr>
          <p:spPr>
            <a:xfrm flipV="1">
              <a:off x="5004048" y="4987304"/>
              <a:ext cx="0" cy="4392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4" name="Straight Arrow Connector 1703"/>
            <p:cNvCxnSpPr/>
            <p:nvPr/>
          </p:nvCxnSpPr>
          <p:spPr>
            <a:xfrm flipV="1">
              <a:off x="4860032" y="4855544"/>
              <a:ext cx="0" cy="5709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5" name="Straight Arrow Connector 1704"/>
            <p:cNvCxnSpPr/>
            <p:nvPr/>
          </p:nvCxnSpPr>
          <p:spPr>
            <a:xfrm flipV="1">
              <a:off x="5220072" y="5031224"/>
              <a:ext cx="0" cy="3952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6" name="Straight Arrow Connector 1705"/>
            <p:cNvCxnSpPr/>
            <p:nvPr/>
          </p:nvCxnSpPr>
          <p:spPr>
            <a:xfrm flipV="1">
              <a:off x="4716016" y="4811624"/>
              <a:ext cx="0" cy="6336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7" name="Straight Arrow Connector 1706"/>
            <p:cNvCxnSpPr/>
            <p:nvPr/>
          </p:nvCxnSpPr>
          <p:spPr>
            <a:xfrm flipV="1">
              <a:off x="5076056" y="4767704"/>
              <a:ext cx="0" cy="6588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8" name="Straight Arrow Connector 1707"/>
            <p:cNvCxnSpPr/>
            <p:nvPr/>
          </p:nvCxnSpPr>
          <p:spPr>
            <a:xfrm flipV="1">
              <a:off x="4932040" y="4855544"/>
              <a:ext cx="0" cy="5709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09" name="Straight Arrow Connector 1708"/>
            <p:cNvCxnSpPr/>
            <p:nvPr/>
          </p:nvCxnSpPr>
          <p:spPr>
            <a:xfrm flipV="1">
              <a:off x="5292080" y="5119064"/>
              <a:ext cx="0" cy="30744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0" name="Straight Arrow Connector 1709"/>
            <p:cNvCxnSpPr/>
            <p:nvPr/>
          </p:nvCxnSpPr>
          <p:spPr>
            <a:xfrm flipV="1">
              <a:off x="4788024" y="4943384"/>
              <a:ext cx="0" cy="48312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1" name="Straight Arrow Connector 1710"/>
            <p:cNvCxnSpPr/>
            <p:nvPr/>
          </p:nvCxnSpPr>
          <p:spPr>
            <a:xfrm flipV="1">
              <a:off x="3662566" y="4818524"/>
              <a:ext cx="0" cy="61414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2" name="Straight Arrow Connector 1711"/>
            <p:cNvCxnSpPr/>
            <p:nvPr/>
          </p:nvCxnSpPr>
          <p:spPr>
            <a:xfrm flipV="1">
              <a:off x="3875923" y="4910646"/>
              <a:ext cx="0" cy="5220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3" name="Straight Arrow Connector 1712"/>
            <p:cNvCxnSpPr/>
            <p:nvPr/>
          </p:nvCxnSpPr>
          <p:spPr>
            <a:xfrm flipV="1">
              <a:off x="4302637" y="4879939"/>
              <a:ext cx="0" cy="5527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4" name="Straight Arrow Connector 1713"/>
            <p:cNvCxnSpPr/>
            <p:nvPr/>
          </p:nvCxnSpPr>
          <p:spPr>
            <a:xfrm flipV="1">
              <a:off x="4836029" y="5125595"/>
              <a:ext cx="0" cy="30707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5" name="Straight Arrow Connector 1714"/>
            <p:cNvCxnSpPr/>
            <p:nvPr/>
          </p:nvCxnSpPr>
          <p:spPr>
            <a:xfrm flipV="1">
              <a:off x="3875923" y="4757110"/>
              <a:ext cx="0" cy="6755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6" name="Straight Arrow Connector 1715"/>
            <p:cNvCxnSpPr/>
            <p:nvPr/>
          </p:nvCxnSpPr>
          <p:spPr>
            <a:xfrm flipV="1">
              <a:off x="3982601" y="4818524"/>
              <a:ext cx="0" cy="61414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7" name="Straight Arrow Connector 1716"/>
            <p:cNvCxnSpPr/>
            <p:nvPr/>
          </p:nvCxnSpPr>
          <p:spPr>
            <a:xfrm flipV="1">
              <a:off x="3555887" y="4726403"/>
              <a:ext cx="0" cy="70626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8" name="Straight Arrow Connector 1717"/>
            <p:cNvCxnSpPr/>
            <p:nvPr/>
          </p:nvCxnSpPr>
          <p:spPr>
            <a:xfrm flipV="1">
              <a:off x="4195958" y="4910646"/>
              <a:ext cx="0" cy="5220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19" name="Straight Arrow Connector 1718"/>
            <p:cNvCxnSpPr/>
            <p:nvPr/>
          </p:nvCxnSpPr>
          <p:spPr>
            <a:xfrm flipV="1">
              <a:off x="4622672" y="5033474"/>
              <a:ext cx="0" cy="3991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0" name="Straight Arrow Connector 1719"/>
            <p:cNvCxnSpPr/>
            <p:nvPr/>
          </p:nvCxnSpPr>
          <p:spPr>
            <a:xfrm flipV="1">
              <a:off x="5156065" y="5156302"/>
              <a:ext cx="0" cy="27636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1" name="Straight Arrow Connector 1720"/>
            <p:cNvCxnSpPr/>
            <p:nvPr/>
          </p:nvCxnSpPr>
          <p:spPr>
            <a:xfrm flipV="1">
              <a:off x="3694708" y="4941353"/>
              <a:ext cx="0" cy="4913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2" name="Straight Arrow Connector 1721"/>
            <p:cNvCxnSpPr/>
            <p:nvPr/>
          </p:nvCxnSpPr>
          <p:spPr>
            <a:xfrm flipV="1">
              <a:off x="4195958" y="4941353"/>
              <a:ext cx="0" cy="4913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3" name="Straight Arrow Connector 1722"/>
            <p:cNvCxnSpPr/>
            <p:nvPr/>
          </p:nvCxnSpPr>
          <p:spPr>
            <a:xfrm flipV="1">
              <a:off x="3769244" y="4818524"/>
              <a:ext cx="0" cy="61414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4" name="Straight Arrow Connector 1723"/>
            <p:cNvCxnSpPr/>
            <p:nvPr/>
          </p:nvCxnSpPr>
          <p:spPr>
            <a:xfrm flipV="1">
              <a:off x="3982601" y="4910646"/>
              <a:ext cx="0" cy="5220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5" name="Straight Arrow Connector 1724"/>
            <p:cNvCxnSpPr/>
            <p:nvPr/>
          </p:nvCxnSpPr>
          <p:spPr>
            <a:xfrm flipV="1">
              <a:off x="4409315" y="5002767"/>
              <a:ext cx="0" cy="42989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6" name="Straight Arrow Connector 1725"/>
            <p:cNvCxnSpPr/>
            <p:nvPr/>
          </p:nvCxnSpPr>
          <p:spPr>
            <a:xfrm flipV="1">
              <a:off x="4942708" y="4972060"/>
              <a:ext cx="0" cy="46060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7" name="Straight Arrow Connector 1726"/>
            <p:cNvCxnSpPr/>
            <p:nvPr/>
          </p:nvCxnSpPr>
          <p:spPr>
            <a:xfrm flipV="1">
              <a:off x="3982601" y="4757110"/>
              <a:ext cx="0" cy="6755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8" name="Straight Arrow Connector 1727"/>
            <p:cNvCxnSpPr/>
            <p:nvPr/>
          </p:nvCxnSpPr>
          <p:spPr>
            <a:xfrm flipV="1">
              <a:off x="4126708" y="4818524"/>
              <a:ext cx="0" cy="61414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29" name="Straight Arrow Connector 1728"/>
            <p:cNvCxnSpPr/>
            <p:nvPr/>
          </p:nvCxnSpPr>
          <p:spPr>
            <a:xfrm flipV="1">
              <a:off x="4302637" y="4910646"/>
              <a:ext cx="0" cy="5220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0" name="Straight Arrow Connector 1729"/>
            <p:cNvCxnSpPr/>
            <p:nvPr/>
          </p:nvCxnSpPr>
          <p:spPr>
            <a:xfrm flipV="1">
              <a:off x="4729351" y="5033474"/>
              <a:ext cx="0" cy="3991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1" name="Straight Arrow Connector 1730"/>
            <p:cNvCxnSpPr/>
            <p:nvPr/>
          </p:nvCxnSpPr>
          <p:spPr>
            <a:xfrm flipV="1">
              <a:off x="5262743" y="5217717"/>
              <a:ext cx="0" cy="2149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2" name="Straight Arrow Connector 1731"/>
            <p:cNvCxnSpPr/>
            <p:nvPr/>
          </p:nvCxnSpPr>
          <p:spPr>
            <a:xfrm flipV="1">
              <a:off x="3769244" y="4941353"/>
              <a:ext cx="0" cy="4913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3" name="Straight Arrow Connector 1732"/>
            <p:cNvCxnSpPr/>
            <p:nvPr/>
          </p:nvCxnSpPr>
          <p:spPr>
            <a:xfrm flipV="1">
              <a:off x="4302637" y="4941353"/>
              <a:ext cx="0" cy="4913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4" name="Straight Arrow Connector 1733"/>
            <p:cNvCxnSpPr/>
            <p:nvPr/>
          </p:nvCxnSpPr>
          <p:spPr>
            <a:xfrm flipV="1">
              <a:off x="4515994" y="5094888"/>
              <a:ext cx="0" cy="34388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5" name="Straight Arrow Connector 1734"/>
            <p:cNvCxnSpPr/>
            <p:nvPr/>
          </p:nvCxnSpPr>
          <p:spPr>
            <a:xfrm flipV="1">
              <a:off x="5369422" y="5249949"/>
              <a:ext cx="0" cy="1872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6" name="Straight Arrow Connector 1735"/>
            <p:cNvCxnSpPr/>
            <p:nvPr/>
          </p:nvCxnSpPr>
          <p:spPr>
            <a:xfrm flipV="1">
              <a:off x="5156065" y="5193761"/>
              <a:ext cx="0" cy="2434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7" name="Straight Arrow Connector 1736"/>
            <p:cNvCxnSpPr/>
            <p:nvPr/>
          </p:nvCxnSpPr>
          <p:spPr>
            <a:xfrm flipV="1">
              <a:off x="5689457" y="5268678"/>
              <a:ext cx="0" cy="16856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8" name="Straight Arrow Connector 1737"/>
            <p:cNvCxnSpPr/>
            <p:nvPr/>
          </p:nvCxnSpPr>
          <p:spPr>
            <a:xfrm flipV="1">
              <a:off x="4942708" y="5175032"/>
              <a:ext cx="0" cy="2701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39" name="Straight Arrow Connector 1738"/>
            <p:cNvCxnSpPr/>
            <p:nvPr/>
          </p:nvCxnSpPr>
          <p:spPr>
            <a:xfrm flipV="1">
              <a:off x="5476100" y="5156302"/>
              <a:ext cx="0" cy="28093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0" name="Straight Arrow Connector 1739"/>
            <p:cNvCxnSpPr/>
            <p:nvPr/>
          </p:nvCxnSpPr>
          <p:spPr>
            <a:xfrm flipV="1">
              <a:off x="5262743" y="5193761"/>
              <a:ext cx="0" cy="2434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1" name="Straight Arrow Connector 1740"/>
            <p:cNvCxnSpPr/>
            <p:nvPr/>
          </p:nvCxnSpPr>
          <p:spPr>
            <a:xfrm flipV="1">
              <a:off x="5796136" y="5306136"/>
              <a:ext cx="0" cy="1311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2" name="Straight Arrow Connector 1741"/>
            <p:cNvCxnSpPr/>
            <p:nvPr/>
          </p:nvCxnSpPr>
          <p:spPr>
            <a:xfrm flipV="1">
              <a:off x="5049386" y="5231219"/>
              <a:ext cx="0" cy="20602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3" name="Straight Arrow Connector 1742"/>
            <p:cNvCxnSpPr/>
            <p:nvPr/>
          </p:nvCxnSpPr>
          <p:spPr>
            <a:xfrm flipV="1">
              <a:off x="5130016" y="5030329"/>
              <a:ext cx="0" cy="39859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4" name="Straight Arrow Connector 1743"/>
            <p:cNvCxnSpPr/>
            <p:nvPr/>
          </p:nvCxnSpPr>
          <p:spPr>
            <a:xfrm flipV="1">
              <a:off x="5370043" y="5070189"/>
              <a:ext cx="0" cy="35873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5" name="Straight Arrow Connector 1744"/>
            <p:cNvCxnSpPr/>
            <p:nvPr/>
          </p:nvCxnSpPr>
          <p:spPr>
            <a:xfrm flipV="1">
              <a:off x="5210025" y="4831032"/>
              <a:ext cx="0" cy="59789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6" name="Straight Arrow Connector 1745"/>
            <p:cNvCxnSpPr/>
            <p:nvPr/>
          </p:nvCxnSpPr>
          <p:spPr>
            <a:xfrm flipV="1">
              <a:off x="5450052" y="5149907"/>
              <a:ext cx="0" cy="27901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7" name="Straight Arrow Connector 1746"/>
            <p:cNvCxnSpPr/>
            <p:nvPr/>
          </p:nvCxnSpPr>
          <p:spPr>
            <a:xfrm flipV="1">
              <a:off x="5530060" y="5191746"/>
              <a:ext cx="0" cy="24311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8" name="Straight Arrow Connector 1747"/>
            <p:cNvCxnSpPr/>
            <p:nvPr/>
          </p:nvCxnSpPr>
          <p:spPr>
            <a:xfrm flipV="1">
              <a:off x="5370043" y="5118812"/>
              <a:ext cx="0" cy="3160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49" name="Straight Arrow Connector 1748"/>
            <p:cNvCxnSpPr/>
            <p:nvPr/>
          </p:nvCxnSpPr>
          <p:spPr>
            <a:xfrm flipV="1">
              <a:off x="5770087" y="5216058"/>
              <a:ext cx="0" cy="2188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50" name="Straight Arrow Connector 1749"/>
            <p:cNvCxnSpPr/>
            <p:nvPr/>
          </p:nvCxnSpPr>
          <p:spPr>
            <a:xfrm flipV="1">
              <a:off x="5210025" y="5094500"/>
              <a:ext cx="0" cy="35072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51" name="Straight Arrow Connector 1750"/>
            <p:cNvCxnSpPr/>
            <p:nvPr/>
          </p:nvCxnSpPr>
          <p:spPr>
            <a:xfrm flipV="1">
              <a:off x="5610069" y="5070189"/>
              <a:ext cx="0" cy="36467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52" name="Straight Arrow Connector 1751"/>
            <p:cNvCxnSpPr/>
            <p:nvPr/>
          </p:nvCxnSpPr>
          <p:spPr>
            <a:xfrm flipV="1">
              <a:off x="5450052" y="5118812"/>
              <a:ext cx="0" cy="3160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53" name="Straight Arrow Connector 1752"/>
            <p:cNvCxnSpPr/>
            <p:nvPr/>
          </p:nvCxnSpPr>
          <p:spPr>
            <a:xfrm flipV="1">
              <a:off x="5850096" y="5264681"/>
              <a:ext cx="0" cy="17018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54" name="Straight Arrow Connector 1753"/>
            <p:cNvCxnSpPr/>
            <p:nvPr/>
          </p:nvCxnSpPr>
          <p:spPr>
            <a:xfrm flipV="1">
              <a:off x="5290034" y="5167435"/>
              <a:ext cx="0" cy="26742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755" name="Straight Arrow Connector 1754"/>
            <p:cNvCxnSpPr/>
            <p:nvPr/>
          </p:nvCxnSpPr>
          <p:spPr>
            <a:xfrm flipV="1">
              <a:off x="5382016" y="5229200"/>
              <a:ext cx="0" cy="20602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grpSp>
          <p:nvGrpSpPr>
            <p:cNvPr id="1756" name="Group 327"/>
            <p:cNvGrpSpPr/>
            <p:nvPr/>
          </p:nvGrpSpPr>
          <p:grpSpPr>
            <a:xfrm>
              <a:off x="4067944" y="5013176"/>
              <a:ext cx="1800200" cy="446360"/>
              <a:chOff x="4417699" y="3509392"/>
              <a:chExt cx="1440781" cy="950416"/>
            </a:xfrm>
          </p:grpSpPr>
          <p:cxnSp>
            <p:nvCxnSpPr>
              <p:cNvPr id="1757" name="Straight Arrow Connector 1756"/>
              <p:cNvCxnSpPr/>
              <p:nvPr/>
            </p:nvCxnSpPr>
            <p:spPr>
              <a:xfrm flipV="1">
                <a:off x="4652392" y="3695968"/>
                <a:ext cx="0" cy="72008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58" name="Straight Arrow Connector 1757"/>
              <p:cNvCxnSpPr/>
              <p:nvPr/>
            </p:nvCxnSpPr>
            <p:spPr>
              <a:xfrm flipV="1">
                <a:off x="4508376" y="3797424"/>
                <a:ext cx="0" cy="64807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59" name="Straight Arrow Connector 1758"/>
              <p:cNvCxnSpPr/>
              <p:nvPr/>
            </p:nvCxnSpPr>
            <p:spPr>
              <a:xfrm flipV="1">
                <a:off x="4868416" y="3767976"/>
                <a:ext cx="0" cy="64807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0" name="Straight Arrow Connector 1759"/>
              <p:cNvCxnSpPr/>
              <p:nvPr/>
            </p:nvCxnSpPr>
            <p:spPr>
              <a:xfrm flipV="1">
                <a:off x="4724400" y="3653408"/>
                <a:ext cx="0" cy="76264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1" name="Straight Arrow Connector 1760"/>
              <p:cNvCxnSpPr/>
              <p:nvPr/>
            </p:nvCxnSpPr>
            <p:spPr>
              <a:xfrm flipV="1">
                <a:off x="4580384" y="3509392"/>
                <a:ext cx="0" cy="93610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2" name="Straight Arrow Connector 1761"/>
              <p:cNvCxnSpPr/>
              <p:nvPr/>
            </p:nvCxnSpPr>
            <p:spPr>
              <a:xfrm flipV="1">
                <a:off x="4940424" y="3911992"/>
                <a:ext cx="0" cy="504056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3" name="Straight Arrow Connector 1762"/>
              <p:cNvCxnSpPr/>
              <p:nvPr/>
            </p:nvCxnSpPr>
            <p:spPr>
              <a:xfrm flipV="1">
                <a:off x="4436368" y="3653408"/>
                <a:ext cx="0" cy="80640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4" name="Straight Arrow Connector 1763"/>
              <p:cNvCxnSpPr/>
              <p:nvPr/>
            </p:nvCxnSpPr>
            <p:spPr>
              <a:xfrm flipV="1">
                <a:off x="5012432" y="3987576"/>
                <a:ext cx="0" cy="43920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5" name="Straight Arrow Connector 1764"/>
              <p:cNvCxnSpPr/>
              <p:nvPr/>
            </p:nvCxnSpPr>
            <p:spPr>
              <a:xfrm flipV="1">
                <a:off x="4868416" y="3855816"/>
                <a:ext cx="0" cy="57096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6" name="Straight Arrow Connector 1765"/>
              <p:cNvCxnSpPr/>
              <p:nvPr/>
            </p:nvCxnSpPr>
            <p:spPr>
              <a:xfrm flipV="1">
                <a:off x="5228456" y="4031496"/>
                <a:ext cx="0" cy="39528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7" name="Straight Arrow Connector 1766"/>
              <p:cNvCxnSpPr/>
              <p:nvPr/>
            </p:nvCxnSpPr>
            <p:spPr>
              <a:xfrm flipV="1">
                <a:off x="4724400" y="3811896"/>
                <a:ext cx="0" cy="63360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8" name="Straight Arrow Connector 1767"/>
              <p:cNvCxnSpPr/>
              <p:nvPr/>
            </p:nvCxnSpPr>
            <p:spPr>
              <a:xfrm flipV="1">
                <a:off x="5084440" y="3767976"/>
                <a:ext cx="0" cy="65880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69" name="Straight Arrow Connector 1768"/>
              <p:cNvCxnSpPr/>
              <p:nvPr/>
            </p:nvCxnSpPr>
            <p:spPr>
              <a:xfrm flipV="1">
                <a:off x="4940424" y="3855816"/>
                <a:ext cx="0" cy="57096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0" name="Straight Arrow Connector 1769"/>
              <p:cNvCxnSpPr/>
              <p:nvPr/>
            </p:nvCxnSpPr>
            <p:spPr>
              <a:xfrm flipV="1">
                <a:off x="5300464" y="4119336"/>
                <a:ext cx="0" cy="30744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1" name="Straight Arrow Connector 1770"/>
              <p:cNvCxnSpPr/>
              <p:nvPr/>
            </p:nvCxnSpPr>
            <p:spPr>
              <a:xfrm flipV="1">
                <a:off x="4796408" y="3943656"/>
                <a:ext cx="0" cy="48312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2" name="Straight Arrow Connector 1771"/>
              <p:cNvCxnSpPr/>
              <p:nvPr/>
            </p:nvCxnSpPr>
            <p:spPr>
              <a:xfrm flipV="1">
                <a:off x="4844413" y="4125867"/>
                <a:ext cx="0" cy="307071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3" name="Straight Arrow Connector 1772"/>
              <p:cNvCxnSpPr/>
              <p:nvPr/>
            </p:nvCxnSpPr>
            <p:spPr>
              <a:xfrm flipV="1">
                <a:off x="4631056" y="4033746"/>
                <a:ext cx="0" cy="39919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4" name="Straight Arrow Connector 1773"/>
              <p:cNvCxnSpPr/>
              <p:nvPr/>
            </p:nvCxnSpPr>
            <p:spPr>
              <a:xfrm flipV="1">
                <a:off x="5164449" y="4156574"/>
                <a:ext cx="0" cy="27636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5" name="Straight Arrow Connector 1774"/>
              <p:cNvCxnSpPr/>
              <p:nvPr/>
            </p:nvCxnSpPr>
            <p:spPr>
              <a:xfrm flipV="1">
                <a:off x="4417699" y="4003039"/>
                <a:ext cx="0" cy="429899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6" name="Straight Arrow Connector 1775"/>
              <p:cNvCxnSpPr/>
              <p:nvPr/>
            </p:nvCxnSpPr>
            <p:spPr>
              <a:xfrm flipV="1">
                <a:off x="4951092" y="3972332"/>
                <a:ext cx="0" cy="460606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7" name="Straight Arrow Connector 1776"/>
              <p:cNvCxnSpPr/>
              <p:nvPr/>
            </p:nvCxnSpPr>
            <p:spPr>
              <a:xfrm flipV="1">
                <a:off x="4737735" y="4033746"/>
                <a:ext cx="0" cy="39919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8" name="Straight Arrow Connector 1777"/>
              <p:cNvCxnSpPr/>
              <p:nvPr/>
            </p:nvCxnSpPr>
            <p:spPr>
              <a:xfrm flipV="1">
                <a:off x="5271127" y="4217989"/>
                <a:ext cx="0" cy="21495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79" name="Straight Arrow Connector 1778"/>
              <p:cNvCxnSpPr/>
              <p:nvPr/>
            </p:nvCxnSpPr>
            <p:spPr>
              <a:xfrm flipV="1">
                <a:off x="4524378" y="4095160"/>
                <a:ext cx="0" cy="343881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0" name="Straight Arrow Connector 1779"/>
              <p:cNvCxnSpPr/>
              <p:nvPr/>
            </p:nvCxnSpPr>
            <p:spPr>
              <a:xfrm flipV="1">
                <a:off x="5377806" y="4250221"/>
                <a:ext cx="0" cy="18729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1" name="Straight Arrow Connector 1780"/>
              <p:cNvCxnSpPr/>
              <p:nvPr/>
            </p:nvCxnSpPr>
            <p:spPr>
              <a:xfrm flipV="1">
                <a:off x="5164449" y="4194033"/>
                <a:ext cx="0" cy="24348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2" name="Straight Arrow Connector 1781"/>
              <p:cNvCxnSpPr/>
              <p:nvPr/>
            </p:nvCxnSpPr>
            <p:spPr>
              <a:xfrm flipV="1">
                <a:off x="5697841" y="4268950"/>
                <a:ext cx="0" cy="168563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3" name="Straight Arrow Connector 1782"/>
              <p:cNvCxnSpPr/>
              <p:nvPr/>
            </p:nvCxnSpPr>
            <p:spPr>
              <a:xfrm flipV="1">
                <a:off x="4951092" y="4175304"/>
                <a:ext cx="0" cy="27019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4" name="Straight Arrow Connector 1783"/>
              <p:cNvCxnSpPr/>
              <p:nvPr/>
            </p:nvCxnSpPr>
            <p:spPr>
              <a:xfrm flipV="1">
                <a:off x="5484484" y="4156574"/>
                <a:ext cx="0" cy="280939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5" name="Straight Arrow Connector 1784"/>
              <p:cNvCxnSpPr/>
              <p:nvPr/>
            </p:nvCxnSpPr>
            <p:spPr>
              <a:xfrm flipV="1">
                <a:off x="5271127" y="4194033"/>
                <a:ext cx="0" cy="24348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6" name="Straight Arrow Connector 1785"/>
              <p:cNvCxnSpPr/>
              <p:nvPr/>
            </p:nvCxnSpPr>
            <p:spPr>
              <a:xfrm flipV="1">
                <a:off x="5804520" y="4306408"/>
                <a:ext cx="0" cy="131105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7" name="Straight Arrow Connector 1786"/>
              <p:cNvCxnSpPr/>
              <p:nvPr/>
            </p:nvCxnSpPr>
            <p:spPr>
              <a:xfrm flipV="1">
                <a:off x="5057770" y="4231491"/>
                <a:ext cx="0" cy="20602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8" name="Straight Arrow Connector 1787"/>
              <p:cNvCxnSpPr/>
              <p:nvPr/>
            </p:nvCxnSpPr>
            <p:spPr>
              <a:xfrm flipV="1">
                <a:off x="5138400" y="4030601"/>
                <a:ext cx="0" cy="39859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89" name="Straight Arrow Connector 1788"/>
              <p:cNvCxnSpPr/>
              <p:nvPr/>
            </p:nvCxnSpPr>
            <p:spPr>
              <a:xfrm flipV="1">
                <a:off x="5378427" y="4070461"/>
                <a:ext cx="0" cy="358735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0" name="Straight Arrow Connector 1789"/>
              <p:cNvCxnSpPr/>
              <p:nvPr/>
            </p:nvCxnSpPr>
            <p:spPr>
              <a:xfrm flipV="1">
                <a:off x="5218409" y="3831304"/>
                <a:ext cx="0" cy="597891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1" name="Straight Arrow Connector 1790"/>
              <p:cNvCxnSpPr/>
              <p:nvPr/>
            </p:nvCxnSpPr>
            <p:spPr>
              <a:xfrm flipV="1">
                <a:off x="5458436" y="4150179"/>
                <a:ext cx="0" cy="279016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2" name="Straight Arrow Connector 1791"/>
              <p:cNvCxnSpPr/>
              <p:nvPr/>
            </p:nvCxnSpPr>
            <p:spPr>
              <a:xfrm flipV="1">
                <a:off x="5538444" y="4192018"/>
                <a:ext cx="0" cy="243115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3" name="Straight Arrow Connector 1792"/>
              <p:cNvCxnSpPr/>
              <p:nvPr/>
            </p:nvCxnSpPr>
            <p:spPr>
              <a:xfrm flipV="1">
                <a:off x="5378427" y="4119084"/>
                <a:ext cx="0" cy="31605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4" name="Straight Arrow Connector 1793"/>
              <p:cNvCxnSpPr/>
              <p:nvPr/>
            </p:nvCxnSpPr>
            <p:spPr>
              <a:xfrm flipV="1">
                <a:off x="5778471" y="4216330"/>
                <a:ext cx="0" cy="21880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5" name="Straight Arrow Connector 1794"/>
              <p:cNvCxnSpPr/>
              <p:nvPr/>
            </p:nvCxnSpPr>
            <p:spPr>
              <a:xfrm flipV="1">
                <a:off x="5218409" y="4094772"/>
                <a:ext cx="0" cy="35072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6" name="Straight Arrow Connector 1795"/>
              <p:cNvCxnSpPr/>
              <p:nvPr/>
            </p:nvCxnSpPr>
            <p:spPr>
              <a:xfrm flipV="1">
                <a:off x="5618453" y="4070461"/>
                <a:ext cx="0" cy="364673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7" name="Straight Arrow Connector 1796"/>
              <p:cNvCxnSpPr/>
              <p:nvPr/>
            </p:nvCxnSpPr>
            <p:spPr>
              <a:xfrm flipV="1">
                <a:off x="5458436" y="4119084"/>
                <a:ext cx="0" cy="31605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8" name="Straight Arrow Connector 1797"/>
              <p:cNvCxnSpPr/>
              <p:nvPr/>
            </p:nvCxnSpPr>
            <p:spPr>
              <a:xfrm flipV="1">
                <a:off x="5858480" y="4264953"/>
                <a:ext cx="0" cy="170181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799" name="Straight Arrow Connector 1798"/>
              <p:cNvCxnSpPr/>
              <p:nvPr/>
            </p:nvCxnSpPr>
            <p:spPr>
              <a:xfrm flipV="1">
                <a:off x="5298418" y="4167707"/>
                <a:ext cx="0" cy="267427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800" name="Straight Arrow Connector 1799"/>
              <p:cNvCxnSpPr/>
              <p:nvPr/>
            </p:nvCxnSpPr>
            <p:spPr>
              <a:xfrm flipV="1">
                <a:off x="5390400" y="4229472"/>
                <a:ext cx="0" cy="20602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</p:grpSp>
      </p:grpSp>
      <p:cxnSp>
        <p:nvCxnSpPr>
          <p:cNvPr id="1256" name="Straight Arrow Connector 1255"/>
          <p:cNvCxnSpPr/>
          <p:nvPr/>
        </p:nvCxnSpPr>
        <p:spPr>
          <a:xfrm flipH="1" flipV="1">
            <a:off x="5321469" y="4389001"/>
            <a:ext cx="0" cy="1126734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57" name="Straight Arrow Connector 1256"/>
          <p:cNvCxnSpPr/>
          <p:nvPr/>
        </p:nvCxnSpPr>
        <p:spPr>
          <a:xfrm flipV="1">
            <a:off x="4975830" y="3914534"/>
            <a:ext cx="0" cy="160132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58" name="Straight Arrow Connector 1257"/>
          <p:cNvCxnSpPr/>
          <p:nvPr/>
        </p:nvCxnSpPr>
        <p:spPr>
          <a:xfrm flipV="1">
            <a:off x="5148649" y="4270384"/>
            <a:ext cx="0" cy="124547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59" name="Straight Arrow Connector 1258"/>
          <p:cNvCxnSpPr/>
          <p:nvPr/>
        </p:nvCxnSpPr>
        <p:spPr>
          <a:xfrm flipV="1">
            <a:off x="4975830" y="3973843"/>
            <a:ext cx="0" cy="1542016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0" name="Straight Arrow Connector 1259"/>
          <p:cNvCxnSpPr/>
          <p:nvPr/>
        </p:nvCxnSpPr>
        <p:spPr>
          <a:xfrm flipV="1">
            <a:off x="5494288" y="4389001"/>
            <a:ext cx="0" cy="1126859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1" name="Straight Arrow Connector 1260"/>
          <p:cNvCxnSpPr/>
          <p:nvPr/>
        </p:nvCxnSpPr>
        <p:spPr>
          <a:xfrm flipV="1">
            <a:off x="4803011" y="3795918"/>
            <a:ext cx="0" cy="171994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2" name="Straight Arrow Connector 1261"/>
          <p:cNvCxnSpPr/>
          <p:nvPr/>
        </p:nvCxnSpPr>
        <p:spPr>
          <a:xfrm flipV="1">
            <a:off x="5235059" y="4151768"/>
            <a:ext cx="0" cy="136409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3" name="Straight Arrow Connector 1262"/>
          <p:cNvCxnSpPr/>
          <p:nvPr/>
        </p:nvCxnSpPr>
        <p:spPr>
          <a:xfrm flipV="1">
            <a:off x="5637078" y="4329693"/>
            <a:ext cx="0" cy="1186167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4" name="Straight Arrow Connector 1263"/>
          <p:cNvCxnSpPr/>
          <p:nvPr/>
        </p:nvCxnSpPr>
        <p:spPr>
          <a:xfrm flipV="1">
            <a:off x="5585238" y="4151768"/>
            <a:ext cx="0" cy="136409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5" name="Straight Arrow Connector 1264"/>
          <p:cNvCxnSpPr/>
          <p:nvPr/>
        </p:nvCxnSpPr>
        <p:spPr>
          <a:xfrm flipV="1">
            <a:off x="5667107" y="4211076"/>
            <a:ext cx="0" cy="130478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6" name="Straight Arrow Connector 1265"/>
          <p:cNvCxnSpPr/>
          <p:nvPr/>
        </p:nvCxnSpPr>
        <p:spPr>
          <a:xfrm flipV="1">
            <a:off x="5062240" y="4685543"/>
            <a:ext cx="0" cy="830224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7" name="Straight Arrow Connector 1266"/>
          <p:cNvCxnSpPr/>
          <p:nvPr/>
        </p:nvCxnSpPr>
        <p:spPr>
          <a:xfrm flipV="1">
            <a:off x="5580697" y="4389001"/>
            <a:ext cx="0" cy="1126859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8" name="Straight Arrow Connector 1267"/>
          <p:cNvCxnSpPr/>
          <p:nvPr/>
        </p:nvCxnSpPr>
        <p:spPr>
          <a:xfrm flipV="1">
            <a:off x="4807552" y="4151768"/>
            <a:ext cx="0" cy="136409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69" name="Straight Arrow Connector 1268"/>
          <p:cNvCxnSpPr/>
          <p:nvPr/>
        </p:nvCxnSpPr>
        <p:spPr>
          <a:xfrm flipV="1">
            <a:off x="4911318" y="4389001"/>
            <a:ext cx="0" cy="1126859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0" name="Straight Arrow Connector 1269"/>
          <p:cNvCxnSpPr/>
          <p:nvPr/>
        </p:nvCxnSpPr>
        <p:spPr>
          <a:xfrm flipV="1">
            <a:off x="5407878" y="4898522"/>
            <a:ext cx="0" cy="60699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1" name="Straight Arrow Connector 1270"/>
          <p:cNvCxnSpPr/>
          <p:nvPr/>
        </p:nvCxnSpPr>
        <p:spPr>
          <a:xfrm flipV="1">
            <a:off x="5535893" y="4949104"/>
            <a:ext cx="0" cy="55641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2" name="Straight Arrow Connector 1271"/>
          <p:cNvCxnSpPr/>
          <p:nvPr/>
        </p:nvCxnSpPr>
        <p:spPr>
          <a:xfrm flipV="1">
            <a:off x="5535893" y="4949104"/>
            <a:ext cx="0" cy="556412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3" name="Straight Arrow Connector 1272"/>
          <p:cNvCxnSpPr/>
          <p:nvPr/>
        </p:nvCxnSpPr>
        <p:spPr>
          <a:xfrm flipV="1">
            <a:off x="5420949" y="4999687"/>
            <a:ext cx="0" cy="505829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4" name="Straight Arrow Connector 1273"/>
          <p:cNvCxnSpPr/>
          <p:nvPr/>
        </p:nvCxnSpPr>
        <p:spPr>
          <a:xfrm flipV="1">
            <a:off x="5663907" y="5075562"/>
            <a:ext cx="0" cy="42995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5" name="Straight Arrow Connector 1274"/>
          <p:cNvCxnSpPr/>
          <p:nvPr/>
        </p:nvCxnSpPr>
        <p:spPr>
          <a:xfrm flipV="1">
            <a:off x="5663907" y="4898522"/>
            <a:ext cx="0" cy="606995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6" name="Straight Arrow Connector 1275"/>
          <p:cNvCxnSpPr/>
          <p:nvPr/>
        </p:nvCxnSpPr>
        <p:spPr>
          <a:xfrm flipV="1">
            <a:off x="5407878" y="5100854"/>
            <a:ext cx="0" cy="40466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7" name="Straight Arrow Connector 1276"/>
          <p:cNvCxnSpPr/>
          <p:nvPr/>
        </p:nvCxnSpPr>
        <p:spPr>
          <a:xfrm flipV="1">
            <a:off x="5535893" y="4999687"/>
            <a:ext cx="0" cy="505829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cxnSp>
        <p:nvCxnSpPr>
          <p:cNvPr id="1278" name="Straight Arrow Connector 1277"/>
          <p:cNvCxnSpPr/>
          <p:nvPr/>
        </p:nvCxnSpPr>
        <p:spPr>
          <a:xfrm flipV="1">
            <a:off x="5535893" y="5100854"/>
            <a:ext cx="0" cy="404663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 w="lg" len="lg"/>
          </a:ln>
          <a:effectLst/>
        </p:spPr>
      </p:cxnSp>
      <p:grpSp>
        <p:nvGrpSpPr>
          <p:cNvPr id="1279" name="Group 372"/>
          <p:cNvGrpSpPr/>
          <p:nvPr/>
        </p:nvGrpSpPr>
        <p:grpSpPr>
          <a:xfrm>
            <a:off x="5580697" y="5160009"/>
            <a:ext cx="3465985" cy="367638"/>
            <a:chOff x="3555887" y="4005064"/>
            <a:chExt cx="2312257" cy="1454472"/>
          </a:xfrm>
        </p:grpSpPr>
        <p:cxnSp>
          <p:nvCxnSpPr>
            <p:cNvPr id="1551" name="Straight Arrow Connector 1550"/>
            <p:cNvCxnSpPr/>
            <p:nvPr/>
          </p:nvCxnSpPr>
          <p:spPr>
            <a:xfrm flipV="1">
              <a:off x="3851920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52" name="Straight Arrow Connector 1551"/>
            <p:cNvCxnSpPr/>
            <p:nvPr/>
          </p:nvCxnSpPr>
          <p:spPr>
            <a:xfrm flipV="1">
              <a:off x="3563888" y="4077072"/>
              <a:ext cx="0" cy="13681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53" name="Straight Arrow Connector 1552"/>
            <p:cNvCxnSpPr/>
            <p:nvPr/>
          </p:nvCxnSpPr>
          <p:spPr>
            <a:xfrm flipV="1">
              <a:off x="3995936" y="4221088"/>
              <a:ext cx="0" cy="122413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54" name="Straight Arrow Connector 1553"/>
            <p:cNvCxnSpPr/>
            <p:nvPr/>
          </p:nvCxnSpPr>
          <p:spPr>
            <a:xfrm flipV="1">
              <a:off x="4283968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55" name="Straight Arrow Connector 1554"/>
            <p:cNvCxnSpPr/>
            <p:nvPr/>
          </p:nvCxnSpPr>
          <p:spPr>
            <a:xfrm flipV="1">
              <a:off x="4644008" y="4695696"/>
              <a:ext cx="0" cy="7200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56" name="Straight Arrow Connector 1555"/>
            <p:cNvCxnSpPr/>
            <p:nvPr/>
          </p:nvCxnSpPr>
          <p:spPr>
            <a:xfrm flipH="1" flipV="1">
              <a:off x="3635896" y="4005064"/>
              <a:ext cx="10920" cy="14401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57" name="Straight Arrow Connector 1556"/>
            <p:cNvCxnSpPr/>
            <p:nvPr/>
          </p:nvCxnSpPr>
          <p:spPr>
            <a:xfrm flipV="1">
              <a:off x="3995936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58" name="Straight Arrow Connector 1557"/>
            <p:cNvCxnSpPr/>
            <p:nvPr/>
          </p:nvCxnSpPr>
          <p:spPr>
            <a:xfrm flipV="1">
              <a:off x="4067944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59" name="Straight Arrow Connector 1558"/>
            <p:cNvCxnSpPr/>
            <p:nvPr/>
          </p:nvCxnSpPr>
          <p:spPr>
            <a:xfrm flipV="1">
              <a:off x="3779912" y="4149080"/>
              <a:ext cx="0" cy="12961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0" name="Straight Arrow Connector 1559"/>
            <p:cNvCxnSpPr/>
            <p:nvPr/>
          </p:nvCxnSpPr>
          <p:spPr>
            <a:xfrm flipV="1">
              <a:off x="4211960" y="4221088"/>
              <a:ext cx="0" cy="122413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1" name="Straight Arrow Connector 1560"/>
            <p:cNvCxnSpPr/>
            <p:nvPr/>
          </p:nvCxnSpPr>
          <p:spPr>
            <a:xfrm flipV="1">
              <a:off x="4499992" y="4797152"/>
              <a:ext cx="0" cy="64807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2" name="Straight Arrow Connector 1561"/>
            <p:cNvCxnSpPr/>
            <p:nvPr/>
          </p:nvCxnSpPr>
          <p:spPr>
            <a:xfrm flipV="1">
              <a:off x="4860032" y="4767704"/>
              <a:ext cx="0" cy="64807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3" name="Straight Arrow Connector 1562"/>
            <p:cNvCxnSpPr/>
            <p:nvPr/>
          </p:nvCxnSpPr>
          <p:spPr>
            <a:xfrm flipV="1">
              <a:off x="3563888" y="4077072"/>
              <a:ext cx="0" cy="13681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4" name="Straight Arrow Connector 1563"/>
            <p:cNvCxnSpPr/>
            <p:nvPr/>
          </p:nvCxnSpPr>
          <p:spPr>
            <a:xfrm flipV="1">
              <a:off x="3873616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5" name="Straight Arrow Connector 1564"/>
            <p:cNvCxnSpPr/>
            <p:nvPr/>
          </p:nvCxnSpPr>
          <p:spPr>
            <a:xfrm flipV="1">
              <a:off x="4211960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6" name="Straight Arrow Connector 1565"/>
            <p:cNvCxnSpPr/>
            <p:nvPr/>
          </p:nvCxnSpPr>
          <p:spPr>
            <a:xfrm flipV="1">
              <a:off x="3923928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7" name="Straight Arrow Connector 1566"/>
            <p:cNvCxnSpPr/>
            <p:nvPr/>
          </p:nvCxnSpPr>
          <p:spPr>
            <a:xfrm flipV="1">
              <a:off x="4067944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8" name="Straight Arrow Connector 1567"/>
            <p:cNvCxnSpPr/>
            <p:nvPr/>
          </p:nvCxnSpPr>
          <p:spPr>
            <a:xfrm flipV="1">
              <a:off x="4355976" y="4437112"/>
              <a:ext cx="0" cy="100811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69" name="Straight Arrow Connector 1568"/>
            <p:cNvCxnSpPr/>
            <p:nvPr/>
          </p:nvCxnSpPr>
          <p:spPr>
            <a:xfrm flipV="1">
              <a:off x="4716016" y="4653136"/>
              <a:ext cx="0" cy="76264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0" name="Straight Arrow Connector 1569"/>
            <p:cNvCxnSpPr/>
            <p:nvPr/>
          </p:nvCxnSpPr>
          <p:spPr>
            <a:xfrm flipV="1">
              <a:off x="4165216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1" name="Straight Arrow Connector 1570"/>
            <p:cNvCxnSpPr/>
            <p:nvPr/>
          </p:nvCxnSpPr>
          <p:spPr>
            <a:xfrm flipV="1">
              <a:off x="4283968" y="4437112"/>
              <a:ext cx="0" cy="9936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2" name="Straight Arrow Connector 1571"/>
            <p:cNvCxnSpPr/>
            <p:nvPr/>
          </p:nvCxnSpPr>
          <p:spPr>
            <a:xfrm flipV="1">
              <a:off x="4572000" y="4509120"/>
              <a:ext cx="0" cy="9361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3" name="Straight Arrow Connector 1572"/>
            <p:cNvCxnSpPr/>
            <p:nvPr/>
          </p:nvCxnSpPr>
          <p:spPr>
            <a:xfrm flipV="1">
              <a:off x="4932040" y="4911720"/>
              <a:ext cx="0" cy="5040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4" name="Straight Arrow Connector 1573"/>
            <p:cNvCxnSpPr/>
            <p:nvPr/>
          </p:nvCxnSpPr>
          <p:spPr>
            <a:xfrm flipV="1">
              <a:off x="3923928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5" name="Straight Arrow Connector 1574"/>
            <p:cNvCxnSpPr/>
            <p:nvPr/>
          </p:nvCxnSpPr>
          <p:spPr>
            <a:xfrm flipV="1">
              <a:off x="4283968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6" name="Straight Arrow Connector 1575"/>
            <p:cNvCxnSpPr/>
            <p:nvPr/>
          </p:nvCxnSpPr>
          <p:spPr>
            <a:xfrm flipV="1">
              <a:off x="3707904" y="4293096"/>
              <a:ext cx="0" cy="11521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7" name="Straight Arrow Connector 1576"/>
            <p:cNvCxnSpPr/>
            <p:nvPr/>
          </p:nvCxnSpPr>
          <p:spPr>
            <a:xfrm flipV="1">
              <a:off x="4427984" y="4653136"/>
              <a:ext cx="0" cy="8064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8" name="Straight Arrow Connector 1577"/>
            <p:cNvCxnSpPr/>
            <p:nvPr/>
          </p:nvCxnSpPr>
          <p:spPr>
            <a:xfrm flipV="1">
              <a:off x="5004048" y="4987304"/>
              <a:ext cx="0" cy="4392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79" name="Straight Arrow Connector 1578"/>
            <p:cNvCxnSpPr/>
            <p:nvPr/>
          </p:nvCxnSpPr>
          <p:spPr>
            <a:xfrm flipV="1">
              <a:off x="4860032" y="4855544"/>
              <a:ext cx="0" cy="5709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0" name="Straight Arrow Connector 1579"/>
            <p:cNvCxnSpPr/>
            <p:nvPr/>
          </p:nvCxnSpPr>
          <p:spPr>
            <a:xfrm flipV="1">
              <a:off x="5220072" y="5031224"/>
              <a:ext cx="0" cy="3952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1" name="Straight Arrow Connector 1580"/>
            <p:cNvCxnSpPr/>
            <p:nvPr/>
          </p:nvCxnSpPr>
          <p:spPr>
            <a:xfrm flipV="1">
              <a:off x="4716016" y="4811624"/>
              <a:ext cx="0" cy="6336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2" name="Straight Arrow Connector 1581"/>
            <p:cNvCxnSpPr/>
            <p:nvPr/>
          </p:nvCxnSpPr>
          <p:spPr>
            <a:xfrm flipV="1">
              <a:off x="5076056" y="4767704"/>
              <a:ext cx="0" cy="65880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3" name="Straight Arrow Connector 1582"/>
            <p:cNvCxnSpPr/>
            <p:nvPr/>
          </p:nvCxnSpPr>
          <p:spPr>
            <a:xfrm flipV="1">
              <a:off x="4932040" y="4855544"/>
              <a:ext cx="0" cy="5709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4" name="Straight Arrow Connector 1583"/>
            <p:cNvCxnSpPr/>
            <p:nvPr/>
          </p:nvCxnSpPr>
          <p:spPr>
            <a:xfrm flipV="1">
              <a:off x="5292080" y="5119064"/>
              <a:ext cx="0" cy="30744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5" name="Straight Arrow Connector 1584"/>
            <p:cNvCxnSpPr/>
            <p:nvPr/>
          </p:nvCxnSpPr>
          <p:spPr>
            <a:xfrm flipV="1">
              <a:off x="4788024" y="4943384"/>
              <a:ext cx="0" cy="48312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6" name="Straight Arrow Connector 1585"/>
            <p:cNvCxnSpPr/>
            <p:nvPr/>
          </p:nvCxnSpPr>
          <p:spPr>
            <a:xfrm flipV="1">
              <a:off x="3662566" y="4818524"/>
              <a:ext cx="0" cy="61414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7" name="Straight Arrow Connector 1586"/>
            <p:cNvCxnSpPr/>
            <p:nvPr/>
          </p:nvCxnSpPr>
          <p:spPr>
            <a:xfrm flipV="1">
              <a:off x="3875923" y="4910646"/>
              <a:ext cx="0" cy="5220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8" name="Straight Arrow Connector 1587"/>
            <p:cNvCxnSpPr/>
            <p:nvPr/>
          </p:nvCxnSpPr>
          <p:spPr>
            <a:xfrm flipV="1">
              <a:off x="4302637" y="4879939"/>
              <a:ext cx="0" cy="5527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89" name="Straight Arrow Connector 1588"/>
            <p:cNvCxnSpPr/>
            <p:nvPr/>
          </p:nvCxnSpPr>
          <p:spPr>
            <a:xfrm flipV="1">
              <a:off x="4836029" y="5125595"/>
              <a:ext cx="0" cy="30707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0" name="Straight Arrow Connector 1589"/>
            <p:cNvCxnSpPr/>
            <p:nvPr/>
          </p:nvCxnSpPr>
          <p:spPr>
            <a:xfrm flipV="1">
              <a:off x="3875923" y="4757110"/>
              <a:ext cx="0" cy="6755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1" name="Straight Arrow Connector 1590"/>
            <p:cNvCxnSpPr/>
            <p:nvPr/>
          </p:nvCxnSpPr>
          <p:spPr>
            <a:xfrm flipV="1">
              <a:off x="3982601" y="4818524"/>
              <a:ext cx="0" cy="61414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2" name="Straight Arrow Connector 1591"/>
            <p:cNvCxnSpPr/>
            <p:nvPr/>
          </p:nvCxnSpPr>
          <p:spPr>
            <a:xfrm flipV="1">
              <a:off x="3555887" y="4726403"/>
              <a:ext cx="0" cy="70626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3" name="Straight Arrow Connector 1592"/>
            <p:cNvCxnSpPr/>
            <p:nvPr/>
          </p:nvCxnSpPr>
          <p:spPr>
            <a:xfrm flipV="1">
              <a:off x="4195958" y="4910646"/>
              <a:ext cx="0" cy="5220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4" name="Straight Arrow Connector 1593"/>
            <p:cNvCxnSpPr/>
            <p:nvPr/>
          </p:nvCxnSpPr>
          <p:spPr>
            <a:xfrm flipV="1">
              <a:off x="4622672" y="5033474"/>
              <a:ext cx="0" cy="3991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5" name="Straight Arrow Connector 1594"/>
            <p:cNvCxnSpPr/>
            <p:nvPr/>
          </p:nvCxnSpPr>
          <p:spPr>
            <a:xfrm flipV="1">
              <a:off x="5156065" y="5156302"/>
              <a:ext cx="0" cy="27636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6" name="Straight Arrow Connector 1595"/>
            <p:cNvCxnSpPr/>
            <p:nvPr/>
          </p:nvCxnSpPr>
          <p:spPr>
            <a:xfrm flipV="1">
              <a:off x="3694708" y="4941353"/>
              <a:ext cx="0" cy="4913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7" name="Straight Arrow Connector 1596"/>
            <p:cNvCxnSpPr/>
            <p:nvPr/>
          </p:nvCxnSpPr>
          <p:spPr>
            <a:xfrm flipV="1">
              <a:off x="4195958" y="4941353"/>
              <a:ext cx="0" cy="4913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8" name="Straight Arrow Connector 1597"/>
            <p:cNvCxnSpPr/>
            <p:nvPr/>
          </p:nvCxnSpPr>
          <p:spPr>
            <a:xfrm flipV="1">
              <a:off x="3769244" y="4818524"/>
              <a:ext cx="0" cy="61414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99" name="Straight Arrow Connector 1598"/>
            <p:cNvCxnSpPr/>
            <p:nvPr/>
          </p:nvCxnSpPr>
          <p:spPr>
            <a:xfrm flipV="1">
              <a:off x="3982601" y="4910646"/>
              <a:ext cx="0" cy="5220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0" name="Straight Arrow Connector 1599"/>
            <p:cNvCxnSpPr/>
            <p:nvPr/>
          </p:nvCxnSpPr>
          <p:spPr>
            <a:xfrm flipV="1">
              <a:off x="4409315" y="5002767"/>
              <a:ext cx="0" cy="42989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1" name="Straight Arrow Connector 1600"/>
            <p:cNvCxnSpPr/>
            <p:nvPr/>
          </p:nvCxnSpPr>
          <p:spPr>
            <a:xfrm flipV="1">
              <a:off x="4942708" y="4972060"/>
              <a:ext cx="0" cy="46060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2" name="Straight Arrow Connector 1601"/>
            <p:cNvCxnSpPr/>
            <p:nvPr/>
          </p:nvCxnSpPr>
          <p:spPr>
            <a:xfrm flipV="1">
              <a:off x="3982601" y="4757110"/>
              <a:ext cx="0" cy="6755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3" name="Straight Arrow Connector 1602"/>
            <p:cNvCxnSpPr/>
            <p:nvPr/>
          </p:nvCxnSpPr>
          <p:spPr>
            <a:xfrm flipV="1">
              <a:off x="4126708" y="4818524"/>
              <a:ext cx="0" cy="61414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4" name="Straight Arrow Connector 1603"/>
            <p:cNvCxnSpPr/>
            <p:nvPr/>
          </p:nvCxnSpPr>
          <p:spPr>
            <a:xfrm flipV="1">
              <a:off x="4302637" y="4910646"/>
              <a:ext cx="0" cy="5220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5" name="Straight Arrow Connector 1604"/>
            <p:cNvCxnSpPr/>
            <p:nvPr/>
          </p:nvCxnSpPr>
          <p:spPr>
            <a:xfrm flipV="1">
              <a:off x="4729351" y="5033474"/>
              <a:ext cx="0" cy="3991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6" name="Straight Arrow Connector 1605"/>
            <p:cNvCxnSpPr/>
            <p:nvPr/>
          </p:nvCxnSpPr>
          <p:spPr>
            <a:xfrm flipV="1">
              <a:off x="5262743" y="5217717"/>
              <a:ext cx="0" cy="2149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7" name="Straight Arrow Connector 1606"/>
            <p:cNvCxnSpPr/>
            <p:nvPr/>
          </p:nvCxnSpPr>
          <p:spPr>
            <a:xfrm flipV="1">
              <a:off x="3769244" y="4941353"/>
              <a:ext cx="0" cy="4913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8" name="Straight Arrow Connector 1607"/>
            <p:cNvCxnSpPr/>
            <p:nvPr/>
          </p:nvCxnSpPr>
          <p:spPr>
            <a:xfrm flipV="1">
              <a:off x="4302637" y="4941353"/>
              <a:ext cx="0" cy="4913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09" name="Straight Arrow Connector 1608"/>
            <p:cNvCxnSpPr/>
            <p:nvPr/>
          </p:nvCxnSpPr>
          <p:spPr>
            <a:xfrm flipV="1">
              <a:off x="4515994" y="5094888"/>
              <a:ext cx="0" cy="34388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0" name="Straight Arrow Connector 1609"/>
            <p:cNvCxnSpPr/>
            <p:nvPr/>
          </p:nvCxnSpPr>
          <p:spPr>
            <a:xfrm flipV="1">
              <a:off x="5369422" y="5249949"/>
              <a:ext cx="0" cy="1872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1" name="Straight Arrow Connector 1610"/>
            <p:cNvCxnSpPr/>
            <p:nvPr/>
          </p:nvCxnSpPr>
          <p:spPr>
            <a:xfrm flipV="1">
              <a:off x="5156065" y="5193761"/>
              <a:ext cx="0" cy="2434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2" name="Straight Arrow Connector 1611"/>
            <p:cNvCxnSpPr/>
            <p:nvPr/>
          </p:nvCxnSpPr>
          <p:spPr>
            <a:xfrm flipV="1">
              <a:off x="5689457" y="5268678"/>
              <a:ext cx="0" cy="16856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3" name="Straight Arrow Connector 1612"/>
            <p:cNvCxnSpPr/>
            <p:nvPr/>
          </p:nvCxnSpPr>
          <p:spPr>
            <a:xfrm flipV="1">
              <a:off x="4942708" y="5175032"/>
              <a:ext cx="0" cy="2701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4" name="Straight Arrow Connector 1613"/>
            <p:cNvCxnSpPr/>
            <p:nvPr/>
          </p:nvCxnSpPr>
          <p:spPr>
            <a:xfrm flipV="1">
              <a:off x="5476100" y="5156302"/>
              <a:ext cx="0" cy="28093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5" name="Straight Arrow Connector 1614"/>
            <p:cNvCxnSpPr/>
            <p:nvPr/>
          </p:nvCxnSpPr>
          <p:spPr>
            <a:xfrm flipV="1">
              <a:off x="5262743" y="5193761"/>
              <a:ext cx="0" cy="2434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6" name="Straight Arrow Connector 1615"/>
            <p:cNvCxnSpPr/>
            <p:nvPr/>
          </p:nvCxnSpPr>
          <p:spPr>
            <a:xfrm flipV="1">
              <a:off x="5796136" y="5306136"/>
              <a:ext cx="0" cy="1311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7" name="Straight Arrow Connector 1616"/>
            <p:cNvCxnSpPr/>
            <p:nvPr/>
          </p:nvCxnSpPr>
          <p:spPr>
            <a:xfrm flipV="1">
              <a:off x="5049386" y="5231219"/>
              <a:ext cx="0" cy="20602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8" name="Straight Arrow Connector 1617"/>
            <p:cNvCxnSpPr/>
            <p:nvPr/>
          </p:nvCxnSpPr>
          <p:spPr>
            <a:xfrm flipV="1">
              <a:off x="5130016" y="5030329"/>
              <a:ext cx="0" cy="39859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19" name="Straight Arrow Connector 1618"/>
            <p:cNvCxnSpPr/>
            <p:nvPr/>
          </p:nvCxnSpPr>
          <p:spPr>
            <a:xfrm flipV="1">
              <a:off x="5370043" y="5070189"/>
              <a:ext cx="0" cy="35873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0" name="Straight Arrow Connector 1619"/>
            <p:cNvCxnSpPr/>
            <p:nvPr/>
          </p:nvCxnSpPr>
          <p:spPr>
            <a:xfrm flipV="1">
              <a:off x="5210025" y="4831032"/>
              <a:ext cx="0" cy="59789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1" name="Straight Arrow Connector 1620"/>
            <p:cNvCxnSpPr/>
            <p:nvPr/>
          </p:nvCxnSpPr>
          <p:spPr>
            <a:xfrm flipV="1">
              <a:off x="5450052" y="5149907"/>
              <a:ext cx="0" cy="27901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2" name="Straight Arrow Connector 1621"/>
            <p:cNvCxnSpPr/>
            <p:nvPr/>
          </p:nvCxnSpPr>
          <p:spPr>
            <a:xfrm flipV="1">
              <a:off x="5530060" y="5191746"/>
              <a:ext cx="0" cy="24311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3" name="Straight Arrow Connector 1622"/>
            <p:cNvCxnSpPr/>
            <p:nvPr/>
          </p:nvCxnSpPr>
          <p:spPr>
            <a:xfrm flipV="1">
              <a:off x="5370043" y="5118812"/>
              <a:ext cx="0" cy="3160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4" name="Straight Arrow Connector 1623"/>
            <p:cNvCxnSpPr/>
            <p:nvPr/>
          </p:nvCxnSpPr>
          <p:spPr>
            <a:xfrm flipV="1">
              <a:off x="5770087" y="5216058"/>
              <a:ext cx="0" cy="2188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5" name="Straight Arrow Connector 1624"/>
            <p:cNvCxnSpPr/>
            <p:nvPr/>
          </p:nvCxnSpPr>
          <p:spPr>
            <a:xfrm flipV="1">
              <a:off x="5210025" y="5094500"/>
              <a:ext cx="0" cy="35072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6" name="Straight Arrow Connector 1625"/>
            <p:cNvCxnSpPr/>
            <p:nvPr/>
          </p:nvCxnSpPr>
          <p:spPr>
            <a:xfrm flipV="1">
              <a:off x="5610069" y="5070189"/>
              <a:ext cx="0" cy="36467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7" name="Straight Arrow Connector 1626"/>
            <p:cNvCxnSpPr/>
            <p:nvPr/>
          </p:nvCxnSpPr>
          <p:spPr>
            <a:xfrm flipV="1">
              <a:off x="5450052" y="5118812"/>
              <a:ext cx="0" cy="3160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8" name="Straight Arrow Connector 1627"/>
            <p:cNvCxnSpPr/>
            <p:nvPr/>
          </p:nvCxnSpPr>
          <p:spPr>
            <a:xfrm flipV="1">
              <a:off x="5850096" y="5264681"/>
              <a:ext cx="0" cy="17018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29" name="Straight Arrow Connector 1628"/>
            <p:cNvCxnSpPr/>
            <p:nvPr/>
          </p:nvCxnSpPr>
          <p:spPr>
            <a:xfrm flipV="1">
              <a:off x="5290034" y="5167435"/>
              <a:ext cx="0" cy="26742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630" name="Straight Arrow Connector 1629"/>
            <p:cNvCxnSpPr/>
            <p:nvPr/>
          </p:nvCxnSpPr>
          <p:spPr>
            <a:xfrm flipV="1">
              <a:off x="5382016" y="5229200"/>
              <a:ext cx="0" cy="20602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grpSp>
          <p:nvGrpSpPr>
            <p:cNvPr id="1631" name="Group 327"/>
            <p:cNvGrpSpPr/>
            <p:nvPr/>
          </p:nvGrpSpPr>
          <p:grpSpPr>
            <a:xfrm>
              <a:off x="4067944" y="5013176"/>
              <a:ext cx="1800200" cy="446360"/>
              <a:chOff x="4417699" y="3509392"/>
              <a:chExt cx="1440781" cy="950416"/>
            </a:xfrm>
          </p:grpSpPr>
          <p:cxnSp>
            <p:nvCxnSpPr>
              <p:cNvPr id="1632" name="Straight Arrow Connector 1631"/>
              <p:cNvCxnSpPr/>
              <p:nvPr/>
            </p:nvCxnSpPr>
            <p:spPr>
              <a:xfrm flipV="1">
                <a:off x="4652392" y="3695968"/>
                <a:ext cx="0" cy="72008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33" name="Straight Arrow Connector 1632"/>
              <p:cNvCxnSpPr/>
              <p:nvPr/>
            </p:nvCxnSpPr>
            <p:spPr>
              <a:xfrm flipV="1">
                <a:off x="4508376" y="3797424"/>
                <a:ext cx="0" cy="64807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34" name="Straight Arrow Connector 1633"/>
              <p:cNvCxnSpPr/>
              <p:nvPr/>
            </p:nvCxnSpPr>
            <p:spPr>
              <a:xfrm flipV="1">
                <a:off x="4868416" y="3767976"/>
                <a:ext cx="0" cy="64807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35" name="Straight Arrow Connector 1634"/>
              <p:cNvCxnSpPr/>
              <p:nvPr/>
            </p:nvCxnSpPr>
            <p:spPr>
              <a:xfrm flipV="1">
                <a:off x="4724400" y="3653408"/>
                <a:ext cx="0" cy="76264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36" name="Straight Arrow Connector 1635"/>
              <p:cNvCxnSpPr/>
              <p:nvPr/>
            </p:nvCxnSpPr>
            <p:spPr>
              <a:xfrm flipV="1">
                <a:off x="4580384" y="3509392"/>
                <a:ext cx="0" cy="93610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37" name="Straight Arrow Connector 1636"/>
              <p:cNvCxnSpPr/>
              <p:nvPr/>
            </p:nvCxnSpPr>
            <p:spPr>
              <a:xfrm flipV="1">
                <a:off x="4940424" y="3911992"/>
                <a:ext cx="0" cy="504056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38" name="Straight Arrow Connector 1637"/>
              <p:cNvCxnSpPr/>
              <p:nvPr/>
            </p:nvCxnSpPr>
            <p:spPr>
              <a:xfrm flipV="1">
                <a:off x="4436368" y="3653408"/>
                <a:ext cx="0" cy="80640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39" name="Straight Arrow Connector 1638"/>
              <p:cNvCxnSpPr/>
              <p:nvPr/>
            </p:nvCxnSpPr>
            <p:spPr>
              <a:xfrm flipV="1">
                <a:off x="5012432" y="3987576"/>
                <a:ext cx="0" cy="43920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0" name="Straight Arrow Connector 1639"/>
              <p:cNvCxnSpPr/>
              <p:nvPr/>
            </p:nvCxnSpPr>
            <p:spPr>
              <a:xfrm flipV="1">
                <a:off x="4868416" y="3855816"/>
                <a:ext cx="0" cy="57096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1" name="Straight Arrow Connector 1640"/>
              <p:cNvCxnSpPr/>
              <p:nvPr/>
            </p:nvCxnSpPr>
            <p:spPr>
              <a:xfrm flipV="1">
                <a:off x="5228456" y="4031496"/>
                <a:ext cx="0" cy="39528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2" name="Straight Arrow Connector 1641"/>
              <p:cNvCxnSpPr/>
              <p:nvPr/>
            </p:nvCxnSpPr>
            <p:spPr>
              <a:xfrm flipV="1">
                <a:off x="4724400" y="3811896"/>
                <a:ext cx="0" cy="63360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3" name="Straight Arrow Connector 1642"/>
              <p:cNvCxnSpPr/>
              <p:nvPr/>
            </p:nvCxnSpPr>
            <p:spPr>
              <a:xfrm flipV="1">
                <a:off x="5084440" y="3767976"/>
                <a:ext cx="0" cy="65880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4" name="Straight Arrow Connector 1643"/>
              <p:cNvCxnSpPr/>
              <p:nvPr/>
            </p:nvCxnSpPr>
            <p:spPr>
              <a:xfrm flipV="1">
                <a:off x="4940424" y="3855816"/>
                <a:ext cx="0" cy="57096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5" name="Straight Arrow Connector 1644"/>
              <p:cNvCxnSpPr/>
              <p:nvPr/>
            </p:nvCxnSpPr>
            <p:spPr>
              <a:xfrm flipV="1">
                <a:off x="5300464" y="4119336"/>
                <a:ext cx="0" cy="30744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6" name="Straight Arrow Connector 1645"/>
              <p:cNvCxnSpPr/>
              <p:nvPr/>
            </p:nvCxnSpPr>
            <p:spPr>
              <a:xfrm flipV="1">
                <a:off x="4796408" y="3943656"/>
                <a:ext cx="0" cy="48312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7" name="Straight Arrow Connector 1646"/>
              <p:cNvCxnSpPr/>
              <p:nvPr/>
            </p:nvCxnSpPr>
            <p:spPr>
              <a:xfrm flipV="1">
                <a:off x="4844413" y="4125867"/>
                <a:ext cx="0" cy="307071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8" name="Straight Arrow Connector 1647"/>
              <p:cNvCxnSpPr/>
              <p:nvPr/>
            </p:nvCxnSpPr>
            <p:spPr>
              <a:xfrm flipV="1">
                <a:off x="4631056" y="4033746"/>
                <a:ext cx="0" cy="39919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49" name="Straight Arrow Connector 1648"/>
              <p:cNvCxnSpPr/>
              <p:nvPr/>
            </p:nvCxnSpPr>
            <p:spPr>
              <a:xfrm flipV="1">
                <a:off x="5164449" y="4156574"/>
                <a:ext cx="0" cy="27636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0" name="Straight Arrow Connector 1649"/>
              <p:cNvCxnSpPr/>
              <p:nvPr/>
            </p:nvCxnSpPr>
            <p:spPr>
              <a:xfrm flipV="1">
                <a:off x="4417699" y="4003039"/>
                <a:ext cx="0" cy="429899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1" name="Straight Arrow Connector 1650"/>
              <p:cNvCxnSpPr/>
              <p:nvPr/>
            </p:nvCxnSpPr>
            <p:spPr>
              <a:xfrm flipV="1">
                <a:off x="4951092" y="3972332"/>
                <a:ext cx="0" cy="460606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2" name="Straight Arrow Connector 1651"/>
              <p:cNvCxnSpPr/>
              <p:nvPr/>
            </p:nvCxnSpPr>
            <p:spPr>
              <a:xfrm flipV="1">
                <a:off x="4737735" y="4033746"/>
                <a:ext cx="0" cy="39919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3" name="Straight Arrow Connector 1652"/>
              <p:cNvCxnSpPr/>
              <p:nvPr/>
            </p:nvCxnSpPr>
            <p:spPr>
              <a:xfrm flipV="1">
                <a:off x="5271127" y="4217989"/>
                <a:ext cx="0" cy="21495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4" name="Straight Arrow Connector 1653"/>
              <p:cNvCxnSpPr/>
              <p:nvPr/>
            </p:nvCxnSpPr>
            <p:spPr>
              <a:xfrm flipV="1">
                <a:off x="4524378" y="4095160"/>
                <a:ext cx="0" cy="343881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5" name="Straight Arrow Connector 1654"/>
              <p:cNvCxnSpPr/>
              <p:nvPr/>
            </p:nvCxnSpPr>
            <p:spPr>
              <a:xfrm flipV="1">
                <a:off x="5377806" y="4250221"/>
                <a:ext cx="0" cy="18729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6" name="Straight Arrow Connector 1655"/>
              <p:cNvCxnSpPr/>
              <p:nvPr/>
            </p:nvCxnSpPr>
            <p:spPr>
              <a:xfrm flipV="1">
                <a:off x="5164449" y="4194033"/>
                <a:ext cx="0" cy="24348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7" name="Straight Arrow Connector 1656"/>
              <p:cNvCxnSpPr/>
              <p:nvPr/>
            </p:nvCxnSpPr>
            <p:spPr>
              <a:xfrm flipV="1">
                <a:off x="5697841" y="4268950"/>
                <a:ext cx="0" cy="168563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8" name="Straight Arrow Connector 1657"/>
              <p:cNvCxnSpPr/>
              <p:nvPr/>
            </p:nvCxnSpPr>
            <p:spPr>
              <a:xfrm flipV="1">
                <a:off x="4951092" y="4175304"/>
                <a:ext cx="0" cy="27019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59" name="Straight Arrow Connector 1658"/>
              <p:cNvCxnSpPr/>
              <p:nvPr/>
            </p:nvCxnSpPr>
            <p:spPr>
              <a:xfrm flipV="1">
                <a:off x="5484484" y="4156574"/>
                <a:ext cx="0" cy="280939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0" name="Straight Arrow Connector 1659"/>
              <p:cNvCxnSpPr/>
              <p:nvPr/>
            </p:nvCxnSpPr>
            <p:spPr>
              <a:xfrm flipV="1">
                <a:off x="5271127" y="4194033"/>
                <a:ext cx="0" cy="24348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1" name="Straight Arrow Connector 1660"/>
              <p:cNvCxnSpPr/>
              <p:nvPr/>
            </p:nvCxnSpPr>
            <p:spPr>
              <a:xfrm flipV="1">
                <a:off x="5804520" y="4306408"/>
                <a:ext cx="0" cy="131105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2" name="Straight Arrow Connector 1661"/>
              <p:cNvCxnSpPr/>
              <p:nvPr/>
            </p:nvCxnSpPr>
            <p:spPr>
              <a:xfrm flipV="1">
                <a:off x="5057770" y="4231491"/>
                <a:ext cx="0" cy="20602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3" name="Straight Arrow Connector 1662"/>
              <p:cNvCxnSpPr/>
              <p:nvPr/>
            </p:nvCxnSpPr>
            <p:spPr>
              <a:xfrm flipV="1">
                <a:off x="5138400" y="4030601"/>
                <a:ext cx="0" cy="39859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4" name="Straight Arrow Connector 1663"/>
              <p:cNvCxnSpPr/>
              <p:nvPr/>
            </p:nvCxnSpPr>
            <p:spPr>
              <a:xfrm flipV="1">
                <a:off x="5378427" y="4070461"/>
                <a:ext cx="0" cy="358735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5" name="Straight Arrow Connector 1664"/>
              <p:cNvCxnSpPr/>
              <p:nvPr/>
            </p:nvCxnSpPr>
            <p:spPr>
              <a:xfrm flipV="1">
                <a:off x="5218409" y="3831304"/>
                <a:ext cx="0" cy="597891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6" name="Straight Arrow Connector 1665"/>
              <p:cNvCxnSpPr/>
              <p:nvPr/>
            </p:nvCxnSpPr>
            <p:spPr>
              <a:xfrm flipV="1">
                <a:off x="5458436" y="4150179"/>
                <a:ext cx="0" cy="279016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7" name="Straight Arrow Connector 1666"/>
              <p:cNvCxnSpPr/>
              <p:nvPr/>
            </p:nvCxnSpPr>
            <p:spPr>
              <a:xfrm flipV="1">
                <a:off x="5538444" y="4192018"/>
                <a:ext cx="0" cy="243115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8" name="Straight Arrow Connector 1667"/>
              <p:cNvCxnSpPr/>
              <p:nvPr/>
            </p:nvCxnSpPr>
            <p:spPr>
              <a:xfrm flipV="1">
                <a:off x="5378427" y="4119084"/>
                <a:ext cx="0" cy="31605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69" name="Straight Arrow Connector 1668"/>
              <p:cNvCxnSpPr/>
              <p:nvPr/>
            </p:nvCxnSpPr>
            <p:spPr>
              <a:xfrm flipV="1">
                <a:off x="5778471" y="4216330"/>
                <a:ext cx="0" cy="21880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70" name="Straight Arrow Connector 1669"/>
              <p:cNvCxnSpPr/>
              <p:nvPr/>
            </p:nvCxnSpPr>
            <p:spPr>
              <a:xfrm flipV="1">
                <a:off x="5218409" y="4094772"/>
                <a:ext cx="0" cy="350724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71" name="Straight Arrow Connector 1670"/>
              <p:cNvCxnSpPr/>
              <p:nvPr/>
            </p:nvCxnSpPr>
            <p:spPr>
              <a:xfrm flipV="1">
                <a:off x="5618453" y="4070461"/>
                <a:ext cx="0" cy="364673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72" name="Straight Arrow Connector 1671"/>
              <p:cNvCxnSpPr/>
              <p:nvPr/>
            </p:nvCxnSpPr>
            <p:spPr>
              <a:xfrm flipV="1">
                <a:off x="5458436" y="4119084"/>
                <a:ext cx="0" cy="316050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73" name="Straight Arrow Connector 1672"/>
              <p:cNvCxnSpPr/>
              <p:nvPr/>
            </p:nvCxnSpPr>
            <p:spPr>
              <a:xfrm flipV="1">
                <a:off x="5858480" y="4264953"/>
                <a:ext cx="0" cy="170181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74" name="Straight Arrow Connector 1673"/>
              <p:cNvCxnSpPr/>
              <p:nvPr/>
            </p:nvCxnSpPr>
            <p:spPr>
              <a:xfrm flipV="1">
                <a:off x="5298418" y="4167707"/>
                <a:ext cx="0" cy="267427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  <p:cxnSp>
            <p:nvCxnSpPr>
              <p:cNvPr id="1675" name="Straight Arrow Connector 1674"/>
              <p:cNvCxnSpPr/>
              <p:nvPr/>
            </p:nvCxnSpPr>
            <p:spPr>
              <a:xfrm flipV="1">
                <a:off x="5390400" y="4229472"/>
                <a:ext cx="0" cy="206022"/>
              </a:xfrm>
              <a:prstGeom prst="straightConnector1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tailEnd type="none" w="lg" len="lg"/>
              </a:ln>
              <a:effectLst/>
            </p:spPr>
          </p:cxnSp>
        </p:grpSp>
      </p:grpSp>
      <p:grpSp>
        <p:nvGrpSpPr>
          <p:cNvPr id="1280" name="Group 689"/>
          <p:cNvGrpSpPr/>
          <p:nvPr/>
        </p:nvGrpSpPr>
        <p:grpSpPr>
          <a:xfrm>
            <a:off x="5753517" y="4536080"/>
            <a:ext cx="4234070" cy="991567"/>
            <a:chOff x="3059832" y="3159170"/>
            <a:chExt cx="3528392" cy="1148238"/>
          </a:xfrm>
        </p:grpSpPr>
        <p:cxnSp>
          <p:nvCxnSpPr>
            <p:cNvPr id="1281" name="Straight Arrow Connector 1280"/>
            <p:cNvCxnSpPr/>
            <p:nvPr/>
          </p:nvCxnSpPr>
          <p:spPr>
            <a:xfrm flipV="1">
              <a:off x="3546016" y="3693421"/>
              <a:ext cx="0" cy="6053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82" name="Straight Arrow Connector 1281"/>
            <p:cNvCxnSpPr/>
            <p:nvPr/>
          </p:nvCxnSpPr>
          <p:spPr>
            <a:xfrm flipV="1">
              <a:off x="3177474" y="3477209"/>
              <a:ext cx="0" cy="8216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83" name="Straight Arrow Connector 1282"/>
            <p:cNvCxnSpPr/>
            <p:nvPr/>
          </p:nvCxnSpPr>
          <p:spPr>
            <a:xfrm flipV="1">
              <a:off x="3730287" y="3563694"/>
              <a:ext cx="0" cy="73511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84" name="Straight Arrow Connector 1283"/>
            <p:cNvCxnSpPr/>
            <p:nvPr/>
          </p:nvCxnSpPr>
          <p:spPr>
            <a:xfrm flipV="1">
              <a:off x="4098829" y="3693421"/>
              <a:ext cx="0" cy="6053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85" name="Straight Arrow Connector 1284"/>
            <p:cNvCxnSpPr/>
            <p:nvPr/>
          </p:nvCxnSpPr>
          <p:spPr>
            <a:xfrm flipV="1">
              <a:off x="4559507" y="3848706"/>
              <a:ext cx="0" cy="4324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86" name="Straight Arrow Connector 1285"/>
            <p:cNvCxnSpPr/>
            <p:nvPr/>
          </p:nvCxnSpPr>
          <p:spPr>
            <a:xfrm flipH="1" flipV="1">
              <a:off x="3269609" y="3433967"/>
              <a:ext cx="13972" cy="86484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87" name="Straight Arrow Connector 1286"/>
            <p:cNvCxnSpPr/>
            <p:nvPr/>
          </p:nvCxnSpPr>
          <p:spPr>
            <a:xfrm flipV="1">
              <a:off x="3730287" y="3606936"/>
              <a:ext cx="0" cy="6918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88" name="Straight Arrow Connector 1287"/>
            <p:cNvCxnSpPr/>
            <p:nvPr/>
          </p:nvCxnSpPr>
          <p:spPr>
            <a:xfrm flipV="1">
              <a:off x="3822423" y="3693421"/>
              <a:ext cx="0" cy="6053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89" name="Straight Arrow Connector 1288"/>
            <p:cNvCxnSpPr/>
            <p:nvPr/>
          </p:nvCxnSpPr>
          <p:spPr>
            <a:xfrm flipV="1">
              <a:off x="3453881" y="3520452"/>
              <a:ext cx="0" cy="77836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0" name="Straight Arrow Connector 1289"/>
            <p:cNvCxnSpPr/>
            <p:nvPr/>
          </p:nvCxnSpPr>
          <p:spPr>
            <a:xfrm flipV="1">
              <a:off x="4006694" y="3563694"/>
              <a:ext cx="0" cy="73511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1" name="Straight Arrow Connector 1290"/>
            <p:cNvCxnSpPr/>
            <p:nvPr/>
          </p:nvCxnSpPr>
          <p:spPr>
            <a:xfrm flipV="1">
              <a:off x="4375236" y="3909632"/>
              <a:ext cx="0" cy="38918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2" name="Straight Arrow Connector 1291"/>
            <p:cNvCxnSpPr/>
            <p:nvPr/>
          </p:nvCxnSpPr>
          <p:spPr>
            <a:xfrm flipV="1">
              <a:off x="4835914" y="3891948"/>
              <a:ext cx="0" cy="38918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3" name="Straight Arrow Connector 1292"/>
            <p:cNvCxnSpPr/>
            <p:nvPr/>
          </p:nvCxnSpPr>
          <p:spPr>
            <a:xfrm flipV="1">
              <a:off x="3177474" y="3477209"/>
              <a:ext cx="0" cy="8216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4" name="Straight Arrow Connector 1293"/>
            <p:cNvCxnSpPr/>
            <p:nvPr/>
          </p:nvCxnSpPr>
          <p:spPr>
            <a:xfrm flipV="1">
              <a:off x="3573777" y="3606936"/>
              <a:ext cx="0" cy="6918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5" name="Straight Arrow Connector 1294"/>
            <p:cNvCxnSpPr/>
            <p:nvPr/>
          </p:nvCxnSpPr>
          <p:spPr>
            <a:xfrm flipV="1">
              <a:off x="4006694" y="3606936"/>
              <a:ext cx="0" cy="6918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6" name="Straight Arrow Connector 1295"/>
            <p:cNvCxnSpPr/>
            <p:nvPr/>
          </p:nvCxnSpPr>
          <p:spPr>
            <a:xfrm flipV="1">
              <a:off x="3638152" y="3606936"/>
              <a:ext cx="0" cy="6918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7" name="Straight Arrow Connector 1296"/>
            <p:cNvCxnSpPr/>
            <p:nvPr/>
          </p:nvCxnSpPr>
          <p:spPr>
            <a:xfrm flipV="1">
              <a:off x="3822423" y="3693421"/>
              <a:ext cx="0" cy="6053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8" name="Straight Arrow Connector 1297"/>
            <p:cNvCxnSpPr/>
            <p:nvPr/>
          </p:nvCxnSpPr>
          <p:spPr>
            <a:xfrm flipV="1">
              <a:off x="4190965" y="3693421"/>
              <a:ext cx="0" cy="6053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299" name="Straight Arrow Connector 1298"/>
            <p:cNvCxnSpPr/>
            <p:nvPr/>
          </p:nvCxnSpPr>
          <p:spPr>
            <a:xfrm flipV="1">
              <a:off x="4651642" y="3823148"/>
              <a:ext cx="0" cy="45798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0" name="Straight Arrow Connector 1299"/>
            <p:cNvCxnSpPr/>
            <p:nvPr/>
          </p:nvCxnSpPr>
          <p:spPr>
            <a:xfrm flipV="1">
              <a:off x="3154606" y="3743211"/>
              <a:ext cx="0" cy="55560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1" name="Straight Arrow Connector 1300"/>
            <p:cNvCxnSpPr/>
            <p:nvPr/>
          </p:nvCxnSpPr>
          <p:spPr>
            <a:xfrm flipV="1">
              <a:off x="3946884" y="3606936"/>
              <a:ext cx="0" cy="6918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2" name="Straight Arrow Connector 1301"/>
            <p:cNvCxnSpPr/>
            <p:nvPr/>
          </p:nvCxnSpPr>
          <p:spPr>
            <a:xfrm flipV="1">
              <a:off x="4098829" y="3693421"/>
              <a:ext cx="0" cy="59667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3" name="Straight Arrow Connector 1302"/>
            <p:cNvCxnSpPr/>
            <p:nvPr/>
          </p:nvCxnSpPr>
          <p:spPr>
            <a:xfrm flipV="1">
              <a:off x="4467371" y="3736663"/>
              <a:ext cx="0" cy="5621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4" name="Straight Arrow Connector 1303"/>
            <p:cNvCxnSpPr/>
            <p:nvPr/>
          </p:nvCxnSpPr>
          <p:spPr>
            <a:xfrm flipV="1">
              <a:off x="4928049" y="3978433"/>
              <a:ext cx="0" cy="30269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5" name="Straight Arrow Connector 1304"/>
            <p:cNvCxnSpPr/>
            <p:nvPr/>
          </p:nvCxnSpPr>
          <p:spPr>
            <a:xfrm flipV="1">
              <a:off x="3638152" y="3606936"/>
              <a:ext cx="0" cy="6918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6" name="Straight Arrow Connector 1305"/>
            <p:cNvCxnSpPr/>
            <p:nvPr/>
          </p:nvCxnSpPr>
          <p:spPr>
            <a:xfrm flipV="1">
              <a:off x="4098829" y="3606936"/>
              <a:ext cx="0" cy="6918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7" name="Straight Arrow Connector 1306"/>
            <p:cNvCxnSpPr/>
            <p:nvPr/>
          </p:nvCxnSpPr>
          <p:spPr>
            <a:xfrm flipV="1">
              <a:off x="3085338" y="3563694"/>
              <a:ext cx="0" cy="73511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8" name="Straight Arrow Connector 1307"/>
            <p:cNvCxnSpPr/>
            <p:nvPr/>
          </p:nvCxnSpPr>
          <p:spPr>
            <a:xfrm flipV="1">
              <a:off x="3361745" y="3606936"/>
              <a:ext cx="0" cy="6918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09" name="Straight Arrow Connector 1308"/>
            <p:cNvCxnSpPr/>
            <p:nvPr/>
          </p:nvCxnSpPr>
          <p:spPr>
            <a:xfrm flipV="1">
              <a:off x="4283100" y="3823148"/>
              <a:ext cx="0" cy="4842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0" name="Straight Arrow Connector 1309"/>
            <p:cNvCxnSpPr/>
            <p:nvPr/>
          </p:nvCxnSpPr>
          <p:spPr>
            <a:xfrm flipV="1">
              <a:off x="5020185" y="4023823"/>
              <a:ext cx="0" cy="26374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1" name="Straight Arrow Connector 1310"/>
            <p:cNvCxnSpPr/>
            <p:nvPr/>
          </p:nvCxnSpPr>
          <p:spPr>
            <a:xfrm flipV="1">
              <a:off x="4835914" y="3944698"/>
              <a:ext cx="0" cy="34287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2" name="Straight Arrow Connector 1311"/>
            <p:cNvCxnSpPr/>
            <p:nvPr/>
          </p:nvCxnSpPr>
          <p:spPr>
            <a:xfrm flipV="1">
              <a:off x="5296591" y="4050198"/>
              <a:ext cx="0" cy="23737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3" name="Straight Arrow Connector 1312"/>
            <p:cNvCxnSpPr/>
            <p:nvPr/>
          </p:nvCxnSpPr>
          <p:spPr>
            <a:xfrm flipV="1">
              <a:off x="4651642" y="3918323"/>
              <a:ext cx="0" cy="38049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4" name="Straight Arrow Connector 1313"/>
            <p:cNvCxnSpPr/>
            <p:nvPr/>
          </p:nvCxnSpPr>
          <p:spPr>
            <a:xfrm flipV="1">
              <a:off x="5112320" y="3891948"/>
              <a:ext cx="0" cy="3956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5" name="Straight Arrow Connector 1314"/>
            <p:cNvCxnSpPr/>
            <p:nvPr/>
          </p:nvCxnSpPr>
          <p:spPr>
            <a:xfrm flipV="1">
              <a:off x="4928049" y="3944698"/>
              <a:ext cx="0" cy="34287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6" name="Straight Arrow Connector 1315"/>
            <p:cNvCxnSpPr/>
            <p:nvPr/>
          </p:nvCxnSpPr>
          <p:spPr>
            <a:xfrm flipV="1">
              <a:off x="5388727" y="4102947"/>
              <a:ext cx="0" cy="18462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7" name="Straight Arrow Connector 1316"/>
            <p:cNvCxnSpPr/>
            <p:nvPr/>
          </p:nvCxnSpPr>
          <p:spPr>
            <a:xfrm flipV="1">
              <a:off x="4743778" y="3997448"/>
              <a:ext cx="0" cy="29012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8" name="Straight Arrow Connector 1317"/>
            <p:cNvCxnSpPr/>
            <p:nvPr/>
          </p:nvCxnSpPr>
          <p:spPr>
            <a:xfrm flipV="1">
              <a:off x="3303734" y="3922467"/>
              <a:ext cx="0" cy="3688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19" name="Straight Arrow Connector 1318"/>
            <p:cNvCxnSpPr/>
            <p:nvPr/>
          </p:nvCxnSpPr>
          <p:spPr>
            <a:xfrm flipV="1">
              <a:off x="3576728" y="3977788"/>
              <a:ext cx="0" cy="3134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0" name="Straight Arrow Connector 1319"/>
            <p:cNvCxnSpPr/>
            <p:nvPr/>
          </p:nvCxnSpPr>
          <p:spPr>
            <a:xfrm flipV="1">
              <a:off x="4122717" y="3959348"/>
              <a:ext cx="0" cy="33192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1" name="Straight Arrow Connector 1320"/>
            <p:cNvCxnSpPr/>
            <p:nvPr/>
          </p:nvCxnSpPr>
          <p:spPr>
            <a:xfrm flipV="1">
              <a:off x="4805201" y="4106869"/>
              <a:ext cx="0" cy="18440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2" name="Straight Arrow Connector 1321"/>
            <p:cNvCxnSpPr/>
            <p:nvPr/>
          </p:nvCxnSpPr>
          <p:spPr>
            <a:xfrm flipV="1">
              <a:off x="3576728" y="3885586"/>
              <a:ext cx="0" cy="40568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3" name="Straight Arrow Connector 1322"/>
            <p:cNvCxnSpPr/>
            <p:nvPr/>
          </p:nvCxnSpPr>
          <p:spPr>
            <a:xfrm flipV="1">
              <a:off x="3713225" y="3922467"/>
              <a:ext cx="0" cy="3688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4" name="Straight Arrow Connector 1323"/>
            <p:cNvCxnSpPr/>
            <p:nvPr/>
          </p:nvCxnSpPr>
          <p:spPr>
            <a:xfrm flipV="1">
              <a:off x="3167237" y="3867146"/>
              <a:ext cx="0" cy="42412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5" name="Straight Arrow Connector 1324"/>
            <p:cNvCxnSpPr/>
            <p:nvPr/>
          </p:nvCxnSpPr>
          <p:spPr>
            <a:xfrm flipV="1">
              <a:off x="3986219" y="3977788"/>
              <a:ext cx="0" cy="3134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6" name="Straight Arrow Connector 1325"/>
            <p:cNvCxnSpPr/>
            <p:nvPr/>
          </p:nvCxnSpPr>
          <p:spPr>
            <a:xfrm flipV="1">
              <a:off x="4532207" y="4051549"/>
              <a:ext cx="0" cy="2397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7" name="Straight Arrow Connector 1326"/>
            <p:cNvCxnSpPr/>
            <p:nvPr/>
          </p:nvCxnSpPr>
          <p:spPr>
            <a:xfrm flipV="1">
              <a:off x="5214693" y="4125310"/>
              <a:ext cx="0" cy="16596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8" name="Straight Arrow Connector 1327"/>
            <p:cNvCxnSpPr/>
            <p:nvPr/>
          </p:nvCxnSpPr>
          <p:spPr>
            <a:xfrm flipV="1">
              <a:off x="3344860" y="3996228"/>
              <a:ext cx="0" cy="2950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29" name="Straight Arrow Connector 1328"/>
            <p:cNvCxnSpPr/>
            <p:nvPr/>
          </p:nvCxnSpPr>
          <p:spPr>
            <a:xfrm flipV="1">
              <a:off x="3986219" y="3996228"/>
              <a:ext cx="0" cy="2950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0" name="Straight Arrow Connector 1329"/>
            <p:cNvCxnSpPr/>
            <p:nvPr/>
          </p:nvCxnSpPr>
          <p:spPr>
            <a:xfrm flipV="1">
              <a:off x="3440231" y="3922467"/>
              <a:ext cx="0" cy="3688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1" name="Straight Arrow Connector 1330"/>
            <p:cNvCxnSpPr/>
            <p:nvPr/>
          </p:nvCxnSpPr>
          <p:spPr>
            <a:xfrm flipV="1">
              <a:off x="3713225" y="3977788"/>
              <a:ext cx="0" cy="3134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2" name="Straight Arrow Connector 1331"/>
            <p:cNvCxnSpPr/>
            <p:nvPr/>
          </p:nvCxnSpPr>
          <p:spPr>
            <a:xfrm flipV="1">
              <a:off x="4259213" y="4033109"/>
              <a:ext cx="0" cy="25816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3" name="Straight Arrow Connector 1332"/>
            <p:cNvCxnSpPr/>
            <p:nvPr/>
          </p:nvCxnSpPr>
          <p:spPr>
            <a:xfrm flipV="1">
              <a:off x="4941699" y="4014668"/>
              <a:ext cx="0" cy="2766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4" name="Straight Arrow Connector 1333"/>
            <p:cNvCxnSpPr/>
            <p:nvPr/>
          </p:nvCxnSpPr>
          <p:spPr>
            <a:xfrm flipV="1">
              <a:off x="3713225" y="3885586"/>
              <a:ext cx="0" cy="40568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5" name="Straight Arrow Connector 1334"/>
            <p:cNvCxnSpPr/>
            <p:nvPr/>
          </p:nvCxnSpPr>
          <p:spPr>
            <a:xfrm flipV="1">
              <a:off x="3897612" y="3922467"/>
              <a:ext cx="0" cy="3688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6" name="Straight Arrow Connector 1335"/>
            <p:cNvCxnSpPr/>
            <p:nvPr/>
          </p:nvCxnSpPr>
          <p:spPr>
            <a:xfrm flipV="1">
              <a:off x="4122717" y="3977788"/>
              <a:ext cx="0" cy="3134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7" name="Straight Arrow Connector 1336"/>
            <p:cNvCxnSpPr/>
            <p:nvPr/>
          </p:nvCxnSpPr>
          <p:spPr>
            <a:xfrm flipV="1">
              <a:off x="4668705" y="4051549"/>
              <a:ext cx="0" cy="2397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8" name="Straight Arrow Connector 1337"/>
            <p:cNvCxnSpPr/>
            <p:nvPr/>
          </p:nvCxnSpPr>
          <p:spPr>
            <a:xfrm flipV="1">
              <a:off x="5351190" y="4162191"/>
              <a:ext cx="0" cy="12908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39" name="Straight Arrow Connector 1338"/>
            <p:cNvCxnSpPr/>
            <p:nvPr/>
          </p:nvCxnSpPr>
          <p:spPr>
            <a:xfrm flipV="1">
              <a:off x="3440231" y="3996228"/>
              <a:ext cx="0" cy="2950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0" name="Straight Arrow Connector 1339"/>
            <p:cNvCxnSpPr/>
            <p:nvPr/>
          </p:nvCxnSpPr>
          <p:spPr>
            <a:xfrm flipV="1">
              <a:off x="4122717" y="3996228"/>
              <a:ext cx="0" cy="2950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1" name="Straight Arrow Connector 1340"/>
            <p:cNvCxnSpPr/>
            <p:nvPr/>
          </p:nvCxnSpPr>
          <p:spPr>
            <a:xfrm flipV="1">
              <a:off x="4395711" y="4088429"/>
              <a:ext cx="0" cy="20650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2" name="Straight Arrow Connector 1341"/>
            <p:cNvCxnSpPr/>
            <p:nvPr/>
          </p:nvCxnSpPr>
          <p:spPr>
            <a:xfrm flipV="1">
              <a:off x="5487687" y="4181547"/>
              <a:ext cx="0" cy="11247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3" name="Straight Arrow Connector 1342"/>
            <p:cNvCxnSpPr/>
            <p:nvPr/>
          </p:nvCxnSpPr>
          <p:spPr>
            <a:xfrm flipV="1">
              <a:off x="5214693" y="4147805"/>
              <a:ext cx="0" cy="14621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4" name="Straight Arrow Connector 1343"/>
            <p:cNvCxnSpPr/>
            <p:nvPr/>
          </p:nvCxnSpPr>
          <p:spPr>
            <a:xfrm flipV="1">
              <a:off x="5897178" y="4192794"/>
              <a:ext cx="0" cy="10122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5" name="Straight Arrow Connector 1344"/>
            <p:cNvCxnSpPr/>
            <p:nvPr/>
          </p:nvCxnSpPr>
          <p:spPr>
            <a:xfrm flipV="1">
              <a:off x="4941699" y="4136557"/>
              <a:ext cx="0" cy="1622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6" name="Straight Arrow Connector 1345"/>
            <p:cNvCxnSpPr/>
            <p:nvPr/>
          </p:nvCxnSpPr>
          <p:spPr>
            <a:xfrm flipV="1">
              <a:off x="5624184" y="4125310"/>
              <a:ext cx="0" cy="16871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7" name="Straight Arrow Connector 1346"/>
            <p:cNvCxnSpPr/>
            <p:nvPr/>
          </p:nvCxnSpPr>
          <p:spPr>
            <a:xfrm flipV="1">
              <a:off x="5351190" y="4147805"/>
              <a:ext cx="0" cy="14621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8" name="Straight Arrow Connector 1347"/>
            <p:cNvCxnSpPr/>
            <p:nvPr/>
          </p:nvCxnSpPr>
          <p:spPr>
            <a:xfrm flipV="1">
              <a:off x="6033676" y="4215288"/>
              <a:ext cx="0" cy="7873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49" name="Straight Arrow Connector 1348"/>
            <p:cNvCxnSpPr/>
            <p:nvPr/>
          </p:nvCxnSpPr>
          <p:spPr>
            <a:xfrm flipV="1">
              <a:off x="5078195" y="4170299"/>
              <a:ext cx="0" cy="1237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0" name="Straight Arrow Connector 1349"/>
            <p:cNvCxnSpPr/>
            <p:nvPr/>
          </p:nvCxnSpPr>
          <p:spPr>
            <a:xfrm flipV="1">
              <a:off x="5181363" y="4049660"/>
              <a:ext cx="0" cy="23936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1" name="Straight Arrow Connector 1350"/>
            <p:cNvCxnSpPr/>
            <p:nvPr/>
          </p:nvCxnSpPr>
          <p:spPr>
            <a:xfrm flipV="1">
              <a:off x="5488482" y="4073597"/>
              <a:ext cx="0" cy="2154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2" name="Straight Arrow Connector 1351"/>
            <p:cNvCxnSpPr/>
            <p:nvPr/>
          </p:nvCxnSpPr>
          <p:spPr>
            <a:xfrm flipV="1">
              <a:off x="5283736" y="3929978"/>
              <a:ext cx="0" cy="35904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3" name="Straight Arrow Connector 1352"/>
            <p:cNvCxnSpPr/>
            <p:nvPr/>
          </p:nvCxnSpPr>
          <p:spPr>
            <a:xfrm flipV="1">
              <a:off x="5590855" y="4121469"/>
              <a:ext cx="0" cy="16755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4" name="Straight Arrow Connector 1353"/>
            <p:cNvCxnSpPr/>
            <p:nvPr/>
          </p:nvCxnSpPr>
          <p:spPr>
            <a:xfrm flipV="1">
              <a:off x="5693226" y="4146594"/>
              <a:ext cx="0" cy="14599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5" name="Straight Arrow Connector 1354"/>
            <p:cNvCxnSpPr/>
            <p:nvPr/>
          </p:nvCxnSpPr>
          <p:spPr>
            <a:xfrm flipV="1">
              <a:off x="5488482" y="4102796"/>
              <a:ext cx="0" cy="18979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6" name="Straight Arrow Connector 1355"/>
            <p:cNvCxnSpPr/>
            <p:nvPr/>
          </p:nvCxnSpPr>
          <p:spPr>
            <a:xfrm flipV="1">
              <a:off x="6000345" y="4161194"/>
              <a:ext cx="0" cy="13139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7" name="Straight Arrow Connector 1356"/>
            <p:cNvCxnSpPr/>
            <p:nvPr/>
          </p:nvCxnSpPr>
          <p:spPr>
            <a:xfrm flipV="1">
              <a:off x="5283736" y="4088196"/>
              <a:ext cx="0" cy="21061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8" name="Straight Arrow Connector 1357"/>
            <p:cNvCxnSpPr/>
            <p:nvPr/>
          </p:nvCxnSpPr>
          <p:spPr>
            <a:xfrm flipV="1">
              <a:off x="5795599" y="4073597"/>
              <a:ext cx="0" cy="21899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59" name="Straight Arrow Connector 1358"/>
            <p:cNvCxnSpPr/>
            <p:nvPr/>
          </p:nvCxnSpPr>
          <p:spPr>
            <a:xfrm flipV="1">
              <a:off x="5590855" y="4102796"/>
              <a:ext cx="0" cy="18979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0" name="Straight Arrow Connector 1359"/>
            <p:cNvCxnSpPr/>
            <p:nvPr/>
          </p:nvCxnSpPr>
          <p:spPr>
            <a:xfrm flipV="1">
              <a:off x="6102718" y="4190393"/>
              <a:ext cx="0" cy="10219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1" name="Straight Arrow Connector 1360"/>
            <p:cNvCxnSpPr/>
            <p:nvPr/>
          </p:nvCxnSpPr>
          <p:spPr>
            <a:xfrm flipV="1">
              <a:off x="5386109" y="4131995"/>
              <a:ext cx="0" cy="16059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2" name="Straight Arrow Connector 1361"/>
            <p:cNvCxnSpPr/>
            <p:nvPr/>
          </p:nvCxnSpPr>
          <p:spPr>
            <a:xfrm flipV="1">
              <a:off x="5503802" y="4169086"/>
              <a:ext cx="0" cy="1237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3" name="Straight Arrow Connector 1362"/>
            <p:cNvCxnSpPr/>
            <p:nvPr/>
          </p:nvCxnSpPr>
          <p:spPr>
            <a:xfrm flipV="1">
              <a:off x="4197629" y="4091980"/>
              <a:ext cx="0" cy="20308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4" name="Straight Arrow Connector 1363"/>
            <p:cNvCxnSpPr/>
            <p:nvPr/>
          </p:nvCxnSpPr>
          <p:spPr>
            <a:xfrm flipV="1">
              <a:off x="3967389" y="4120594"/>
              <a:ext cx="0" cy="18277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5" name="Straight Arrow Connector 1364"/>
            <p:cNvCxnSpPr/>
            <p:nvPr/>
          </p:nvCxnSpPr>
          <p:spPr>
            <a:xfrm flipV="1">
              <a:off x="4542988" y="4112288"/>
              <a:ext cx="0" cy="18277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6" name="Straight Arrow Connector 1365"/>
            <p:cNvCxnSpPr/>
            <p:nvPr/>
          </p:nvCxnSpPr>
          <p:spPr>
            <a:xfrm flipV="1">
              <a:off x="4312748" y="4079976"/>
              <a:ext cx="0" cy="21509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7" name="Straight Arrow Connector 1366"/>
            <p:cNvCxnSpPr/>
            <p:nvPr/>
          </p:nvCxnSpPr>
          <p:spPr>
            <a:xfrm flipV="1">
              <a:off x="4082509" y="4039359"/>
              <a:ext cx="0" cy="26401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8" name="Straight Arrow Connector 1367"/>
            <p:cNvCxnSpPr/>
            <p:nvPr/>
          </p:nvCxnSpPr>
          <p:spPr>
            <a:xfrm flipV="1">
              <a:off x="4658108" y="4152906"/>
              <a:ext cx="0" cy="14216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69" name="Straight Arrow Connector 1368"/>
            <p:cNvCxnSpPr/>
            <p:nvPr/>
          </p:nvCxnSpPr>
          <p:spPr>
            <a:xfrm flipV="1">
              <a:off x="3852269" y="4079976"/>
              <a:ext cx="0" cy="22743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0" name="Straight Arrow Connector 1369"/>
            <p:cNvCxnSpPr/>
            <p:nvPr/>
          </p:nvCxnSpPr>
          <p:spPr>
            <a:xfrm flipV="1">
              <a:off x="4773227" y="4174223"/>
              <a:ext cx="0" cy="12386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1" name="Straight Arrow Connector 1370"/>
            <p:cNvCxnSpPr/>
            <p:nvPr/>
          </p:nvCxnSpPr>
          <p:spPr>
            <a:xfrm flipV="1">
              <a:off x="4542988" y="4137062"/>
              <a:ext cx="0" cy="16103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2" name="Straight Arrow Connector 1371"/>
            <p:cNvCxnSpPr/>
            <p:nvPr/>
          </p:nvCxnSpPr>
          <p:spPr>
            <a:xfrm flipV="1">
              <a:off x="5118587" y="4186610"/>
              <a:ext cx="0" cy="11148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3" name="Straight Arrow Connector 1372"/>
            <p:cNvCxnSpPr/>
            <p:nvPr/>
          </p:nvCxnSpPr>
          <p:spPr>
            <a:xfrm flipV="1">
              <a:off x="4312748" y="4124675"/>
              <a:ext cx="0" cy="17869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4" name="Straight Arrow Connector 1373"/>
            <p:cNvCxnSpPr/>
            <p:nvPr/>
          </p:nvCxnSpPr>
          <p:spPr>
            <a:xfrm flipV="1">
              <a:off x="4888347" y="4112288"/>
              <a:ext cx="0" cy="1858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5" name="Straight Arrow Connector 1374"/>
            <p:cNvCxnSpPr/>
            <p:nvPr/>
          </p:nvCxnSpPr>
          <p:spPr>
            <a:xfrm flipV="1">
              <a:off x="4658108" y="4137062"/>
              <a:ext cx="0" cy="16103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6" name="Straight Arrow Connector 1375"/>
            <p:cNvCxnSpPr/>
            <p:nvPr/>
          </p:nvCxnSpPr>
          <p:spPr>
            <a:xfrm flipV="1">
              <a:off x="5233706" y="4211384"/>
              <a:ext cx="0" cy="8670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7" name="Straight Arrow Connector 1376"/>
            <p:cNvCxnSpPr/>
            <p:nvPr/>
          </p:nvCxnSpPr>
          <p:spPr>
            <a:xfrm flipV="1">
              <a:off x="4427868" y="4161836"/>
              <a:ext cx="0" cy="1362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8" name="Straight Arrow Connector 1377"/>
            <p:cNvCxnSpPr/>
            <p:nvPr/>
          </p:nvCxnSpPr>
          <p:spPr>
            <a:xfrm flipV="1">
              <a:off x="4504614" y="4213226"/>
              <a:ext cx="0" cy="866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79" name="Straight Arrow Connector 1378"/>
            <p:cNvCxnSpPr/>
            <p:nvPr/>
          </p:nvCxnSpPr>
          <p:spPr>
            <a:xfrm flipV="1">
              <a:off x="4163519" y="4187244"/>
              <a:ext cx="0" cy="1125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0" name="Straight Arrow Connector 1379"/>
            <p:cNvCxnSpPr/>
            <p:nvPr/>
          </p:nvCxnSpPr>
          <p:spPr>
            <a:xfrm flipV="1">
              <a:off x="5016258" y="4221886"/>
              <a:ext cx="0" cy="779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1" name="Straight Arrow Connector 1380"/>
            <p:cNvCxnSpPr/>
            <p:nvPr/>
          </p:nvCxnSpPr>
          <p:spPr>
            <a:xfrm flipV="1">
              <a:off x="3822423" y="4178584"/>
              <a:ext cx="0" cy="12124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2" name="Straight Arrow Connector 1381"/>
            <p:cNvCxnSpPr/>
            <p:nvPr/>
          </p:nvCxnSpPr>
          <p:spPr>
            <a:xfrm flipV="1">
              <a:off x="4675163" y="4169924"/>
              <a:ext cx="0" cy="12990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3" name="Straight Arrow Connector 1382"/>
            <p:cNvCxnSpPr/>
            <p:nvPr/>
          </p:nvCxnSpPr>
          <p:spPr>
            <a:xfrm flipV="1">
              <a:off x="4334067" y="4187244"/>
              <a:ext cx="0" cy="1125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4" name="Straight Arrow Connector 1383"/>
            <p:cNvCxnSpPr/>
            <p:nvPr/>
          </p:nvCxnSpPr>
          <p:spPr>
            <a:xfrm flipV="1">
              <a:off x="5186805" y="4239207"/>
              <a:ext cx="0" cy="606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5" name="Straight Arrow Connector 1384"/>
            <p:cNvCxnSpPr/>
            <p:nvPr/>
          </p:nvCxnSpPr>
          <p:spPr>
            <a:xfrm flipV="1">
              <a:off x="3992972" y="4204565"/>
              <a:ext cx="0" cy="9698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6" name="Straight Arrow Connector 1385"/>
            <p:cNvCxnSpPr/>
            <p:nvPr/>
          </p:nvCxnSpPr>
          <p:spPr>
            <a:xfrm flipV="1">
              <a:off x="5357354" y="4248297"/>
              <a:ext cx="0" cy="528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7" name="Straight Arrow Connector 1386"/>
            <p:cNvCxnSpPr/>
            <p:nvPr/>
          </p:nvCxnSpPr>
          <p:spPr>
            <a:xfrm flipV="1">
              <a:off x="5016258" y="4232451"/>
              <a:ext cx="0" cy="6866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8" name="Straight Arrow Connector 1387"/>
            <p:cNvCxnSpPr/>
            <p:nvPr/>
          </p:nvCxnSpPr>
          <p:spPr>
            <a:xfrm flipV="1">
              <a:off x="5868996" y="4253580"/>
              <a:ext cx="0" cy="4754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89" name="Straight Arrow Connector 1388"/>
            <p:cNvCxnSpPr/>
            <p:nvPr/>
          </p:nvCxnSpPr>
          <p:spPr>
            <a:xfrm flipV="1">
              <a:off x="4675163" y="4227168"/>
              <a:ext cx="0" cy="7620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0" name="Straight Arrow Connector 1389"/>
            <p:cNvCxnSpPr/>
            <p:nvPr/>
          </p:nvCxnSpPr>
          <p:spPr>
            <a:xfrm flipV="1">
              <a:off x="5527901" y="4221886"/>
              <a:ext cx="0" cy="7923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1" name="Straight Arrow Connector 1390"/>
            <p:cNvCxnSpPr/>
            <p:nvPr/>
          </p:nvCxnSpPr>
          <p:spPr>
            <a:xfrm flipV="1">
              <a:off x="5186805" y="4232451"/>
              <a:ext cx="0" cy="6866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2" name="Straight Arrow Connector 1391"/>
            <p:cNvCxnSpPr/>
            <p:nvPr/>
          </p:nvCxnSpPr>
          <p:spPr>
            <a:xfrm flipV="1">
              <a:off x="6039545" y="4264144"/>
              <a:ext cx="0" cy="3697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3" name="Straight Arrow Connector 1392"/>
            <p:cNvCxnSpPr/>
            <p:nvPr/>
          </p:nvCxnSpPr>
          <p:spPr>
            <a:xfrm flipV="1">
              <a:off x="4845710" y="4243015"/>
              <a:ext cx="0" cy="581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4" name="Straight Arrow Connector 1393"/>
            <p:cNvCxnSpPr/>
            <p:nvPr/>
          </p:nvCxnSpPr>
          <p:spPr>
            <a:xfrm flipV="1">
              <a:off x="4974613" y="4186357"/>
              <a:ext cx="0" cy="11241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5" name="Straight Arrow Connector 1394"/>
            <p:cNvCxnSpPr/>
            <p:nvPr/>
          </p:nvCxnSpPr>
          <p:spPr>
            <a:xfrm flipV="1">
              <a:off x="5358346" y="4197599"/>
              <a:ext cx="0" cy="10117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6" name="Straight Arrow Connector 1395"/>
            <p:cNvCxnSpPr/>
            <p:nvPr/>
          </p:nvCxnSpPr>
          <p:spPr>
            <a:xfrm flipV="1">
              <a:off x="5102524" y="4130149"/>
              <a:ext cx="0" cy="16862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7" name="Straight Arrow Connector 1396"/>
            <p:cNvCxnSpPr/>
            <p:nvPr/>
          </p:nvCxnSpPr>
          <p:spPr>
            <a:xfrm flipV="1">
              <a:off x="5486257" y="4220082"/>
              <a:ext cx="0" cy="786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8" name="Straight Arrow Connector 1397"/>
            <p:cNvCxnSpPr/>
            <p:nvPr/>
          </p:nvCxnSpPr>
          <p:spPr>
            <a:xfrm flipV="1">
              <a:off x="5614167" y="4231882"/>
              <a:ext cx="0" cy="6856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399" name="Straight Arrow Connector 1398"/>
            <p:cNvCxnSpPr/>
            <p:nvPr/>
          </p:nvCxnSpPr>
          <p:spPr>
            <a:xfrm flipV="1">
              <a:off x="5358346" y="4211312"/>
              <a:ext cx="0" cy="8913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0" name="Straight Arrow Connector 1399"/>
            <p:cNvCxnSpPr/>
            <p:nvPr/>
          </p:nvCxnSpPr>
          <p:spPr>
            <a:xfrm flipV="1">
              <a:off x="5997900" y="4238739"/>
              <a:ext cx="0" cy="6171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1" name="Straight Arrow Connector 1400"/>
            <p:cNvCxnSpPr/>
            <p:nvPr/>
          </p:nvCxnSpPr>
          <p:spPr>
            <a:xfrm flipV="1">
              <a:off x="5102524" y="4204456"/>
              <a:ext cx="0" cy="9891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2" name="Straight Arrow Connector 1401"/>
            <p:cNvCxnSpPr/>
            <p:nvPr/>
          </p:nvCxnSpPr>
          <p:spPr>
            <a:xfrm flipV="1">
              <a:off x="5742078" y="4197599"/>
              <a:ext cx="0" cy="1028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3" name="Straight Arrow Connector 1402"/>
            <p:cNvCxnSpPr/>
            <p:nvPr/>
          </p:nvCxnSpPr>
          <p:spPr>
            <a:xfrm flipV="1">
              <a:off x="5486257" y="4211312"/>
              <a:ext cx="0" cy="8913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4" name="Straight Arrow Connector 1403"/>
            <p:cNvCxnSpPr/>
            <p:nvPr/>
          </p:nvCxnSpPr>
          <p:spPr>
            <a:xfrm flipV="1">
              <a:off x="6125811" y="4252452"/>
              <a:ext cx="0" cy="4799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5" name="Straight Arrow Connector 1404"/>
            <p:cNvCxnSpPr/>
            <p:nvPr/>
          </p:nvCxnSpPr>
          <p:spPr>
            <a:xfrm flipV="1">
              <a:off x="5230435" y="4225026"/>
              <a:ext cx="0" cy="754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6" name="Straight Arrow Connector 1405"/>
            <p:cNvCxnSpPr/>
            <p:nvPr/>
          </p:nvCxnSpPr>
          <p:spPr>
            <a:xfrm flipV="1">
              <a:off x="5377488" y="4242446"/>
              <a:ext cx="0" cy="581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7" name="Straight Arrow Connector 1406"/>
            <p:cNvCxnSpPr/>
            <p:nvPr/>
          </p:nvCxnSpPr>
          <p:spPr>
            <a:xfrm flipV="1">
              <a:off x="3707904" y="3500252"/>
              <a:ext cx="0" cy="79585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8" name="Straight Arrow Connector 1407"/>
            <p:cNvCxnSpPr/>
            <p:nvPr/>
          </p:nvCxnSpPr>
          <p:spPr>
            <a:xfrm flipV="1">
              <a:off x="3419872" y="3216017"/>
              <a:ext cx="0" cy="108009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09" name="Straight Arrow Connector 1408"/>
            <p:cNvCxnSpPr/>
            <p:nvPr/>
          </p:nvCxnSpPr>
          <p:spPr>
            <a:xfrm flipV="1">
              <a:off x="3851920" y="3329711"/>
              <a:ext cx="0" cy="96639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0" name="Straight Arrow Connector 1409"/>
            <p:cNvCxnSpPr/>
            <p:nvPr/>
          </p:nvCxnSpPr>
          <p:spPr>
            <a:xfrm flipV="1">
              <a:off x="4139952" y="3500252"/>
              <a:ext cx="0" cy="79585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1" name="Straight Arrow Connector 1410"/>
            <p:cNvCxnSpPr/>
            <p:nvPr/>
          </p:nvCxnSpPr>
          <p:spPr>
            <a:xfrm flipV="1">
              <a:off x="4499992" y="3704392"/>
              <a:ext cx="0" cy="56847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2" name="Straight Arrow Connector 1411"/>
            <p:cNvCxnSpPr/>
            <p:nvPr/>
          </p:nvCxnSpPr>
          <p:spPr>
            <a:xfrm flipV="1">
              <a:off x="3059832" y="3329711"/>
              <a:ext cx="0" cy="96639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3" name="Straight Arrow Connector 1412"/>
            <p:cNvCxnSpPr/>
            <p:nvPr/>
          </p:nvCxnSpPr>
          <p:spPr>
            <a:xfrm flipV="1">
              <a:off x="3203848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4" name="Straight Arrow Connector 1413"/>
            <p:cNvCxnSpPr/>
            <p:nvPr/>
          </p:nvCxnSpPr>
          <p:spPr>
            <a:xfrm flipH="1" flipV="1">
              <a:off x="3491880" y="3443405"/>
              <a:ext cx="10920" cy="8527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5" name="Straight Arrow Connector 1414"/>
            <p:cNvCxnSpPr/>
            <p:nvPr/>
          </p:nvCxnSpPr>
          <p:spPr>
            <a:xfrm flipV="1">
              <a:off x="3851920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6" name="Straight Arrow Connector 1415"/>
            <p:cNvCxnSpPr/>
            <p:nvPr/>
          </p:nvCxnSpPr>
          <p:spPr>
            <a:xfrm flipV="1">
              <a:off x="3923928" y="3500252"/>
              <a:ext cx="0" cy="79585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7" name="Straight Arrow Connector 54"/>
            <p:cNvCxnSpPr/>
            <p:nvPr/>
          </p:nvCxnSpPr>
          <p:spPr>
            <a:xfrm flipV="1">
              <a:off x="3275856" y="3272864"/>
              <a:ext cx="0" cy="102324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8" name="Straight Arrow Connector 1417"/>
            <p:cNvCxnSpPr/>
            <p:nvPr/>
          </p:nvCxnSpPr>
          <p:spPr>
            <a:xfrm flipV="1">
              <a:off x="3635896" y="3272864"/>
              <a:ext cx="0" cy="102324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19" name="Straight Arrow Connector 1418"/>
            <p:cNvCxnSpPr/>
            <p:nvPr/>
          </p:nvCxnSpPr>
          <p:spPr>
            <a:xfrm flipV="1">
              <a:off x="4067944" y="3329711"/>
              <a:ext cx="0" cy="96639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0" name="Straight Arrow Connector 1419"/>
            <p:cNvCxnSpPr/>
            <p:nvPr/>
          </p:nvCxnSpPr>
          <p:spPr>
            <a:xfrm flipV="1">
              <a:off x="4355976" y="3784487"/>
              <a:ext cx="0" cy="5116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1" name="Straight Arrow Connector 1420"/>
            <p:cNvCxnSpPr/>
            <p:nvPr/>
          </p:nvCxnSpPr>
          <p:spPr>
            <a:xfrm flipV="1">
              <a:off x="4716016" y="3761239"/>
              <a:ext cx="0" cy="51162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2" name="Straight Arrow Connector 1421"/>
            <p:cNvCxnSpPr/>
            <p:nvPr/>
          </p:nvCxnSpPr>
          <p:spPr>
            <a:xfrm flipV="1">
              <a:off x="3275856" y="3216017"/>
              <a:ext cx="0" cy="108009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3" name="Straight Arrow Connector 1422"/>
            <p:cNvCxnSpPr/>
            <p:nvPr/>
          </p:nvCxnSpPr>
          <p:spPr>
            <a:xfrm flipV="1">
              <a:off x="3419872" y="3216017"/>
              <a:ext cx="0" cy="108009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4" name="Straight Arrow Connector 1423"/>
            <p:cNvCxnSpPr/>
            <p:nvPr/>
          </p:nvCxnSpPr>
          <p:spPr>
            <a:xfrm flipV="1">
              <a:off x="3729600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5" name="Straight Arrow Connector 1424"/>
            <p:cNvCxnSpPr/>
            <p:nvPr/>
          </p:nvCxnSpPr>
          <p:spPr>
            <a:xfrm flipV="1">
              <a:off x="4067944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6" name="Straight Arrow Connector 1425"/>
            <p:cNvCxnSpPr/>
            <p:nvPr/>
          </p:nvCxnSpPr>
          <p:spPr>
            <a:xfrm flipV="1">
              <a:off x="3779912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7" name="Straight Arrow Connector 1426"/>
            <p:cNvCxnSpPr/>
            <p:nvPr/>
          </p:nvCxnSpPr>
          <p:spPr>
            <a:xfrm flipV="1">
              <a:off x="3923928" y="3500252"/>
              <a:ext cx="0" cy="79585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8" name="Straight Arrow Connector 1427"/>
            <p:cNvCxnSpPr/>
            <p:nvPr/>
          </p:nvCxnSpPr>
          <p:spPr>
            <a:xfrm flipV="1">
              <a:off x="4211960" y="3500252"/>
              <a:ext cx="0" cy="79585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29" name="Straight Arrow Connector 1428"/>
            <p:cNvCxnSpPr/>
            <p:nvPr/>
          </p:nvCxnSpPr>
          <p:spPr>
            <a:xfrm flipV="1">
              <a:off x="4572000" y="3670793"/>
              <a:ext cx="0" cy="60206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0" name="Straight Arrow Connector 1429"/>
            <p:cNvCxnSpPr/>
            <p:nvPr/>
          </p:nvCxnSpPr>
          <p:spPr>
            <a:xfrm flipV="1">
              <a:off x="3402000" y="3565707"/>
              <a:ext cx="0" cy="73040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1" name="Straight Arrow Connector 1430"/>
            <p:cNvCxnSpPr/>
            <p:nvPr/>
          </p:nvCxnSpPr>
          <p:spPr>
            <a:xfrm flipV="1">
              <a:off x="4021200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2" name="Straight Arrow Connector 1431"/>
            <p:cNvCxnSpPr/>
            <p:nvPr/>
          </p:nvCxnSpPr>
          <p:spPr>
            <a:xfrm flipV="1">
              <a:off x="4139952" y="3500252"/>
              <a:ext cx="0" cy="78440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3" name="Straight Arrow Connector 78"/>
            <p:cNvCxnSpPr/>
            <p:nvPr/>
          </p:nvCxnSpPr>
          <p:spPr>
            <a:xfrm flipV="1">
              <a:off x="4427984" y="3557099"/>
              <a:ext cx="0" cy="73901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4" name="Straight Arrow Connector 79"/>
            <p:cNvCxnSpPr/>
            <p:nvPr/>
          </p:nvCxnSpPr>
          <p:spPr>
            <a:xfrm flipV="1">
              <a:off x="4788024" y="3874933"/>
              <a:ext cx="0" cy="39792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5" name="Straight Arrow Connector 1434"/>
            <p:cNvCxnSpPr/>
            <p:nvPr/>
          </p:nvCxnSpPr>
          <p:spPr>
            <a:xfrm flipV="1">
              <a:off x="3779912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6" name="Straight Arrow Connector 1435"/>
            <p:cNvCxnSpPr/>
            <p:nvPr/>
          </p:nvCxnSpPr>
          <p:spPr>
            <a:xfrm flipV="1">
              <a:off x="4139952" y="3500252"/>
              <a:ext cx="0" cy="79585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7" name="Straight Arrow Connector 1436"/>
            <p:cNvCxnSpPr/>
            <p:nvPr/>
          </p:nvCxnSpPr>
          <p:spPr>
            <a:xfrm flipV="1">
              <a:off x="3211200" y="3159170"/>
              <a:ext cx="0" cy="113694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8" name="Straight Arrow Connector 1437"/>
            <p:cNvCxnSpPr/>
            <p:nvPr/>
          </p:nvCxnSpPr>
          <p:spPr>
            <a:xfrm flipV="1">
              <a:off x="3347864" y="3329711"/>
              <a:ext cx="0" cy="96639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39" name="Straight Arrow Connector 1438"/>
            <p:cNvCxnSpPr/>
            <p:nvPr/>
          </p:nvCxnSpPr>
          <p:spPr>
            <a:xfrm flipV="1">
              <a:off x="3131840" y="3272864"/>
              <a:ext cx="0" cy="102324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0" name="Straight Arrow Connector 1439"/>
            <p:cNvCxnSpPr/>
            <p:nvPr/>
          </p:nvCxnSpPr>
          <p:spPr>
            <a:xfrm flipV="1">
              <a:off x="3203848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1" name="Straight Arrow Connector 1440"/>
            <p:cNvCxnSpPr/>
            <p:nvPr/>
          </p:nvCxnSpPr>
          <p:spPr>
            <a:xfrm flipV="1">
              <a:off x="3275856" y="3159170"/>
              <a:ext cx="0" cy="113694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2" name="Straight Arrow Connector 1441"/>
            <p:cNvCxnSpPr/>
            <p:nvPr/>
          </p:nvCxnSpPr>
          <p:spPr>
            <a:xfrm flipV="1">
              <a:off x="3275856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3" name="Straight Arrow Connector 1442"/>
            <p:cNvCxnSpPr/>
            <p:nvPr/>
          </p:nvCxnSpPr>
          <p:spPr>
            <a:xfrm flipV="1">
              <a:off x="3563888" y="3386558"/>
              <a:ext cx="0" cy="90955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4" name="Straight Arrow Connector 1443"/>
            <p:cNvCxnSpPr/>
            <p:nvPr/>
          </p:nvCxnSpPr>
          <p:spPr>
            <a:xfrm flipV="1">
              <a:off x="4283968" y="3670793"/>
              <a:ext cx="0" cy="63661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5" name="Straight Arrow Connector 1444"/>
            <p:cNvCxnSpPr/>
            <p:nvPr/>
          </p:nvCxnSpPr>
          <p:spPr>
            <a:xfrm flipV="1">
              <a:off x="4860032" y="3934603"/>
              <a:ext cx="0" cy="3467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6" name="Straight Arrow Connector 1445"/>
            <p:cNvCxnSpPr/>
            <p:nvPr/>
          </p:nvCxnSpPr>
          <p:spPr>
            <a:xfrm flipV="1">
              <a:off x="4716016" y="3830584"/>
              <a:ext cx="0" cy="45074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7" name="Straight Arrow Connector 1446"/>
            <p:cNvCxnSpPr/>
            <p:nvPr/>
          </p:nvCxnSpPr>
          <p:spPr>
            <a:xfrm flipV="1">
              <a:off x="5076056" y="3969276"/>
              <a:ext cx="0" cy="31205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8" name="Straight Arrow Connector 1447"/>
            <p:cNvCxnSpPr/>
            <p:nvPr/>
          </p:nvCxnSpPr>
          <p:spPr>
            <a:xfrm flipV="1">
              <a:off x="4572000" y="3795912"/>
              <a:ext cx="0" cy="50019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49" name="Straight Arrow Connector 1448"/>
            <p:cNvCxnSpPr/>
            <p:nvPr/>
          </p:nvCxnSpPr>
          <p:spPr>
            <a:xfrm flipV="1">
              <a:off x="4932040" y="3761239"/>
              <a:ext cx="0" cy="5200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0" name="Straight Arrow Connector 1449"/>
            <p:cNvCxnSpPr/>
            <p:nvPr/>
          </p:nvCxnSpPr>
          <p:spPr>
            <a:xfrm flipV="1">
              <a:off x="4788024" y="3830584"/>
              <a:ext cx="0" cy="45074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1" name="Straight Arrow Connector 1450"/>
            <p:cNvCxnSpPr/>
            <p:nvPr/>
          </p:nvCxnSpPr>
          <p:spPr>
            <a:xfrm flipV="1">
              <a:off x="5148064" y="4038621"/>
              <a:ext cx="0" cy="24271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2" name="Straight Arrow Connector 1451"/>
            <p:cNvCxnSpPr/>
            <p:nvPr/>
          </p:nvCxnSpPr>
          <p:spPr>
            <a:xfrm flipV="1">
              <a:off x="4644008" y="3899930"/>
              <a:ext cx="0" cy="38140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3" name="Straight Arrow Connector 1452"/>
            <p:cNvCxnSpPr/>
            <p:nvPr/>
          </p:nvCxnSpPr>
          <p:spPr>
            <a:xfrm flipV="1">
              <a:off x="3518550" y="3801359"/>
              <a:ext cx="0" cy="48483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4" name="Straight Arrow Connector 1453"/>
            <p:cNvCxnSpPr/>
            <p:nvPr/>
          </p:nvCxnSpPr>
          <p:spPr>
            <a:xfrm flipV="1">
              <a:off x="3091836" y="3728633"/>
              <a:ext cx="0" cy="55756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5" name="Straight Arrow Connector 1454"/>
            <p:cNvCxnSpPr/>
            <p:nvPr/>
          </p:nvCxnSpPr>
          <p:spPr>
            <a:xfrm flipV="1">
              <a:off x="3731907" y="3874085"/>
              <a:ext cx="0" cy="41211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6" name="Straight Arrow Connector 1455"/>
            <p:cNvCxnSpPr/>
            <p:nvPr/>
          </p:nvCxnSpPr>
          <p:spPr>
            <a:xfrm flipV="1">
              <a:off x="4158621" y="3849843"/>
              <a:ext cx="0" cy="43635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7" name="Straight Arrow Connector 1456"/>
            <p:cNvCxnSpPr/>
            <p:nvPr/>
          </p:nvCxnSpPr>
          <p:spPr>
            <a:xfrm flipV="1">
              <a:off x="4692013" y="4043777"/>
              <a:ext cx="0" cy="24241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8" name="Straight Arrow Connector 1457"/>
            <p:cNvCxnSpPr/>
            <p:nvPr/>
          </p:nvCxnSpPr>
          <p:spPr>
            <a:xfrm flipV="1">
              <a:off x="3214692" y="3752875"/>
              <a:ext cx="0" cy="53332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59" name="Straight Arrow Connector 1458"/>
            <p:cNvCxnSpPr/>
            <p:nvPr/>
          </p:nvCxnSpPr>
          <p:spPr>
            <a:xfrm flipV="1">
              <a:off x="3731907" y="3752875"/>
              <a:ext cx="0" cy="53332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0" name="Straight Arrow Connector 1459"/>
            <p:cNvCxnSpPr/>
            <p:nvPr/>
          </p:nvCxnSpPr>
          <p:spPr>
            <a:xfrm flipV="1">
              <a:off x="3838585" y="3801359"/>
              <a:ext cx="0" cy="48483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1" name="Straight Arrow Connector 1460"/>
            <p:cNvCxnSpPr/>
            <p:nvPr/>
          </p:nvCxnSpPr>
          <p:spPr>
            <a:xfrm flipV="1">
              <a:off x="3411871" y="3728633"/>
              <a:ext cx="0" cy="55756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2" name="Straight Arrow Connector 1461"/>
            <p:cNvCxnSpPr/>
            <p:nvPr/>
          </p:nvCxnSpPr>
          <p:spPr>
            <a:xfrm flipV="1">
              <a:off x="4051942" y="3874085"/>
              <a:ext cx="0" cy="41211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3" name="Straight Arrow Connector 1462"/>
            <p:cNvCxnSpPr/>
            <p:nvPr/>
          </p:nvCxnSpPr>
          <p:spPr>
            <a:xfrm flipV="1">
              <a:off x="4478656" y="3971052"/>
              <a:ext cx="0" cy="3151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4" name="Straight Arrow Connector 1463"/>
            <p:cNvCxnSpPr/>
            <p:nvPr/>
          </p:nvCxnSpPr>
          <p:spPr>
            <a:xfrm flipV="1">
              <a:off x="5012049" y="4068019"/>
              <a:ext cx="0" cy="2181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5" name="Straight Arrow Connector 1464"/>
            <p:cNvCxnSpPr/>
            <p:nvPr/>
          </p:nvCxnSpPr>
          <p:spPr>
            <a:xfrm flipV="1">
              <a:off x="3091836" y="3825601"/>
              <a:ext cx="0" cy="46059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6" name="Straight Arrow Connector 1465"/>
            <p:cNvCxnSpPr/>
            <p:nvPr/>
          </p:nvCxnSpPr>
          <p:spPr>
            <a:xfrm flipV="1">
              <a:off x="3550692" y="3898327"/>
              <a:ext cx="0" cy="38786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7" name="Straight Arrow Connector 1466"/>
            <p:cNvCxnSpPr/>
            <p:nvPr/>
          </p:nvCxnSpPr>
          <p:spPr>
            <a:xfrm flipV="1">
              <a:off x="4051942" y="3898327"/>
              <a:ext cx="0" cy="38786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8" name="Straight Arrow Connector 1467"/>
            <p:cNvCxnSpPr/>
            <p:nvPr/>
          </p:nvCxnSpPr>
          <p:spPr>
            <a:xfrm flipV="1">
              <a:off x="3625228" y="3801359"/>
              <a:ext cx="0" cy="48483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69" name="Straight Arrow Connector 1468"/>
            <p:cNvCxnSpPr/>
            <p:nvPr/>
          </p:nvCxnSpPr>
          <p:spPr>
            <a:xfrm flipV="1">
              <a:off x="3838585" y="3874085"/>
              <a:ext cx="0" cy="41211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0" name="Straight Arrow Connector 1469"/>
            <p:cNvCxnSpPr/>
            <p:nvPr/>
          </p:nvCxnSpPr>
          <p:spPr>
            <a:xfrm flipV="1">
              <a:off x="4265299" y="3946810"/>
              <a:ext cx="0" cy="3393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1" name="Straight Arrow Connector 1470"/>
            <p:cNvCxnSpPr/>
            <p:nvPr/>
          </p:nvCxnSpPr>
          <p:spPr>
            <a:xfrm flipV="1">
              <a:off x="4798692" y="3922568"/>
              <a:ext cx="0" cy="36362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2" name="Straight Arrow Connector 1471"/>
            <p:cNvCxnSpPr/>
            <p:nvPr/>
          </p:nvCxnSpPr>
          <p:spPr>
            <a:xfrm flipV="1">
              <a:off x="3838585" y="3752875"/>
              <a:ext cx="0" cy="53332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3" name="Straight Arrow Connector 1472"/>
            <p:cNvCxnSpPr/>
            <p:nvPr/>
          </p:nvCxnSpPr>
          <p:spPr>
            <a:xfrm flipV="1">
              <a:off x="3982692" y="3801359"/>
              <a:ext cx="0" cy="48483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4" name="Straight Arrow Connector 1473"/>
            <p:cNvCxnSpPr/>
            <p:nvPr/>
          </p:nvCxnSpPr>
          <p:spPr>
            <a:xfrm flipV="1">
              <a:off x="4158621" y="3874085"/>
              <a:ext cx="0" cy="41211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5" name="Straight Arrow Connector 1474"/>
            <p:cNvCxnSpPr/>
            <p:nvPr/>
          </p:nvCxnSpPr>
          <p:spPr>
            <a:xfrm flipV="1">
              <a:off x="4585335" y="3971052"/>
              <a:ext cx="0" cy="31514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6" name="Straight Arrow Connector 1475"/>
            <p:cNvCxnSpPr/>
            <p:nvPr/>
          </p:nvCxnSpPr>
          <p:spPr>
            <a:xfrm flipV="1">
              <a:off x="5118727" y="4116503"/>
              <a:ext cx="0" cy="16969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7" name="Straight Arrow Connector 1476"/>
            <p:cNvCxnSpPr/>
            <p:nvPr/>
          </p:nvCxnSpPr>
          <p:spPr>
            <a:xfrm flipV="1">
              <a:off x="3625228" y="3898327"/>
              <a:ext cx="0" cy="38786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8" name="Straight Arrow Connector 1477"/>
            <p:cNvCxnSpPr/>
            <p:nvPr/>
          </p:nvCxnSpPr>
          <p:spPr>
            <a:xfrm flipV="1">
              <a:off x="4158621" y="3898327"/>
              <a:ext cx="0" cy="38786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79" name="Straight Arrow Connector 1478"/>
            <p:cNvCxnSpPr/>
            <p:nvPr/>
          </p:nvCxnSpPr>
          <p:spPr>
            <a:xfrm flipV="1">
              <a:off x="3305193" y="3728633"/>
              <a:ext cx="0" cy="55756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0" name="Straight Arrow Connector 1479"/>
            <p:cNvCxnSpPr/>
            <p:nvPr/>
          </p:nvCxnSpPr>
          <p:spPr>
            <a:xfrm flipV="1">
              <a:off x="4371978" y="4019535"/>
              <a:ext cx="0" cy="27147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1" name="Straight Arrow Connector 1480"/>
            <p:cNvCxnSpPr/>
            <p:nvPr/>
          </p:nvCxnSpPr>
          <p:spPr>
            <a:xfrm flipV="1">
              <a:off x="5225406" y="4141949"/>
              <a:ext cx="0" cy="14785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2" name="Straight Arrow Connector 1481"/>
            <p:cNvCxnSpPr/>
            <p:nvPr/>
          </p:nvCxnSpPr>
          <p:spPr>
            <a:xfrm flipV="1">
              <a:off x="5012049" y="4097591"/>
              <a:ext cx="0" cy="19221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3" name="Straight Arrow Connector 1482"/>
            <p:cNvCxnSpPr/>
            <p:nvPr/>
          </p:nvCxnSpPr>
          <p:spPr>
            <a:xfrm flipV="1">
              <a:off x="5545441" y="4156734"/>
              <a:ext cx="0" cy="13307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4" name="Straight Arrow Connector 1483"/>
            <p:cNvCxnSpPr/>
            <p:nvPr/>
          </p:nvCxnSpPr>
          <p:spPr>
            <a:xfrm flipV="1">
              <a:off x="4798692" y="4082805"/>
              <a:ext cx="0" cy="21330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5" name="Straight Arrow Connector 1484"/>
            <p:cNvCxnSpPr/>
            <p:nvPr/>
          </p:nvCxnSpPr>
          <p:spPr>
            <a:xfrm flipV="1">
              <a:off x="5332084" y="4068019"/>
              <a:ext cx="0" cy="22178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6" name="Straight Arrow Connector 1485"/>
            <p:cNvCxnSpPr/>
            <p:nvPr/>
          </p:nvCxnSpPr>
          <p:spPr>
            <a:xfrm flipV="1">
              <a:off x="5118727" y="4097591"/>
              <a:ext cx="0" cy="19221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7" name="Straight Arrow Connector 1486"/>
            <p:cNvCxnSpPr/>
            <p:nvPr/>
          </p:nvCxnSpPr>
          <p:spPr>
            <a:xfrm flipV="1">
              <a:off x="5652120" y="4186306"/>
              <a:ext cx="0" cy="10350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8" name="Straight Arrow Connector 1487"/>
            <p:cNvCxnSpPr/>
            <p:nvPr/>
          </p:nvCxnSpPr>
          <p:spPr>
            <a:xfrm flipV="1">
              <a:off x="4905370" y="4127162"/>
              <a:ext cx="0" cy="16264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89" name="Straight Arrow Connector 1488"/>
            <p:cNvCxnSpPr/>
            <p:nvPr/>
          </p:nvCxnSpPr>
          <p:spPr>
            <a:xfrm flipV="1">
              <a:off x="4986000" y="3968569"/>
              <a:ext cx="0" cy="31467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0" name="Straight Arrow Connector 1489"/>
            <p:cNvCxnSpPr/>
            <p:nvPr/>
          </p:nvCxnSpPr>
          <p:spPr>
            <a:xfrm flipV="1">
              <a:off x="5226027" y="4000037"/>
              <a:ext cx="0" cy="28320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1" name="Straight Arrow Connector 1490"/>
            <p:cNvCxnSpPr/>
            <p:nvPr/>
          </p:nvCxnSpPr>
          <p:spPr>
            <a:xfrm flipV="1">
              <a:off x="5066009" y="3811233"/>
              <a:ext cx="0" cy="47200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2" name="Straight Arrow Connector 1491"/>
            <p:cNvCxnSpPr/>
            <p:nvPr/>
          </p:nvCxnSpPr>
          <p:spPr>
            <a:xfrm flipV="1">
              <a:off x="5306036" y="4062970"/>
              <a:ext cx="0" cy="22027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3" name="Straight Arrow Connector 1492"/>
            <p:cNvCxnSpPr/>
            <p:nvPr/>
          </p:nvCxnSpPr>
          <p:spPr>
            <a:xfrm flipV="1">
              <a:off x="5386044" y="4096000"/>
              <a:ext cx="0" cy="19192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4" name="Straight Arrow Connector 1493"/>
            <p:cNvCxnSpPr/>
            <p:nvPr/>
          </p:nvCxnSpPr>
          <p:spPr>
            <a:xfrm flipV="1">
              <a:off x="5226027" y="4038422"/>
              <a:ext cx="0" cy="24950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5" name="Straight Arrow Connector 1494"/>
            <p:cNvCxnSpPr/>
            <p:nvPr/>
          </p:nvCxnSpPr>
          <p:spPr>
            <a:xfrm flipV="1">
              <a:off x="5626071" y="4115193"/>
              <a:ext cx="0" cy="17273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6" name="Straight Arrow Connector 1495"/>
            <p:cNvCxnSpPr/>
            <p:nvPr/>
          </p:nvCxnSpPr>
          <p:spPr>
            <a:xfrm flipV="1">
              <a:off x="5066009" y="4019229"/>
              <a:ext cx="0" cy="2768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7" name="Straight Arrow Connector 1496"/>
            <p:cNvCxnSpPr/>
            <p:nvPr/>
          </p:nvCxnSpPr>
          <p:spPr>
            <a:xfrm flipV="1">
              <a:off x="5466053" y="4000037"/>
              <a:ext cx="0" cy="2878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8" name="Straight Arrow Connector 1497"/>
            <p:cNvCxnSpPr/>
            <p:nvPr/>
          </p:nvCxnSpPr>
          <p:spPr>
            <a:xfrm flipV="1">
              <a:off x="5306036" y="4038422"/>
              <a:ext cx="0" cy="24950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499" name="Straight Arrow Connector 1498"/>
            <p:cNvCxnSpPr/>
            <p:nvPr/>
          </p:nvCxnSpPr>
          <p:spPr>
            <a:xfrm flipV="1">
              <a:off x="5706080" y="4153579"/>
              <a:ext cx="0" cy="13435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0" name="Straight Arrow Connector 1499"/>
            <p:cNvCxnSpPr/>
            <p:nvPr/>
          </p:nvCxnSpPr>
          <p:spPr>
            <a:xfrm flipV="1">
              <a:off x="5146018" y="4076808"/>
              <a:ext cx="0" cy="21112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1" name="Straight Arrow Connector 1500"/>
            <p:cNvCxnSpPr/>
            <p:nvPr/>
          </p:nvCxnSpPr>
          <p:spPr>
            <a:xfrm flipV="1">
              <a:off x="5238000" y="4125568"/>
              <a:ext cx="0" cy="16264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2" name="Straight Arrow Connector 1501"/>
            <p:cNvCxnSpPr/>
            <p:nvPr/>
          </p:nvCxnSpPr>
          <p:spPr>
            <a:xfrm flipV="1">
              <a:off x="4217168" y="4024203"/>
              <a:ext cx="0" cy="2669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3" name="Straight Arrow Connector 1502"/>
            <p:cNvCxnSpPr/>
            <p:nvPr/>
          </p:nvCxnSpPr>
          <p:spPr>
            <a:xfrm flipV="1">
              <a:off x="4037225" y="4061819"/>
              <a:ext cx="0" cy="24028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4" name="Straight Arrow Connector 1503"/>
            <p:cNvCxnSpPr/>
            <p:nvPr/>
          </p:nvCxnSpPr>
          <p:spPr>
            <a:xfrm flipV="1">
              <a:off x="4487081" y="4050901"/>
              <a:ext cx="0" cy="24028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5" name="Straight Arrow Connector 1504"/>
            <p:cNvCxnSpPr/>
            <p:nvPr/>
          </p:nvCxnSpPr>
          <p:spPr>
            <a:xfrm flipV="1">
              <a:off x="4307139" y="4008423"/>
              <a:ext cx="0" cy="2827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6" name="Straight Arrow Connector 1505"/>
            <p:cNvCxnSpPr/>
            <p:nvPr/>
          </p:nvCxnSpPr>
          <p:spPr>
            <a:xfrm flipV="1">
              <a:off x="4127197" y="3955027"/>
              <a:ext cx="0" cy="34707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7" name="Straight Arrow Connector 1506"/>
            <p:cNvCxnSpPr/>
            <p:nvPr/>
          </p:nvCxnSpPr>
          <p:spPr>
            <a:xfrm flipV="1">
              <a:off x="4577053" y="4104297"/>
              <a:ext cx="0" cy="18688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8" name="Straight Arrow Connector 1507"/>
            <p:cNvCxnSpPr/>
            <p:nvPr/>
          </p:nvCxnSpPr>
          <p:spPr>
            <a:xfrm flipV="1">
              <a:off x="3947254" y="4008423"/>
              <a:ext cx="0" cy="2989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09" name="Straight Arrow Connector 1508"/>
            <p:cNvCxnSpPr/>
            <p:nvPr/>
          </p:nvCxnSpPr>
          <p:spPr>
            <a:xfrm flipV="1">
              <a:off x="4667024" y="4132321"/>
              <a:ext cx="0" cy="16284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0" name="Straight Arrow Connector 1509"/>
            <p:cNvCxnSpPr/>
            <p:nvPr/>
          </p:nvCxnSpPr>
          <p:spPr>
            <a:xfrm flipV="1">
              <a:off x="4487081" y="4083469"/>
              <a:ext cx="0" cy="2116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1" name="Straight Arrow Connector 1510"/>
            <p:cNvCxnSpPr/>
            <p:nvPr/>
          </p:nvCxnSpPr>
          <p:spPr>
            <a:xfrm flipV="1">
              <a:off x="4936937" y="4148605"/>
              <a:ext cx="0" cy="14655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2" name="Straight Arrow Connector 1511"/>
            <p:cNvCxnSpPr/>
            <p:nvPr/>
          </p:nvCxnSpPr>
          <p:spPr>
            <a:xfrm flipV="1">
              <a:off x="4307139" y="4067185"/>
              <a:ext cx="0" cy="23491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3" name="Straight Arrow Connector 1512"/>
            <p:cNvCxnSpPr/>
            <p:nvPr/>
          </p:nvCxnSpPr>
          <p:spPr>
            <a:xfrm flipV="1">
              <a:off x="4756995" y="4050901"/>
              <a:ext cx="0" cy="24426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4" name="Straight Arrow Connector 1513"/>
            <p:cNvCxnSpPr/>
            <p:nvPr/>
          </p:nvCxnSpPr>
          <p:spPr>
            <a:xfrm flipV="1">
              <a:off x="4577053" y="4083469"/>
              <a:ext cx="0" cy="2116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5" name="Straight Arrow Connector 1514"/>
            <p:cNvCxnSpPr/>
            <p:nvPr/>
          </p:nvCxnSpPr>
          <p:spPr>
            <a:xfrm flipV="1">
              <a:off x="5026909" y="4181173"/>
              <a:ext cx="0" cy="11398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6" name="Straight Arrow Connector 1515"/>
            <p:cNvCxnSpPr/>
            <p:nvPr/>
          </p:nvCxnSpPr>
          <p:spPr>
            <a:xfrm flipV="1">
              <a:off x="4397110" y="4116037"/>
              <a:ext cx="0" cy="17912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7" name="Straight Arrow Connector 1516"/>
            <p:cNvCxnSpPr/>
            <p:nvPr/>
          </p:nvCxnSpPr>
          <p:spPr>
            <a:xfrm flipV="1">
              <a:off x="4457091" y="4183594"/>
              <a:ext cx="0" cy="11385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8" name="Straight Arrow Connector 1517"/>
            <p:cNvCxnSpPr/>
            <p:nvPr/>
          </p:nvCxnSpPr>
          <p:spPr>
            <a:xfrm flipV="1">
              <a:off x="4190509" y="4149439"/>
              <a:ext cx="0" cy="14800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19" name="Straight Arrow Connector 1518"/>
            <p:cNvCxnSpPr/>
            <p:nvPr/>
          </p:nvCxnSpPr>
          <p:spPr>
            <a:xfrm flipV="1">
              <a:off x="4856963" y="4194979"/>
              <a:ext cx="0" cy="10246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0" name="Straight Arrow Connector 1519"/>
            <p:cNvCxnSpPr/>
            <p:nvPr/>
          </p:nvCxnSpPr>
          <p:spPr>
            <a:xfrm flipV="1">
              <a:off x="3923928" y="4138054"/>
              <a:ext cx="0" cy="15939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1" name="Straight Arrow Connector 1520"/>
            <p:cNvCxnSpPr/>
            <p:nvPr/>
          </p:nvCxnSpPr>
          <p:spPr>
            <a:xfrm flipV="1">
              <a:off x="4590382" y="4126669"/>
              <a:ext cx="0" cy="1707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2" name="Straight Arrow Connector 1521"/>
            <p:cNvCxnSpPr/>
            <p:nvPr/>
          </p:nvCxnSpPr>
          <p:spPr>
            <a:xfrm flipV="1">
              <a:off x="4323801" y="4149439"/>
              <a:ext cx="0" cy="14800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3" name="Straight Arrow Connector 1522"/>
            <p:cNvCxnSpPr/>
            <p:nvPr/>
          </p:nvCxnSpPr>
          <p:spPr>
            <a:xfrm flipV="1">
              <a:off x="4990253" y="4217750"/>
              <a:ext cx="0" cy="7969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4" name="Straight Arrow Connector 1523"/>
            <p:cNvCxnSpPr/>
            <p:nvPr/>
          </p:nvCxnSpPr>
          <p:spPr>
            <a:xfrm flipV="1">
              <a:off x="4057219" y="4172209"/>
              <a:ext cx="0" cy="12749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5" name="Straight Arrow Connector 1524"/>
            <p:cNvCxnSpPr/>
            <p:nvPr/>
          </p:nvCxnSpPr>
          <p:spPr>
            <a:xfrm flipV="1">
              <a:off x="5123544" y="4229700"/>
              <a:ext cx="0" cy="69441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6" name="Straight Arrow Connector 1525"/>
            <p:cNvCxnSpPr/>
            <p:nvPr/>
          </p:nvCxnSpPr>
          <p:spPr>
            <a:xfrm flipV="1">
              <a:off x="4856963" y="4208868"/>
              <a:ext cx="0" cy="9027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7" name="Straight Arrow Connector 1526"/>
            <p:cNvCxnSpPr/>
            <p:nvPr/>
          </p:nvCxnSpPr>
          <p:spPr>
            <a:xfrm flipV="1">
              <a:off x="5523416" y="4236645"/>
              <a:ext cx="0" cy="6249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8" name="Straight Arrow Connector 1527"/>
            <p:cNvCxnSpPr/>
            <p:nvPr/>
          </p:nvCxnSpPr>
          <p:spPr>
            <a:xfrm flipV="1">
              <a:off x="4590382" y="4201924"/>
              <a:ext cx="0" cy="10017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29" name="Straight Arrow Connector 1528"/>
            <p:cNvCxnSpPr/>
            <p:nvPr/>
          </p:nvCxnSpPr>
          <p:spPr>
            <a:xfrm flipV="1">
              <a:off x="5256834" y="4194979"/>
              <a:ext cx="0" cy="104162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0" name="Straight Arrow Connector 1529"/>
            <p:cNvCxnSpPr/>
            <p:nvPr/>
          </p:nvCxnSpPr>
          <p:spPr>
            <a:xfrm flipV="1">
              <a:off x="4990253" y="4208868"/>
              <a:ext cx="0" cy="90274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1" name="Straight Arrow Connector 1530"/>
            <p:cNvCxnSpPr/>
            <p:nvPr/>
          </p:nvCxnSpPr>
          <p:spPr>
            <a:xfrm flipV="1">
              <a:off x="5656707" y="4250533"/>
              <a:ext cx="0" cy="4860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2" name="Straight Arrow Connector 1531"/>
            <p:cNvCxnSpPr/>
            <p:nvPr/>
          </p:nvCxnSpPr>
          <p:spPr>
            <a:xfrm flipV="1">
              <a:off x="4723672" y="4222756"/>
              <a:ext cx="0" cy="7638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3" name="Straight Arrow Connector 1532"/>
            <p:cNvCxnSpPr/>
            <p:nvPr/>
          </p:nvCxnSpPr>
          <p:spPr>
            <a:xfrm flipV="1">
              <a:off x="4824416" y="4148273"/>
              <a:ext cx="0" cy="14778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4" name="Straight Arrow Connector 1533"/>
            <p:cNvCxnSpPr/>
            <p:nvPr/>
          </p:nvCxnSpPr>
          <p:spPr>
            <a:xfrm flipV="1">
              <a:off x="5124320" y="4163052"/>
              <a:ext cx="0" cy="13300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5" name="Straight Arrow Connector 1534"/>
            <p:cNvCxnSpPr/>
            <p:nvPr/>
          </p:nvCxnSpPr>
          <p:spPr>
            <a:xfrm flipV="1">
              <a:off x="4924384" y="4074381"/>
              <a:ext cx="0" cy="22167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6" name="Straight Arrow Connector 1535"/>
            <p:cNvCxnSpPr/>
            <p:nvPr/>
          </p:nvCxnSpPr>
          <p:spPr>
            <a:xfrm flipV="1">
              <a:off x="5224289" y="4192608"/>
              <a:ext cx="0" cy="10344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7" name="Straight Arrow Connector 1536"/>
            <p:cNvCxnSpPr/>
            <p:nvPr/>
          </p:nvCxnSpPr>
          <p:spPr>
            <a:xfrm flipV="1">
              <a:off x="5324255" y="4208121"/>
              <a:ext cx="0" cy="90139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8" name="Straight Arrow Connector 1537"/>
            <p:cNvCxnSpPr/>
            <p:nvPr/>
          </p:nvCxnSpPr>
          <p:spPr>
            <a:xfrm flipV="1">
              <a:off x="5124320" y="4181079"/>
              <a:ext cx="0" cy="1171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39" name="Straight Arrow Connector 1538"/>
            <p:cNvCxnSpPr/>
            <p:nvPr/>
          </p:nvCxnSpPr>
          <p:spPr>
            <a:xfrm flipV="1">
              <a:off x="5624160" y="4217135"/>
              <a:ext cx="0" cy="81125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40" name="Straight Arrow Connector 1539"/>
            <p:cNvCxnSpPr/>
            <p:nvPr/>
          </p:nvCxnSpPr>
          <p:spPr>
            <a:xfrm flipV="1">
              <a:off x="4924384" y="4172065"/>
              <a:ext cx="0" cy="13003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41" name="Straight Arrow Connector 1540"/>
            <p:cNvCxnSpPr/>
            <p:nvPr/>
          </p:nvCxnSpPr>
          <p:spPr>
            <a:xfrm flipV="1">
              <a:off x="5424224" y="4163052"/>
              <a:ext cx="0" cy="135208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42" name="Straight Arrow Connector 1541"/>
            <p:cNvCxnSpPr/>
            <p:nvPr/>
          </p:nvCxnSpPr>
          <p:spPr>
            <a:xfrm flipV="1">
              <a:off x="5224289" y="4181079"/>
              <a:ext cx="0" cy="117180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43" name="Straight Arrow Connector 1542"/>
            <p:cNvCxnSpPr/>
            <p:nvPr/>
          </p:nvCxnSpPr>
          <p:spPr>
            <a:xfrm flipV="1">
              <a:off x="5724128" y="4235163"/>
              <a:ext cx="0" cy="63097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44" name="Straight Arrow Connector 1543"/>
            <p:cNvCxnSpPr/>
            <p:nvPr/>
          </p:nvCxnSpPr>
          <p:spPr>
            <a:xfrm flipV="1">
              <a:off x="5024352" y="4199107"/>
              <a:ext cx="0" cy="99153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45" name="Straight Arrow Connector 1544"/>
            <p:cNvCxnSpPr/>
            <p:nvPr/>
          </p:nvCxnSpPr>
          <p:spPr>
            <a:xfrm flipV="1">
              <a:off x="5139280" y="4222007"/>
              <a:ext cx="0" cy="76386"/>
            </a:xfrm>
            <a:prstGeom prst="straightConnector1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tailEnd type="none" w="lg" len="lg"/>
            </a:ln>
            <a:effectLst/>
          </p:spPr>
        </p:cxnSp>
        <p:cxnSp>
          <p:nvCxnSpPr>
            <p:cNvPr id="1546" name="Straight Connector 1545"/>
            <p:cNvCxnSpPr/>
            <p:nvPr/>
          </p:nvCxnSpPr>
          <p:spPr>
            <a:xfrm flipH="1">
              <a:off x="6588224" y="4239262"/>
              <a:ext cx="0" cy="3126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</p:cxnSp>
        <p:cxnSp>
          <p:nvCxnSpPr>
            <p:cNvPr id="1547" name="Straight Connector 1546"/>
            <p:cNvCxnSpPr/>
            <p:nvPr/>
          </p:nvCxnSpPr>
          <p:spPr>
            <a:xfrm flipH="1">
              <a:off x="6444208" y="4239262"/>
              <a:ext cx="0" cy="3126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</p:cxnSp>
        <p:cxnSp>
          <p:nvCxnSpPr>
            <p:cNvPr id="1548" name="Straight Connector 1547"/>
            <p:cNvCxnSpPr/>
            <p:nvPr/>
          </p:nvCxnSpPr>
          <p:spPr>
            <a:xfrm flipH="1">
              <a:off x="6516216" y="4239262"/>
              <a:ext cx="0" cy="3126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</p:cxnSp>
        <p:cxnSp>
          <p:nvCxnSpPr>
            <p:cNvPr id="1549" name="Straight Connector 1548"/>
            <p:cNvCxnSpPr/>
            <p:nvPr/>
          </p:nvCxnSpPr>
          <p:spPr>
            <a:xfrm flipH="1">
              <a:off x="6498000" y="4239262"/>
              <a:ext cx="0" cy="3126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</p:cxnSp>
        <p:cxnSp>
          <p:nvCxnSpPr>
            <p:cNvPr id="1550" name="Straight Connector 1549"/>
            <p:cNvCxnSpPr/>
            <p:nvPr/>
          </p:nvCxnSpPr>
          <p:spPr>
            <a:xfrm flipH="1">
              <a:off x="6300192" y="4239262"/>
              <a:ext cx="0" cy="3126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</p:cxnSp>
      </p:grpSp>
      <p:cxnSp>
        <p:nvCxnSpPr>
          <p:cNvPr id="1212" name="Straight Arrow Connector 1211"/>
          <p:cNvCxnSpPr/>
          <p:nvPr/>
        </p:nvCxnSpPr>
        <p:spPr>
          <a:xfrm>
            <a:off x="2988410" y="1276402"/>
            <a:ext cx="1468963" cy="0"/>
          </a:xfrm>
          <a:prstGeom prst="straightConnector1">
            <a:avLst/>
          </a:prstGeom>
          <a:noFill/>
          <a:ln w="19050" cap="flat" cmpd="sng" algn="ctr">
            <a:solidFill>
              <a:srgbClr val="7030A0"/>
            </a:solidFill>
            <a:prstDash val="solid"/>
            <a:headEnd type="arrow"/>
            <a:tailEnd type="arrow"/>
          </a:ln>
          <a:effectLst/>
        </p:spPr>
      </p:cxnSp>
      <p:cxnSp>
        <p:nvCxnSpPr>
          <p:cNvPr id="1213" name="Straight Arrow Connector 1212"/>
          <p:cNvCxnSpPr/>
          <p:nvPr/>
        </p:nvCxnSpPr>
        <p:spPr>
          <a:xfrm>
            <a:off x="4457373" y="1276402"/>
            <a:ext cx="5789443" cy="0"/>
          </a:xfrm>
          <a:prstGeom prst="straightConnector1">
            <a:avLst/>
          </a:prstGeom>
          <a:noFill/>
          <a:ln w="19050" cap="flat" cmpd="sng" algn="ctr">
            <a:solidFill>
              <a:srgbClr val="7030A0"/>
            </a:solidFill>
            <a:prstDash val="solid"/>
            <a:headEnd type="arrow"/>
            <a:tailEnd type="arrow"/>
          </a:ln>
          <a:effectLst/>
        </p:spPr>
      </p:cxnSp>
      <p:sp>
        <p:nvSpPr>
          <p:cNvPr id="1214" name="TextBox 1213"/>
          <p:cNvSpPr txBox="1"/>
          <p:nvPr/>
        </p:nvSpPr>
        <p:spPr>
          <a:xfrm>
            <a:off x="2951610" y="1276402"/>
            <a:ext cx="1709122" cy="830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2400" kern="0" dirty="0">
                <a:solidFill>
                  <a:sysClr val="windowText" lastClr="000000"/>
                </a:solidFill>
              </a:rPr>
              <a:t>Early</a:t>
            </a:r>
          </a:p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2400" kern="0" dirty="0">
                <a:solidFill>
                  <a:sysClr val="windowText" lastClr="000000"/>
                </a:solidFill>
              </a:rPr>
              <a:t>Reflections</a:t>
            </a:r>
            <a:endParaRPr lang="en-US" sz="2400" kern="0" dirty="0">
              <a:solidFill>
                <a:sysClr val="windowText" lastClr="000000"/>
              </a:solidFill>
            </a:endParaRPr>
          </a:p>
        </p:txBody>
      </p:sp>
      <p:sp>
        <p:nvSpPr>
          <p:cNvPr id="1215" name="TextBox 1214"/>
          <p:cNvSpPr txBox="1"/>
          <p:nvPr/>
        </p:nvSpPr>
        <p:spPr>
          <a:xfrm>
            <a:off x="6494407" y="1276402"/>
            <a:ext cx="1709122" cy="830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2400" kern="0" dirty="0">
                <a:solidFill>
                  <a:sysClr val="windowText" lastClr="000000"/>
                </a:solidFill>
              </a:rPr>
              <a:t>Late</a:t>
            </a:r>
          </a:p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2400" kern="0" dirty="0">
                <a:solidFill>
                  <a:sysClr val="windowText" lastClr="000000"/>
                </a:solidFill>
              </a:rPr>
              <a:t>Reflections</a:t>
            </a:r>
            <a:endParaRPr lang="en-US" sz="2400" kern="0" dirty="0">
              <a:solidFill>
                <a:sysClr val="windowText" lastClr="000000"/>
              </a:solidFill>
            </a:endParaRPr>
          </a:p>
        </p:txBody>
      </p:sp>
      <p:sp>
        <p:nvSpPr>
          <p:cNvPr id="1216" name="TextBox 1215"/>
          <p:cNvSpPr txBox="1"/>
          <p:nvPr/>
        </p:nvSpPr>
        <p:spPr>
          <a:xfrm>
            <a:off x="8992230" y="5510473"/>
            <a:ext cx="86914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2400" kern="0" dirty="0">
                <a:solidFill>
                  <a:sysClr val="windowText" lastClr="000000"/>
                </a:solidFill>
              </a:rPr>
              <a:t>Time</a:t>
            </a:r>
            <a:endParaRPr lang="en-US" sz="2400" kern="0" dirty="0">
              <a:solidFill>
                <a:sysClr val="windowText" lastClr="000000"/>
              </a:solidFill>
            </a:endParaRPr>
          </a:p>
        </p:txBody>
      </p:sp>
      <p:sp>
        <p:nvSpPr>
          <p:cNvPr id="603" name="TextBox 602">
            <a:extLst>
              <a:ext uri="{FF2B5EF4-FFF2-40B4-BE49-F238E27FC236}">
                <a16:creationId xmlns:a16="http://schemas.microsoft.com/office/drawing/2014/main" id="{A28808F5-547B-471D-9F5D-DE3D422595A7}"/>
              </a:ext>
            </a:extLst>
          </p:cNvPr>
          <p:cNvSpPr txBox="1"/>
          <p:nvPr/>
        </p:nvSpPr>
        <p:spPr>
          <a:xfrm>
            <a:off x="962802" y="2487375"/>
            <a:ext cx="155202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2400" kern="0" dirty="0">
                <a:solidFill>
                  <a:sysClr val="windowText" lastClr="000000"/>
                </a:solidFill>
              </a:rPr>
              <a:t>Magnitude</a:t>
            </a:r>
            <a:endParaRPr lang="en-US" sz="2400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Why use reverb?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130300"/>
            <a:ext cx="12928600" cy="8547100"/>
          </a:xfrm>
        </p:spPr>
        <p:txBody>
          <a:bodyPr/>
          <a:lstStyle/>
          <a:p>
            <a:pPr marL="634904" eaLnBrk="1" hangingPunct="1"/>
            <a:r>
              <a:rPr lang="en-US" dirty="0"/>
              <a:t>Why add artificial reverb to recorded sound?</a:t>
            </a:r>
          </a:p>
          <a:p>
            <a:pPr marL="1142824" lvl="1" eaLnBrk="1" hangingPunct="1"/>
            <a:r>
              <a:rPr lang="en-US" dirty="0"/>
              <a:t>Dry signals (e.g. </a:t>
            </a:r>
            <a:r>
              <a:rPr lang="en-US" dirty="0">
                <a:solidFill>
                  <a:srgbClr val="2602BE"/>
                </a:solidFill>
              </a:rPr>
              <a:t>close </a:t>
            </a:r>
            <a:r>
              <a:rPr lang="en-US" dirty="0" err="1">
                <a:solidFill>
                  <a:srgbClr val="2602BE"/>
                </a:solidFill>
              </a:rPr>
              <a:t>mic</a:t>
            </a:r>
            <a:r>
              <a:rPr lang="en-US" dirty="0"/>
              <a:t>) sound unnatural</a:t>
            </a:r>
          </a:p>
          <a:p>
            <a:pPr marL="1142824" lvl="1" eaLnBrk="1" hangingPunct="1"/>
            <a:r>
              <a:rPr lang="en-US" dirty="0"/>
              <a:t>Compensate for non-reverberant listening environment</a:t>
            </a:r>
          </a:p>
          <a:p>
            <a:pPr marL="1523765" lvl="2" eaLnBrk="1" hangingPunct="1"/>
            <a:r>
              <a:rPr lang="en-US" dirty="0"/>
              <a:t>Headphones have no natural reverb</a:t>
            </a:r>
          </a:p>
          <a:p>
            <a:pPr marL="1523765" lvl="2" eaLnBrk="1" hangingPunct="1"/>
            <a:r>
              <a:rPr lang="en-US" dirty="0"/>
              <a:t>Car or small room might not have sufficient </a:t>
            </a:r>
            <a:r>
              <a:rPr lang="en-US" dirty="0" err="1"/>
              <a:t>reverberance</a:t>
            </a:r>
            <a:r>
              <a:rPr lang="en-US" dirty="0"/>
              <a:t> to recreate sound of orchestra in concert hall</a:t>
            </a:r>
          </a:p>
          <a:p>
            <a:pPr marL="634904" eaLnBrk="1" hangingPunct="1"/>
            <a:r>
              <a:rPr lang="en-US" dirty="0"/>
              <a:t>Can add natural reverb by recording in large room</a:t>
            </a:r>
          </a:p>
          <a:p>
            <a:pPr marL="1142824" lvl="1" eaLnBrk="1" hangingPunct="1"/>
            <a:r>
              <a:rPr lang="en-US" dirty="0"/>
              <a:t>Distant microphones capture ambience as well as direct signal</a:t>
            </a:r>
          </a:p>
          <a:p>
            <a:pPr marL="1142824" lvl="1" eaLnBrk="1" hangingPunct="1"/>
            <a:r>
              <a:rPr lang="en-US" dirty="0"/>
              <a:t>Impractical in many situations</a:t>
            </a:r>
          </a:p>
          <a:p>
            <a:pPr marL="1142824" lvl="1" eaLnBrk="1" hangingPunct="1">
              <a:buNone/>
            </a:pPr>
            <a:r>
              <a:rPr lang="en-GB" dirty="0">
                <a:sym typeface="Wingdings" pitchFamily="2" charset="2"/>
              </a:rPr>
              <a:t> Add reverb synthetically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D1BA-3408-4C72-8CED-F365756F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Convolution Reverb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56DC0-EA3E-4F82-BE29-749FCC768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2" y="1130300"/>
            <a:ext cx="13228858" cy="8547100"/>
          </a:xfrm>
        </p:spPr>
        <p:txBody>
          <a:bodyPr anchor="t"/>
          <a:lstStyle/>
          <a:p>
            <a:r>
              <a:rPr lang="en-GB" sz="4000" dirty="0"/>
              <a:t>Reverb can be completely characterised by its </a:t>
            </a:r>
            <a:r>
              <a:rPr lang="en-GB" sz="4000" dirty="0">
                <a:solidFill>
                  <a:srgbClr val="0000D0"/>
                </a:solidFill>
              </a:rPr>
              <a:t>impulse response</a:t>
            </a:r>
          </a:p>
          <a:p>
            <a:r>
              <a:rPr lang="en-GB" sz="4000" dirty="0"/>
              <a:t>Suppose we have impulse response of a room</a:t>
            </a:r>
          </a:p>
          <a:p>
            <a:pPr lvl="1"/>
            <a:r>
              <a:rPr lang="en-GB" sz="3200" dirty="0"/>
              <a:t>Record impulse (like popping balloon) with microphone in one location, sound source in another location</a:t>
            </a:r>
          </a:p>
          <a:p>
            <a:r>
              <a:rPr lang="en-GB" sz="4000" dirty="0"/>
              <a:t>Apply reverb by convolving signal with recorded impulse response</a:t>
            </a:r>
          </a:p>
          <a:p>
            <a:pPr lvl="1"/>
            <a:r>
              <a:rPr lang="en-GB" sz="3200" dirty="0"/>
              <a:t>Makes it sound as if it is in the space</a:t>
            </a:r>
          </a:p>
          <a:p>
            <a:pPr marL="203169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9D569-1C25-4A0E-880C-95F118E51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056" y="5956920"/>
            <a:ext cx="4717965" cy="1008112"/>
          </a:xfrm>
          <a:prstGeom prst="rect">
            <a:avLst/>
          </a:prstGeom>
        </p:spPr>
      </p:pic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AB402355-F923-41B8-92FC-9A7080A19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816" y="7031009"/>
            <a:ext cx="9505056" cy="274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453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3599-E502-4C97-8B21-3921658D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ConvolverNode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1BFA7B-F895-472D-8F93-4437FDCD3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86" y="1683176"/>
            <a:ext cx="12915830" cy="7802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 eaLnBrk="0" fontAlgn="base" latinLnBrk="0" hangingPunct="0"/>
            <a:r>
              <a:rPr lang="en-US" sz="3600" b="0" i="0" baseline="0" dirty="0">
                <a:solidFill>
                  <a:schemeClr val="tx1"/>
                </a:solidFill>
                <a:effectLst/>
                <a:sym typeface="Arial" charset="0"/>
              </a:rPr>
              <a:t>Convolution</a:t>
            </a:r>
          </a:p>
          <a:p>
            <a:pPr rtl="0" eaLnBrk="0" fontAlgn="base" latinLnBrk="0" hangingPunct="0"/>
            <a:endParaRPr lang="en-US" sz="3600" dirty="0"/>
          </a:p>
          <a:p>
            <a:pPr rtl="0" eaLnBrk="0" fontAlgn="base" latinLnBrk="0" hangingPunct="0"/>
            <a:r>
              <a:rPr lang="en-US" sz="3600" b="0" i="0" baseline="0" dirty="0" err="1">
                <a:solidFill>
                  <a:srgbClr val="0000D0"/>
                </a:solidFill>
                <a:effectLst/>
                <a:latin typeface="Consolas" panose="020B0609020204030204" pitchFamily="49" charset="0"/>
                <a:sym typeface="Arial" charset="0"/>
              </a:rPr>
              <a:t>ConvolverNode</a:t>
            </a:r>
            <a:r>
              <a:rPr lang="en-US" sz="3600" b="0" i="0" baseline="0" dirty="0">
                <a:solidFill>
                  <a:schemeClr val="tx1"/>
                </a:solidFill>
                <a:effectLst/>
                <a:sym typeface="Arial" charset="0"/>
              </a:rPr>
              <a:t> performs convolution on an </a:t>
            </a:r>
            <a:r>
              <a:rPr lang="en-US" sz="3600" b="0" i="0" baseline="0" dirty="0" err="1">
                <a:solidFill>
                  <a:schemeClr val="tx1"/>
                </a:solidFill>
                <a:effectLst/>
                <a:sym typeface="Arial" charset="0"/>
              </a:rPr>
              <a:t>AudioBuffer</a:t>
            </a:r>
            <a:endParaRPr lang="en-GB" sz="3600" dirty="0">
              <a:effectLst/>
            </a:endParaRPr>
          </a:p>
          <a:p>
            <a:pPr rtl="0" eaLnBrk="0" fontAlgn="base" latinLnBrk="0" hangingPunct="0"/>
            <a:r>
              <a:rPr lang="en-US" sz="3600" b="0" i="0" baseline="0" dirty="0">
                <a:solidFill>
                  <a:schemeClr val="tx1"/>
                </a:solidFill>
                <a:effectLst/>
                <a:sym typeface="Arial" charset="0"/>
              </a:rPr>
              <a:t>Used to achieve a reverb effect</a:t>
            </a:r>
            <a:endParaRPr lang="en-GB" sz="3600" dirty="0">
              <a:effectLst/>
            </a:endParaRPr>
          </a:p>
          <a:p>
            <a:pPr rtl="0" eaLnBrk="0" fontAlgn="base" latinLnBrk="0" hangingPunct="0"/>
            <a:r>
              <a:rPr lang="en-US" sz="3600" dirty="0"/>
              <a:t>Alw</a:t>
            </a:r>
            <a:r>
              <a:rPr lang="en-US" sz="3600" b="0" i="0" baseline="0" dirty="0">
                <a:solidFill>
                  <a:schemeClr val="tx1"/>
                </a:solidFill>
                <a:effectLst/>
                <a:sym typeface="Arial" charset="0"/>
              </a:rPr>
              <a:t>ays has exactly one input and one output</a:t>
            </a:r>
          </a:p>
          <a:p>
            <a:pPr rtl="0" eaLnBrk="0" fontAlgn="base" latinLnBrk="0" hangingPunct="0"/>
            <a:r>
              <a:rPr lang="en-US" sz="3600" dirty="0"/>
              <a:t>Properties</a:t>
            </a:r>
          </a:p>
          <a:p>
            <a:pPr lvl="2"/>
            <a:r>
              <a:rPr lang="en-GB" sz="2800" dirty="0">
                <a:solidFill>
                  <a:srgbClr val="0000D0"/>
                </a:solidFill>
                <a:latin typeface="Consolas" panose="020B0609020204030204" pitchFamily="49" charset="0"/>
              </a:rPr>
              <a:t>buffer</a:t>
            </a:r>
            <a:r>
              <a:rPr lang="en-GB" sz="2800" dirty="0"/>
              <a:t> - mono, stereo, or 4-channel AudioBuffer containing (possibly multichannel) impulse response used by </a:t>
            </a:r>
            <a:r>
              <a:rPr lang="en-GB" sz="2800" dirty="0" err="1"/>
              <a:t>ConvolverNode</a:t>
            </a:r>
            <a:endParaRPr lang="en-GB" sz="2800" dirty="0"/>
          </a:p>
          <a:p>
            <a:pPr lvl="2"/>
            <a:r>
              <a:rPr lang="en-GB" sz="2800" dirty="0">
                <a:solidFill>
                  <a:srgbClr val="0000D0"/>
                </a:solidFill>
                <a:latin typeface="Consolas" panose="020B0609020204030204" pitchFamily="49" charset="0"/>
              </a:rPr>
              <a:t>normalize</a:t>
            </a:r>
            <a:r>
              <a:rPr lang="en-GB" sz="2800" dirty="0"/>
              <a:t> - </a:t>
            </a:r>
            <a:r>
              <a:rPr lang="en-GB" sz="2800" dirty="0" err="1"/>
              <a:t>boolean</a:t>
            </a:r>
            <a:r>
              <a:rPr lang="en-GB" sz="2800" dirty="0"/>
              <a:t> that controls whether impulse response will be scaled by an equal-power normalization. Default is </a:t>
            </a:r>
            <a:r>
              <a:rPr lang="en-GB" sz="2800" dirty="0">
                <a:solidFill>
                  <a:srgbClr val="0000D0"/>
                </a:solidFill>
                <a:latin typeface="Consolas" panose="020B0609020204030204" pitchFamily="49" charset="0"/>
              </a:rPr>
              <a:t>true</a:t>
            </a:r>
            <a:endParaRPr lang="en-GB" sz="2800" dirty="0">
              <a:solidFill>
                <a:srgbClr val="0000D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 algn="ctr">
              <a:spcBef>
                <a:spcPct val="0"/>
              </a:spcBef>
              <a:buSzTx/>
              <a:buNone/>
            </a:pPr>
            <a:r>
              <a:rPr lang="en-US" sz="3600" dirty="0"/>
              <a:t>Lets demonstrate convolution for short pulse convolved with  simple one channel buffer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7BE69-2D68-4A8B-B292-B73599FE3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176" y="1507230"/>
            <a:ext cx="4717965" cy="100811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B386C1-53F1-466B-AD18-092D32ED758D}"/>
              </a:ext>
            </a:extLst>
          </p:cNvPr>
          <p:cNvCxnSpPr>
            <a:cxnSpLocks/>
          </p:cNvCxnSpPr>
          <p:nvPr/>
        </p:nvCxnSpPr>
        <p:spPr bwMode="auto">
          <a:xfrm flipV="1">
            <a:off x="1965896" y="2140496"/>
            <a:ext cx="5184576" cy="3456384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FD674D-31DC-4321-8129-5BAABA4712B1}"/>
              </a:ext>
            </a:extLst>
          </p:cNvPr>
          <p:cNvCxnSpPr>
            <a:cxnSpLocks/>
          </p:cNvCxnSpPr>
          <p:nvPr/>
        </p:nvCxnSpPr>
        <p:spPr bwMode="auto">
          <a:xfrm flipV="1">
            <a:off x="5350272" y="2140496"/>
            <a:ext cx="2592288" cy="2232248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E9204F-02D1-4120-8379-4C54CE7914E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630192" y="2284512"/>
            <a:ext cx="4176464" cy="2088232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73100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25B8-4B97-40F0-B2A3-D3CD4BA6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an audio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41EB9-C4A3-4F2A-A325-021624936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082" y="1348408"/>
            <a:ext cx="12340219" cy="7865395"/>
          </a:xfrm>
        </p:spPr>
        <p:txBody>
          <a:bodyPr anchor="t"/>
          <a:lstStyle/>
          <a:p>
            <a:r>
              <a:rPr lang="en-GB" sz="3200" dirty="0"/>
              <a:t>AudioBuffer represents short audio asset in memory</a:t>
            </a:r>
          </a:p>
          <a:p>
            <a:pPr lvl="1"/>
            <a:r>
              <a:rPr lang="en-GB" sz="2800" dirty="0"/>
              <a:t>typically less than 45 s</a:t>
            </a:r>
          </a:p>
          <a:p>
            <a:pPr lvl="1"/>
            <a:r>
              <a:rPr lang="en-GB" sz="2800" dirty="0"/>
              <a:t>created from audio file using </a:t>
            </a:r>
            <a:r>
              <a:rPr lang="en-GB" sz="2800" dirty="0" err="1"/>
              <a:t>AudioContext.decodeAudioData</a:t>
            </a:r>
            <a:r>
              <a:rPr lang="en-GB" sz="2800" dirty="0"/>
              <a:t>() method, or from raw data using </a:t>
            </a:r>
            <a:r>
              <a:rPr lang="en-GB" sz="2800" dirty="0" err="1"/>
              <a:t>AudioContext.createBuffer</a:t>
            </a:r>
            <a:r>
              <a:rPr lang="en-GB" sz="2800" dirty="0"/>
              <a:t>(). </a:t>
            </a:r>
          </a:p>
          <a:p>
            <a:r>
              <a:rPr lang="en-GB" sz="3200" dirty="0"/>
              <a:t>Once put in an AudioBuffer, audio can be played by being passed into an </a:t>
            </a:r>
            <a:r>
              <a:rPr lang="en-GB" sz="3200" dirty="0" err="1"/>
              <a:t>AudioBufferSourceNode</a:t>
            </a:r>
            <a:endParaRPr lang="en-GB" sz="3200" dirty="0"/>
          </a:p>
          <a:p>
            <a:pPr lvl="1"/>
            <a:r>
              <a:rPr lang="en-GB" sz="2500" dirty="0"/>
              <a:t>For longer sounds, </a:t>
            </a:r>
            <a:r>
              <a:rPr lang="en-GB" sz="2500" dirty="0" err="1"/>
              <a:t>MediaElementAudioSourceNode</a:t>
            </a:r>
            <a:r>
              <a:rPr lang="en-GB" sz="2500" dirty="0"/>
              <a:t> is more suitable</a:t>
            </a:r>
            <a:endParaRPr lang="en-GB" sz="3200" dirty="0"/>
          </a:p>
          <a:p>
            <a:r>
              <a:rPr lang="en-GB" sz="3200" dirty="0"/>
              <a:t>Buffer contains data as arrays with values between -1 and +1</a:t>
            </a:r>
          </a:p>
          <a:p>
            <a:r>
              <a:rPr lang="en-GB" sz="3200" dirty="0"/>
              <a:t>Lets create an impulse response (IR)</a:t>
            </a:r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  <a:p>
            <a:r>
              <a:rPr lang="en-GB" sz="3200" dirty="0"/>
              <a:t>Here, decay &gt;0 is the rate of decay</a:t>
            </a:r>
          </a:p>
          <a:p>
            <a:r>
              <a:rPr lang="en-GB" sz="3200" dirty="0"/>
              <a:t>Impulse response can also come from a recording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F60A1-BE92-4938-AD8A-FEA1703E4632}"/>
              </a:ext>
            </a:extLst>
          </p:cNvPr>
          <p:cNvSpPr txBox="1"/>
          <p:nvPr/>
        </p:nvSpPr>
        <p:spPr>
          <a:xfrm>
            <a:off x="325716" y="6028928"/>
            <a:ext cx="12665497" cy="224676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impulseResponse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duration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decay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length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sampleRate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duration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impulse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createBuffer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1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length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sampleRate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IR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impulse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getChannelData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0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for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(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0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&lt;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length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++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IR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[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]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(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Math.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random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()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-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1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Math.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pow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1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-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i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/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length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decay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return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impulse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656970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F90A-713C-41E7-9F3C-228059AF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Applying convolutional reverb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8E64B-8C28-4A70-B3CC-3029CC32A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2" y="1130300"/>
            <a:ext cx="12814300" cy="4682604"/>
          </a:xfrm>
        </p:spPr>
        <p:txBody>
          <a:bodyPr anchor="t"/>
          <a:lstStyle/>
          <a:p>
            <a:r>
              <a:rPr lang="en-GB" sz="3600" dirty="0"/>
              <a:t>Lets create short sinusoidal pulse of 100 </a:t>
            </a:r>
            <a:r>
              <a:rPr lang="en-GB" sz="3600" dirty="0" err="1"/>
              <a:t>ms</a:t>
            </a:r>
            <a:r>
              <a:rPr lang="en-GB" sz="3600" dirty="0"/>
              <a:t> as our source</a:t>
            </a:r>
          </a:p>
          <a:p>
            <a:pPr lvl="1"/>
            <a:r>
              <a:rPr lang="en-GB" sz="2800" dirty="0"/>
              <a:t>Connect an oscillator to a gain</a:t>
            </a:r>
          </a:p>
          <a:p>
            <a:pPr lvl="1"/>
            <a:r>
              <a:rPr lang="en-GB" sz="2800" dirty="0"/>
              <a:t>Have the gain node’s gain parameter jump to 0 after 0.1 s</a:t>
            </a:r>
          </a:p>
          <a:p>
            <a:r>
              <a:rPr lang="en-GB" sz="3600" dirty="0"/>
              <a:t>Create impulse response using function shown previously</a:t>
            </a:r>
          </a:p>
          <a:p>
            <a:r>
              <a:rPr lang="en-GB" sz="3600" dirty="0"/>
              <a:t>Set that as the buffer of the </a:t>
            </a:r>
            <a:r>
              <a:rPr lang="en-GB" sz="3600" dirty="0" err="1"/>
              <a:t>convolver</a:t>
            </a:r>
            <a:endParaRPr lang="en-GB" sz="3600" dirty="0"/>
          </a:p>
          <a:p>
            <a:r>
              <a:rPr lang="en-GB" sz="3600" dirty="0"/>
              <a:t>Simply connect the pulse to the </a:t>
            </a:r>
            <a:r>
              <a:rPr lang="en-GB" sz="3600" dirty="0" err="1"/>
              <a:t>convolver</a:t>
            </a:r>
            <a:endParaRPr lang="en-GB" sz="3600" dirty="0"/>
          </a:p>
          <a:p>
            <a:pPr lvl="1"/>
            <a:endParaRPr lang="en-GB" sz="2900" dirty="0"/>
          </a:p>
          <a:p>
            <a:pPr lvl="1"/>
            <a:endParaRPr lang="en-GB" sz="2900" dirty="0"/>
          </a:p>
          <a:p>
            <a:pPr lvl="1"/>
            <a:endParaRPr lang="en-GB" sz="2900" dirty="0"/>
          </a:p>
          <a:p>
            <a:pPr lvl="1"/>
            <a:endParaRPr lang="en-GB" sz="2900" dirty="0"/>
          </a:p>
          <a:p>
            <a:pPr lvl="1"/>
            <a:endParaRPr lang="en-GB" sz="2900" dirty="0"/>
          </a:p>
          <a:p>
            <a:pPr lvl="1"/>
            <a:endParaRPr lang="en-GB" sz="2900" dirty="0"/>
          </a:p>
          <a:p>
            <a:endParaRPr lang="en-GB" dirty="0"/>
          </a:p>
          <a:p>
            <a:r>
              <a:rPr lang="en-GB" sz="3600" dirty="0"/>
              <a:t>Compare this with the pulse without reverb</a:t>
            </a:r>
          </a:p>
          <a:p>
            <a:pPr lvl="1"/>
            <a:r>
              <a:rPr lang="en-GB" sz="2900" dirty="0"/>
              <a:t>Connect amplitude (instead of </a:t>
            </a:r>
            <a:r>
              <a:rPr lang="en-GB" sz="2900" dirty="0" err="1"/>
              <a:t>convolver</a:t>
            </a:r>
            <a:r>
              <a:rPr lang="en-GB" sz="2900" dirty="0"/>
              <a:t>) to destination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DCA03-778F-4B33-B115-4B3E69A0B2DC}"/>
              </a:ext>
            </a:extLst>
          </p:cNvPr>
          <p:cNvSpPr txBox="1"/>
          <p:nvPr/>
        </p:nvSpPr>
        <p:spPr>
          <a:xfrm>
            <a:off x="813768" y="4732784"/>
            <a:ext cx="11145236" cy="36317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new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AudioContext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();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source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new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OscillatorNode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,{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type</a:t>
            </a:r>
            <a:r>
              <a:rPr lang="en-GB" sz="2000" dirty="0" err="1">
                <a:solidFill>
                  <a:srgbClr val="F92672"/>
                </a:solidFill>
                <a:latin typeface="Consolas" panose="020B0609020204030204" pitchFamily="49" charset="0"/>
              </a:rPr>
              <a:t>:</a:t>
            </a:r>
            <a:r>
              <a:rPr lang="en-GB" sz="2000" dirty="0" err="1">
                <a:solidFill>
                  <a:srgbClr val="E6DB74"/>
                </a:solidFill>
                <a:latin typeface="Consolas" panose="020B0609020204030204" pitchFamily="49" charset="0"/>
              </a:rPr>
              <a:t>’sine</a:t>
            </a:r>
            <a:r>
              <a:rPr lang="en-GB" sz="2000" dirty="0">
                <a:solidFill>
                  <a:srgbClr val="E6DB74"/>
                </a:solidFill>
                <a:latin typeface="Consolas" panose="020B0609020204030204" pitchFamily="49" charset="0"/>
              </a:rPr>
              <a:t>'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});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source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start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();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amplitude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new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GainNode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amplitude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gain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setValueAtTime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0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currentTime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+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0.1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  <a:r>
              <a:rPr lang="en-GB" sz="2000" dirty="0">
                <a:solidFill>
                  <a:srgbClr val="75715E"/>
                </a:solidFill>
                <a:latin typeface="Consolas" panose="020B0609020204030204" pitchFamily="49" charset="0"/>
              </a:rPr>
              <a:t>//pulse lasts 100 </a:t>
            </a:r>
            <a:r>
              <a:rPr lang="en-GB" sz="2000" dirty="0" err="1">
                <a:solidFill>
                  <a:srgbClr val="75715E"/>
                </a:solidFill>
                <a:latin typeface="Consolas" panose="020B0609020204030204" pitchFamily="49" charset="0"/>
              </a:rPr>
              <a:t>ms</a:t>
            </a:r>
            <a:endParaRPr lang="en-GB" sz="2000" dirty="0">
              <a:solidFill>
                <a:srgbClr val="75715E"/>
              </a:solidFill>
              <a:latin typeface="Consolas" panose="020B0609020204030204" pitchFamily="49" charset="0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impulse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impulseResponse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1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AE81FF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  <a:r>
              <a:rPr lang="en-GB" sz="2000" dirty="0">
                <a:solidFill>
                  <a:srgbClr val="75715E"/>
                </a:solidFill>
                <a:latin typeface="Consolas" panose="020B0609020204030204" pitchFamily="49" charset="0"/>
              </a:rPr>
              <a:t>//1 second impulse, with decay value 2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convolver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92672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66D9EF"/>
                </a:solidFill>
                <a:latin typeface="Consolas" panose="020B0609020204030204" pitchFamily="49" charset="0"/>
              </a:rPr>
              <a:t>new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ConvolverNode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,{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buffer</a:t>
            </a:r>
            <a:r>
              <a:rPr lang="en-GB" sz="2000" dirty="0" err="1">
                <a:solidFill>
                  <a:srgbClr val="F92672"/>
                </a:solidFill>
                <a:latin typeface="Consolas" panose="020B0609020204030204" pitchFamily="49" charset="0"/>
              </a:rPr>
              <a:t>: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impulse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});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source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connect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A6E22E"/>
                </a:solidFill>
                <a:latin typeface="Consolas" panose="020B0609020204030204" pitchFamily="49" charset="0"/>
              </a:rPr>
              <a:t>amplitude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amplitude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connect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convolver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);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convolver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connect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context</a:t>
            </a:r>
            <a:r>
              <a:rPr lang="en-GB" sz="20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Consolas" panose="020B0609020204030204" pitchFamily="49" charset="0"/>
              </a:rPr>
              <a:t>destination</a:t>
            </a:r>
            <a:r>
              <a:rPr lang="en-GB" sz="2000" dirty="0">
                <a:solidFill>
                  <a:srgbClr val="F8F8F2"/>
                </a:solidFill>
                <a:latin typeface="Consolas" panose="020B0609020204030204" pitchFamily="49" charset="0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61557267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3E5C35-DCD1-44B1-BB2A-00AEB295CC6A}"/>
              </a:ext>
            </a:extLst>
          </p:cNvPr>
          <p:cNvSpPr/>
          <p:nvPr/>
        </p:nvSpPr>
        <p:spPr bwMode="auto">
          <a:xfrm>
            <a:off x="1821880" y="1032805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6DE9DD-E09C-4C57-AC28-04B4A70621AA}"/>
              </a:ext>
            </a:extLst>
          </p:cNvPr>
          <p:cNvCxnSpPr>
            <a:cxnSpLocks/>
            <a:endCxn id="5" idx="1"/>
          </p:cNvCxnSpPr>
          <p:nvPr/>
        </p:nvCxnSpPr>
        <p:spPr bwMode="auto">
          <a:xfrm>
            <a:off x="453728" y="1338805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456569-93C8-4C9C-A777-CEA8DA24ABFC}"/>
              </a:ext>
            </a:extLst>
          </p:cNvPr>
          <p:cNvCxnSpPr>
            <a:cxnSpLocks/>
            <a:stCxn id="5" idx="3"/>
          </p:cNvCxnSpPr>
          <p:nvPr/>
        </p:nvCxnSpPr>
        <p:spPr bwMode="auto">
          <a:xfrm>
            <a:off x="3801880" y="1338805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31F37CD-CDC1-4AD2-8646-591450420D61}"/>
              </a:ext>
            </a:extLst>
          </p:cNvPr>
          <p:cNvSpPr/>
          <p:nvPr/>
        </p:nvSpPr>
        <p:spPr bwMode="auto">
          <a:xfrm>
            <a:off x="1821880" y="2256941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AF2E87-4E1D-43F3-8679-8FCCF66AC541}"/>
              </a:ext>
            </a:extLst>
          </p:cNvPr>
          <p:cNvCxnSpPr>
            <a:cxnSpLocks/>
            <a:endCxn id="19" idx="1"/>
          </p:cNvCxnSpPr>
          <p:nvPr/>
        </p:nvCxnSpPr>
        <p:spPr bwMode="auto">
          <a:xfrm flipV="1">
            <a:off x="512366" y="2562941"/>
            <a:ext cx="1309514" cy="430328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D2A52E-8F63-4296-92E1-1E3D55A265E3}"/>
              </a:ext>
            </a:extLst>
          </p:cNvPr>
          <p:cNvCxnSpPr>
            <a:cxnSpLocks/>
            <a:stCxn id="19" idx="3"/>
          </p:cNvCxnSpPr>
          <p:nvPr/>
        </p:nvCxnSpPr>
        <p:spPr bwMode="auto">
          <a:xfrm>
            <a:off x="3801880" y="2562941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9799D2D-FA85-4E33-9430-4C8993426A5B}"/>
              </a:ext>
            </a:extLst>
          </p:cNvPr>
          <p:cNvSpPr/>
          <p:nvPr/>
        </p:nvSpPr>
        <p:spPr bwMode="auto">
          <a:xfrm>
            <a:off x="1821880" y="3112672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Buffer[1]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0F771B-E2FD-46B0-87BB-F858A717BB5C}"/>
              </a:ext>
            </a:extLst>
          </p:cNvPr>
          <p:cNvCxnSpPr>
            <a:cxnSpLocks/>
            <a:endCxn id="25" idx="1"/>
          </p:cNvCxnSpPr>
          <p:nvPr/>
        </p:nvCxnSpPr>
        <p:spPr bwMode="auto">
          <a:xfrm>
            <a:off x="512366" y="2988345"/>
            <a:ext cx="1309514" cy="430327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6E64E1-28B5-4359-A24A-5AE767E80887}"/>
              </a:ext>
            </a:extLst>
          </p:cNvPr>
          <p:cNvCxnSpPr>
            <a:cxnSpLocks/>
            <a:stCxn id="25" idx="3"/>
          </p:cNvCxnSpPr>
          <p:nvPr/>
        </p:nvCxnSpPr>
        <p:spPr bwMode="auto">
          <a:xfrm>
            <a:off x="3801880" y="3418672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914B05F5-52DC-42BF-A9A1-642DFEF02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5" y="7611099"/>
            <a:ext cx="6992391" cy="214250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 sz="2400" dirty="0"/>
              <a:t>Mono with mono response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‘mono’</a:t>
            </a:r>
          </a:p>
          <a:p>
            <a:pPr>
              <a:spcBef>
                <a:spcPts val="0"/>
              </a:spcBef>
            </a:pPr>
            <a:r>
              <a:rPr lang="en-GB" sz="2400" dirty="0"/>
              <a:t>Mono with stereo response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‘mono to stereo’</a:t>
            </a:r>
          </a:p>
          <a:p>
            <a:pPr>
              <a:spcBef>
                <a:spcPts val="0"/>
              </a:spcBef>
            </a:pPr>
            <a:r>
              <a:rPr lang="en-GB" sz="2400" dirty="0"/>
              <a:t>Mono with stereo matrix response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77AE1A2-94BA-4A79-AC79-04A10532EDEF}"/>
              </a:ext>
            </a:extLst>
          </p:cNvPr>
          <p:cNvSpPr/>
          <p:nvPr/>
        </p:nvSpPr>
        <p:spPr bwMode="auto">
          <a:xfrm>
            <a:off x="1821880" y="4099717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F619239-AAC4-4432-8706-8281F83F8E3A}"/>
              </a:ext>
            </a:extLst>
          </p:cNvPr>
          <p:cNvCxnSpPr>
            <a:cxnSpLocks/>
            <a:endCxn id="75" idx="1"/>
          </p:cNvCxnSpPr>
          <p:nvPr/>
        </p:nvCxnSpPr>
        <p:spPr bwMode="auto">
          <a:xfrm flipV="1">
            <a:off x="597744" y="4405717"/>
            <a:ext cx="1224136" cy="122400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8B0B390-0859-4526-9A42-FAAC85088D89}"/>
              </a:ext>
            </a:extLst>
          </p:cNvPr>
          <p:cNvCxnSpPr>
            <a:cxnSpLocks/>
            <a:stCxn id="75" idx="3"/>
          </p:cNvCxnSpPr>
          <p:nvPr/>
        </p:nvCxnSpPr>
        <p:spPr bwMode="auto">
          <a:xfrm>
            <a:off x="3801880" y="4405717"/>
            <a:ext cx="118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3D8B0954-C770-4336-941A-33F30DF3B6C7}"/>
              </a:ext>
            </a:extLst>
          </p:cNvPr>
          <p:cNvSpPr/>
          <p:nvPr/>
        </p:nvSpPr>
        <p:spPr bwMode="auto">
          <a:xfrm>
            <a:off x="1821880" y="4866197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Buffer[1]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CC498B2-F229-4466-84C8-1EF5106C72CC}"/>
              </a:ext>
            </a:extLst>
          </p:cNvPr>
          <p:cNvCxnSpPr>
            <a:cxnSpLocks/>
            <a:endCxn id="78" idx="1"/>
          </p:cNvCxnSpPr>
          <p:nvPr/>
        </p:nvCxnSpPr>
        <p:spPr bwMode="auto">
          <a:xfrm flipV="1">
            <a:off x="597744" y="5172197"/>
            <a:ext cx="1224136" cy="443638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C664C43-4CCF-409A-89B7-7E6A0685A49D}"/>
              </a:ext>
            </a:extLst>
          </p:cNvPr>
          <p:cNvCxnSpPr>
            <a:cxnSpLocks/>
            <a:stCxn id="78" idx="3"/>
          </p:cNvCxnSpPr>
          <p:nvPr/>
        </p:nvCxnSpPr>
        <p:spPr bwMode="auto">
          <a:xfrm>
            <a:off x="3801880" y="5172197"/>
            <a:ext cx="1188000" cy="1727235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3FD37FC-70E3-4690-BB58-5FD58FBECF66}"/>
              </a:ext>
            </a:extLst>
          </p:cNvPr>
          <p:cNvSpPr/>
          <p:nvPr/>
        </p:nvSpPr>
        <p:spPr bwMode="auto">
          <a:xfrm>
            <a:off x="1821880" y="5701813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Buffer[2]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07514C3-F8DD-4259-9520-26541CD37EC3}"/>
              </a:ext>
            </a:extLst>
          </p:cNvPr>
          <p:cNvCxnSpPr>
            <a:cxnSpLocks/>
            <a:endCxn id="81" idx="1"/>
          </p:cNvCxnSpPr>
          <p:nvPr/>
        </p:nvCxnSpPr>
        <p:spPr bwMode="auto">
          <a:xfrm>
            <a:off x="597744" y="5632677"/>
            <a:ext cx="1224136" cy="375136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800E08B-131B-42FF-8273-3206C23713DE}"/>
              </a:ext>
            </a:extLst>
          </p:cNvPr>
          <p:cNvCxnSpPr>
            <a:cxnSpLocks/>
            <a:stCxn id="81" idx="3"/>
          </p:cNvCxnSpPr>
          <p:nvPr/>
        </p:nvCxnSpPr>
        <p:spPr bwMode="auto">
          <a:xfrm flipV="1">
            <a:off x="3801880" y="4405717"/>
            <a:ext cx="1188000" cy="1602096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977EC18-B02F-4D30-970C-3401132A22BE}"/>
              </a:ext>
            </a:extLst>
          </p:cNvPr>
          <p:cNvSpPr/>
          <p:nvPr/>
        </p:nvSpPr>
        <p:spPr bwMode="auto">
          <a:xfrm>
            <a:off x="1821880" y="6503456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Buffer[3]</a:t>
            </a:r>
            <a:endParaRPr kumimoji="0" lang="en-GB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97BDC90-D585-47CB-8ED3-D41152167A1F}"/>
              </a:ext>
            </a:extLst>
          </p:cNvPr>
          <p:cNvCxnSpPr>
            <a:cxnSpLocks/>
            <a:endCxn id="84" idx="1"/>
          </p:cNvCxnSpPr>
          <p:nvPr/>
        </p:nvCxnSpPr>
        <p:spPr bwMode="auto">
          <a:xfrm>
            <a:off x="597744" y="5632676"/>
            <a:ext cx="1224136" cy="117678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5E5AD31-AB4A-422C-AC7A-06EB7D45F0B7}"/>
              </a:ext>
            </a:extLst>
          </p:cNvPr>
          <p:cNvCxnSpPr>
            <a:cxnSpLocks/>
            <a:stCxn id="84" idx="3"/>
          </p:cNvCxnSpPr>
          <p:nvPr/>
        </p:nvCxnSpPr>
        <p:spPr bwMode="auto">
          <a:xfrm>
            <a:off x="3801880" y="6809456"/>
            <a:ext cx="118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6A65E92-8BEF-468E-AE6D-9F6D2D7A0C5E}"/>
              </a:ext>
            </a:extLst>
          </p:cNvPr>
          <p:cNvCxnSpPr>
            <a:cxnSpLocks/>
          </p:cNvCxnSpPr>
          <p:nvPr/>
        </p:nvCxnSpPr>
        <p:spPr bwMode="auto">
          <a:xfrm>
            <a:off x="4917824" y="4410896"/>
            <a:ext cx="136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C2C9A5A-DB67-45A1-9280-41FC7BD6AE76}"/>
              </a:ext>
            </a:extLst>
          </p:cNvPr>
          <p:cNvCxnSpPr>
            <a:cxnSpLocks/>
          </p:cNvCxnSpPr>
          <p:nvPr/>
        </p:nvCxnSpPr>
        <p:spPr bwMode="auto">
          <a:xfrm>
            <a:off x="4773808" y="6809456"/>
            <a:ext cx="136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9" name="Content Placeholder 44">
            <a:extLst>
              <a:ext uri="{FF2B5EF4-FFF2-40B4-BE49-F238E27FC236}">
                <a16:creationId xmlns:a16="http://schemas.microsoft.com/office/drawing/2014/main" id="{E6D4C907-60C8-4C12-A50A-FA02EA9052F3}"/>
              </a:ext>
            </a:extLst>
          </p:cNvPr>
          <p:cNvSpPr txBox="1">
            <a:spLocks/>
          </p:cNvSpPr>
          <p:nvPr/>
        </p:nvSpPr>
        <p:spPr bwMode="auto">
          <a:xfrm>
            <a:off x="6386613" y="7670378"/>
            <a:ext cx="6604122" cy="2083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791" tIns="50791" rIns="50791" bIns="50791" numCol="1" anchor="ctr" anchorCtr="0" compatLnSpc="1">
            <a:prstTxWarp prst="textNoShape">
              <a:avLst/>
            </a:prstTxWarp>
          </a:bodyPr>
          <a:lstStyle>
            <a:lvl1pPr marL="584110" indent="-380941" algn="l" rtl="0" eaLnBrk="0" fontAlgn="base" hangingPunct="0">
              <a:spcBef>
                <a:spcPts val="600"/>
              </a:spcBef>
              <a:spcAft>
                <a:spcPct val="0"/>
              </a:spcAft>
              <a:buSzPct val="150000"/>
              <a:buFont typeface="Arial" charset="0"/>
              <a:buChar char="•"/>
              <a:defRPr sz="43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1092031" indent="-380941" algn="l" rtl="0" eaLnBrk="0" fontAlgn="base" hangingPunct="0">
              <a:spcBef>
                <a:spcPts val="600"/>
              </a:spcBef>
              <a:spcAft>
                <a:spcPct val="0"/>
              </a:spcAft>
              <a:buSzPct val="100000"/>
              <a:buFont typeface="Lucida Grande" charset="0"/>
              <a:buChar char="‣"/>
              <a:defRPr sz="36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2pPr>
            <a:lvl3pPr marL="1472974" indent="-317449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-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3pPr>
            <a:lvl4pPr marL="1917406" indent="-317449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-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4pPr>
            <a:lvl5pPr marL="2361838" indent="-317449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-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5pPr>
            <a:lvl6pPr marL="2818968" indent="-317449" algn="l" rtl="0" fontAlgn="base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-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6pPr>
            <a:lvl7pPr marL="3276096" indent="-317449" algn="l" rtl="0" fontAlgn="base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-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7pPr>
            <a:lvl8pPr marL="3733225" indent="-317449" algn="l" rtl="0" fontAlgn="base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-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8pPr>
            <a:lvl9pPr marL="4190356" indent="-317449" algn="l" rtl="0" fontAlgn="base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-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9pPr>
          </a:lstStyle>
          <a:p>
            <a:r>
              <a:rPr lang="en-GB" sz="2400" kern="0" dirty="0"/>
              <a:t>Stereo with mono response</a:t>
            </a:r>
          </a:p>
          <a:p>
            <a:r>
              <a:rPr lang="en-GB" sz="2400" kern="0" dirty="0"/>
              <a:t>Stereo with ‘true’ stereo matrix response</a:t>
            </a:r>
          </a:p>
          <a:p>
            <a:pPr lvl="1"/>
            <a:r>
              <a:rPr lang="en-GB" sz="2000" kern="0" dirty="0"/>
              <a:t>‘true stereo’</a:t>
            </a:r>
          </a:p>
          <a:p>
            <a:pPr>
              <a:spcBef>
                <a:spcPts val="0"/>
              </a:spcBef>
            </a:pPr>
            <a:r>
              <a:rPr lang="en-GB" sz="2400" kern="0" dirty="0"/>
              <a:t>Stereo with stereo matrix response</a:t>
            </a:r>
          </a:p>
          <a:p>
            <a:pPr lvl="1">
              <a:spcBef>
                <a:spcPts val="0"/>
              </a:spcBef>
            </a:pPr>
            <a:r>
              <a:rPr lang="en-GB" sz="2000" kern="0" dirty="0"/>
              <a:t>‘normal stereo’</a:t>
            </a:r>
            <a:endParaRPr lang="en-GB" sz="2800" kern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98912A2-2047-46EB-8C37-216CC6DD0DDA}"/>
              </a:ext>
            </a:extLst>
          </p:cNvPr>
          <p:cNvSpPr/>
          <p:nvPr/>
        </p:nvSpPr>
        <p:spPr bwMode="auto">
          <a:xfrm>
            <a:off x="8446523" y="4669373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19FF232-6686-41CC-8A83-1C5202F2713A}"/>
              </a:ext>
            </a:extLst>
          </p:cNvPr>
          <p:cNvCxnSpPr>
            <a:cxnSpLocks/>
            <a:endCxn id="90" idx="1"/>
          </p:cNvCxnSpPr>
          <p:nvPr/>
        </p:nvCxnSpPr>
        <p:spPr bwMode="auto">
          <a:xfrm flipV="1">
            <a:off x="7222387" y="4975373"/>
            <a:ext cx="1224136" cy="43200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CCE70D5-C9E3-425F-8C78-C4361123B3BF}"/>
              </a:ext>
            </a:extLst>
          </p:cNvPr>
          <p:cNvCxnSpPr>
            <a:cxnSpLocks/>
            <a:stCxn id="90" idx="3"/>
          </p:cNvCxnSpPr>
          <p:nvPr/>
        </p:nvCxnSpPr>
        <p:spPr bwMode="auto">
          <a:xfrm>
            <a:off x="10426523" y="4975373"/>
            <a:ext cx="118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22FC9DF3-0B7D-40FE-9ADB-D8FAB4290B0C}"/>
              </a:ext>
            </a:extLst>
          </p:cNvPr>
          <p:cNvSpPr/>
          <p:nvPr/>
        </p:nvSpPr>
        <p:spPr bwMode="auto">
          <a:xfrm>
            <a:off x="8446523" y="5435853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Buffer[1]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899A0D6-F29C-4908-B533-CEB396F94AE8}"/>
              </a:ext>
            </a:extLst>
          </p:cNvPr>
          <p:cNvCxnSpPr>
            <a:cxnSpLocks/>
            <a:endCxn id="93" idx="1"/>
          </p:cNvCxnSpPr>
          <p:nvPr/>
        </p:nvCxnSpPr>
        <p:spPr bwMode="auto">
          <a:xfrm>
            <a:off x="7222387" y="5416975"/>
            <a:ext cx="1224136" cy="324878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0DC6C3F-FE33-4930-AFC6-925D3323C190}"/>
              </a:ext>
            </a:extLst>
          </p:cNvPr>
          <p:cNvCxnSpPr>
            <a:cxnSpLocks/>
            <a:stCxn id="93" idx="3"/>
          </p:cNvCxnSpPr>
          <p:nvPr/>
        </p:nvCxnSpPr>
        <p:spPr bwMode="auto">
          <a:xfrm>
            <a:off x="10426523" y="5741853"/>
            <a:ext cx="1188000" cy="163208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850DDF86-02A7-4168-ADCB-E105C33B19F2}"/>
              </a:ext>
            </a:extLst>
          </p:cNvPr>
          <p:cNvSpPr/>
          <p:nvPr/>
        </p:nvSpPr>
        <p:spPr bwMode="auto">
          <a:xfrm>
            <a:off x="8446523" y="6271469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Buffer[2]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610E075-3998-4751-B25F-76FA10EB4509}"/>
              </a:ext>
            </a:extLst>
          </p:cNvPr>
          <p:cNvCxnSpPr>
            <a:cxnSpLocks/>
            <a:endCxn id="96" idx="1"/>
          </p:cNvCxnSpPr>
          <p:nvPr/>
        </p:nvCxnSpPr>
        <p:spPr bwMode="auto">
          <a:xfrm flipV="1">
            <a:off x="7222387" y="6577469"/>
            <a:ext cx="1224136" cy="43200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C09A92D-80AD-4722-8083-6C11BA87B8BB}"/>
              </a:ext>
            </a:extLst>
          </p:cNvPr>
          <p:cNvCxnSpPr>
            <a:cxnSpLocks/>
            <a:stCxn id="96" idx="3"/>
          </p:cNvCxnSpPr>
          <p:nvPr/>
        </p:nvCxnSpPr>
        <p:spPr bwMode="auto">
          <a:xfrm flipV="1">
            <a:off x="10426523" y="4975373"/>
            <a:ext cx="1188000" cy="1602096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1889DD48-3B5C-4037-BC51-87010719FB41}"/>
              </a:ext>
            </a:extLst>
          </p:cNvPr>
          <p:cNvSpPr/>
          <p:nvPr/>
        </p:nvSpPr>
        <p:spPr bwMode="auto">
          <a:xfrm>
            <a:off x="8446523" y="7073112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Buffer[3]</a:t>
            </a:r>
            <a:endParaRPr kumimoji="0" lang="en-GB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D2AFA31-55EA-4F96-8EE9-5580E0AEAEBC}"/>
              </a:ext>
            </a:extLst>
          </p:cNvPr>
          <p:cNvCxnSpPr>
            <a:cxnSpLocks/>
            <a:endCxn id="99" idx="1"/>
          </p:cNvCxnSpPr>
          <p:nvPr/>
        </p:nvCxnSpPr>
        <p:spPr bwMode="auto">
          <a:xfrm>
            <a:off x="7222387" y="7009469"/>
            <a:ext cx="1224136" cy="369643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293AD50-9630-4CF6-B41D-AA313D6130BC}"/>
              </a:ext>
            </a:extLst>
          </p:cNvPr>
          <p:cNvCxnSpPr>
            <a:cxnSpLocks/>
            <a:stCxn id="99" idx="3"/>
          </p:cNvCxnSpPr>
          <p:nvPr/>
        </p:nvCxnSpPr>
        <p:spPr bwMode="auto">
          <a:xfrm>
            <a:off x="10426523" y="7379112"/>
            <a:ext cx="118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B77C9E6-CA73-45CD-917A-7DA85D450DC5}"/>
              </a:ext>
            </a:extLst>
          </p:cNvPr>
          <p:cNvCxnSpPr>
            <a:cxnSpLocks/>
          </p:cNvCxnSpPr>
          <p:nvPr/>
        </p:nvCxnSpPr>
        <p:spPr bwMode="auto">
          <a:xfrm>
            <a:off x="11614475" y="4975373"/>
            <a:ext cx="136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AA70FF1-51AD-4C89-B289-C32E935847B2}"/>
              </a:ext>
            </a:extLst>
          </p:cNvPr>
          <p:cNvCxnSpPr>
            <a:cxnSpLocks/>
          </p:cNvCxnSpPr>
          <p:nvPr/>
        </p:nvCxnSpPr>
        <p:spPr bwMode="auto">
          <a:xfrm>
            <a:off x="11470459" y="7373933"/>
            <a:ext cx="136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58EACC3-642C-4804-ADD7-6BD82046BA3E}"/>
              </a:ext>
            </a:extLst>
          </p:cNvPr>
          <p:cNvSpPr/>
          <p:nvPr/>
        </p:nvSpPr>
        <p:spPr bwMode="auto">
          <a:xfrm>
            <a:off x="8446616" y="676137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7AE8A8D-6503-4738-A358-71FB0AF5FC09}"/>
              </a:ext>
            </a:extLst>
          </p:cNvPr>
          <p:cNvCxnSpPr>
            <a:cxnSpLocks/>
            <a:endCxn id="104" idx="1"/>
          </p:cNvCxnSpPr>
          <p:nvPr/>
        </p:nvCxnSpPr>
        <p:spPr bwMode="auto">
          <a:xfrm>
            <a:off x="7078464" y="982137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814A694-8EE6-4916-A90A-90BB16A0F957}"/>
              </a:ext>
            </a:extLst>
          </p:cNvPr>
          <p:cNvCxnSpPr>
            <a:cxnSpLocks/>
            <a:stCxn id="104" idx="3"/>
          </p:cNvCxnSpPr>
          <p:nvPr/>
        </p:nvCxnSpPr>
        <p:spPr bwMode="auto">
          <a:xfrm>
            <a:off x="10426616" y="982137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574E9F7-A0E5-44A0-8ED3-EEC9E77EA08F}"/>
              </a:ext>
            </a:extLst>
          </p:cNvPr>
          <p:cNvSpPr/>
          <p:nvPr/>
        </p:nvSpPr>
        <p:spPr bwMode="auto">
          <a:xfrm>
            <a:off x="8446616" y="1531868"/>
            <a:ext cx="1980000" cy="61200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Buffer[1]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EE92CFC-6949-4036-9486-BA8F11945C0E}"/>
              </a:ext>
            </a:extLst>
          </p:cNvPr>
          <p:cNvCxnSpPr>
            <a:cxnSpLocks/>
            <a:endCxn id="107" idx="1"/>
          </p:cNvCxnSpPr>
          <p:nvPr/>
        </p:nvCxnSpPr>
        <p:spPr bwMode="auto">
          <a:xfrm>
            <a:off x="7078464" y="1837868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7FB170D-9583-4A36-87A4-C7E6F80279C9}"/>
              </a:ext>
            </a:extLst>
          </p:cNvPr>
          <p:cNvCxnSpPr>
            <a:cxnSpLocks/>
            <a:stCxn id="107" idx="3"/>
          </p:cNvCxnSpPr>
          <p:nvPr/>
        </p:nvCxnSpPr>
        <p:spPr bwMode="auto">
          <a:xfrm>
            <a:off x="10426616" y="1837868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DD4B562-914A-46D5-AC37-0A83A9224BC8}"/>
              </a:ext>
            </a:extLst>
          </p:cNvPr>
          <p:cNvSpPr/>
          <p:nvPr/>
        </p:nvSpPr>
        <p:spPr bwMode="auto">
          <a:xfrm>
            <a:off x="8443036" y="2692361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89D6D16-B2CD-4BA5-97A7-E752AAEEBF9A}"/>
              </a:ext>
            </a:extLst>
          </p:cNvPr>
          <p:cNvCxnSpPr>
            <a:cxnSpLocks/>
            <a:endCxn id="110" idx="1"/>
          </p:cNvCxnSpPr>
          <p:nvPr/>
        </p:nvCxnSpPr>
        <p:spPr bwMode="auto">
          <a:xfrm>
            <a:off x="7074884" y="2998361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67916B7-8377-4C85-BE98-462B33764523}"/>
              </a:ext>
            </a:extLst>
          </p:cNvPr>
          <p:cNvCxnSpPr>
            <a:cxnSpLocks/>
            <a:stCxn id="110" idx="3"/>
          </p:cNvCxnSpPr>
          <p:nvPr/>
        </p:nvCxnSpPr>
        <p:spPr bwMode="auto">
          <a:xfrm>
            <a:off x="10423036" y="2998361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BADA1AD-9575-4617-9BFA-224C3C9B1130}"/>
              </a:ext>
            </a:extLst>
          </p:cNvPr>
          <p:cNvSpPr/>
          <p:nvPr/>
        </p:nvSpPr>
        <p:spPr bwMode="auto">
          <a:xfrm>
            <a:off x="8443036" y="3548092"/>
            <a:ext cx="1980000" cy="612000"/>
          </a:xfrm>
          <a:prstGeom prst="rect">
            <a:avLst/>
          </a:prstGeom>
          <a:solidFill>
            <a:srgbClr val="59595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Buffer[1]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1ED0B43-4377-4471-ADE3-04209226D02C}"/>
              </a:ext>
            </a:extLst>
          </p:cNvPr>
          <p:cNvCxnSpPr>
            <a:cxnSpLocks/>
            <a:endCxn id="113" idx="1"/>
          </p:cNvCxnSpPr>
          <p:nvPr/>
        </p:nvCxnSpPr>
        <p:spPr bwMode="auto">
          <a:xfrm>
            <a:off x="7074884" y="3854092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0129370-576B-4242-8881-929171A8F2D1}"/>
              </a:ext>
            </a:extLst>
          </p:cNvPr>
          <p:cNvCxnSpPr>
            <a:cxnSpLocks/>
            <a:stCxn id="113" idx="3"/>
          </p:cNvCxnSpPr>
          <p:nvPr/>
        </p:nvCxnSpPr>
        <p:spPr bwMode="auto">
          <a:xfrm>
            <a:off x="10423036" y="3854092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9865960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6689" y="4240107"/>
            <a:ext cx="2304000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50080" y="4240107"/>
            <a:ext cx="2317861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6689" y="5445760"/>
            <a:ext cx="2304000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50079" y="5445760"/>
            <a:ext cx="2317862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6689" y="6475307"/>
            <a:ext cx="2304000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50079" y="6475307"/>
            <a:ext cx="2317862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6690" y="7680960"/>
            <a:ext cx="2304000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079" y="7680960"/>
            <a:ext cx="2304000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36691" y="8398933"/>
            <a:ext cx="2313388" cy="0"/>
          </a:xfrm>
          <a:prstGeom prst="straightConnector1">
            <a:avLst/>
          </a:prstGeom>
          <a:ln w="12700">
            <a:headEnd type="arrow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950079" y="8398933"/>
            <a:ext cx="2317862" cy="0"/>
          </a:xfrm>
          <a:prstGeom prst="straightConnector1">
            <a:avLst/>
          </a:prstGeom>
          <a:ln w="12700">
            <a:headEnd type="arrow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93662" y="8307155"/>
            <a:ext cx="3030638" cy="48628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		</a:t>
            </a:r>
            <a:r>
              <a:rPr lang="en-GB" sz="2560" i="1" dirty="0" err="1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endParaRPr lang="en-US" sz="256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3040" y="7640322"/>
            <a:ext cx="3708012" cy="4862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	          zeros</a:t>
            </a:r>
            <a:endParaRPr lang="en-US" sz="256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4373" y="4185921"/>
            <a:ext cx="3492944" cy="48628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r>
              <a:rPr lang="en-GB" sz="2560" i="1" baseline="-250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kN</a:t>
            </a:r>
            <a:r>
              <a:rPr lang="en-GB" sz="2560" baseline="-250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:(</a:t>
            </a:r>
            <a:r>
              <a:rPr lang="en-GB" sz="2560" i="1" baseline="-250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k</a:t>
            </a:r>
            <a:r>
              <a:rPr lang="en-GB" sz="2560" baseline="-250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+1)</a:t>
            </a:r>
            <a:r>
              <a:rPr lang="en-GB" sz="2560" i="1" baseline="-250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560" baseline="-25000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  <a:sym typeface="Wingdings" pitchFamily="2" charset="2"/>
              </a:rPr>
              <a:t>-1</a:t>
            </a:r>
            <a:r>
              <a:rPr lang="en-GB" sz="256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		zeros</a:t>
            </a:r>
            <a:endParaRPr lang="en-US" sz="256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950080" y="6908800"/>
            <a:ext cx="0" cy="73152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2950079" y="4673600"/>
            <a:ext cx="0" cy="731520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50079" y="4765380"/>
            <a:ext cx="646331" cy="48628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FFT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31359" y="7003627"/>
            <a:ext cx="646331" cy="48628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FFT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380480" y="5778255"/>
            <a:ext cx="744107" cy="764784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02400" y="5853288"/>
            <a:ext cx="412292" cy="6175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3413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</a:t>
            </a:r>
            <a:endParaRPr lang="en-US" sz="3413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cxnSp>
        <p:nvCxnSpPr>
          <p:cNvPr id="29" name="Straight Arrow Connector 28"/>
          <p:cNvCxnSpPr>
            <a:stCxn id="9" idx="3"/>
            <a:endCxn id="26" idx="3"/>
          </p:cNvCxnSpPr>
          <p:nvPr/>
        </p:nvCxnSpPr>
        <p:spPr>
          <a:xfrm flipV="1">
            <a:off x="5267942" y="6431038"/>
            <a:ext cx="1221511" cy="261015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3"/>
            <a:endCxn id="26" idx="1"/>
          </p:cNvCxnSpPr>
          <p:nvPr/>
        </p:nvCxnSpPr>
        <p:spPr>
          <a:xfrm>
            <a:off x="5267942" y="5662507"/>
            <a:ext cx="1221511" cy="227748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6"/>
            <a:endCxn id="51" idx="1"/>
          </p:cNvCxnSpPr>
          <p:nvPr/>
        </p:nvCxnSpPr>
        <p:spPr>
          <a:xfrm flipV="1">
            <a:off x="7124587" y="6149227"/>
            <a:ext cx="1206613" cy="1142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263490" y="5569807"/>
            <a:ext cx="729687" cy="48628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IFFT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331200" y="5932480"/>
            <a:ext cx="4608000" cy="43349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832428" y="5879254"/>
            <a:ext cx="3156373" cy="4862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</a:t>
            </a:r>
            <a:endParaRPr lang="en-US" sz="256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8331200" y="6597227"/>
            <a:ext cx="4608000" cy="0"/>
          </a:xfrm>
          <a:prstGeom prst="straightConnector1">
            <a:avLst/>
          </a:prstGeom>
          <a:ln w="12700">
            <a:headEnd type="arrow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85847" y="6546089"/>
            <a:ext cx="567784" cy="48628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2N</a:t>
            </a:r>
            <a:endParaRPr lang="en-US" sz="256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0" name="Title 29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982" b="1" dirty="0">
                <a:latin typeface="Times New Roman"/>
                <a:ea typeface="Times New Roman"/>
              </a:rPr>
              <a:t>One block convolution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 idx="4294967295"/>
          </p:nvPr>
        </p:nvSpPr>
        <p:spPr>
          <a:xfrm>
            <a:off x="650240" y="0"/>
            <a:ext cx="11704320" cy="1103854"/>
          </a:xfrm>
        </p:spPr>
        <p:txBody>
          <a:bodyPr>
            <a:normAutofit/>
          </a:bodyPr>
          <a:lstStyle/>
          <a:p>
            <a:r>
              <a:rPr lang="en-US" sz="4400" dirty="0">
                <a:ea typeface="Times New Roman"/>
              </a:rPr>
              <a:t>One block convolution</a:t>
            </a:r>
          </a:p>
        </p:txBody>
      </p:sp>
      <p:pic>
        <p:nvPicPr>
          <p:cNvPr id="31" name="Picture 30" descr="description of FFT convolver">
            <a:extLst>
              <a:ext uri="{FF2B5EF4-FFF2-40B4-BE49-F238E27FC236}">
                <a16:creationId xmlns:a16="http://schemas.microsoft.com/office/drawing/2014/main" id="{908223B5-CDC0-4D8D-A247-979ECB67BB2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693" y="15480"/>
            <a:ext cx="6090108" cy="555796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384823" y="6134609"/>
            <a:ext cx="1473125" cy="269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62800" y="6134609"/>
            <a:ext cx="1473125" cy="269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823" y="6883830"/>
            <a:ext cx="2946250" cy="31103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4822" y="7523615"/>
            <a:ext cx="2944800" cy="269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824" y="8272836"/>
            <a:ext cx="1473125" cy="269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62800" y="8272836"/>
            <a:ext cx="1473125" cy="269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84825" y="8719002"/>
            <a:ext cx="1473125" cy="0"/>
          </a:xfrm>
          <a:prstGeom prst="straightConnector1">
            <a:avLst/>
          </a:prstGeom>
          <a:ln w="12700">
            <a:solidFill>
              <a:srgbClr val="7030A0"/>
            </a:solidFill>
            <a:headEnd type="arrow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888031" y="8719002"/>
            <a:ext cx="1473125" cy="0"/>
          </a:xfrm>
          <a:prstGeom prst="straightConnector1">
            <a:avLst/>
          </a:prstGeom>
          <a:ln w="12700">
            <a:solidFill>
              <a:srgbClr val="7030A0"/>
            </a:solidFill>
            <a:headEnd type="arrow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0674" y="8661970"/>
            <a:ext cx="2742183" cy="3786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		</a:t>
            </a:r>
            <a:r>
              <a:rPr lang="en-GB" sz="2000" i="1" dirty="0" err="1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8932" y="8194706"/>
            <a:ext cx="2635349" cy="36383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            zeros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5736" y="6100936"/>
            <a:ext cx="2105283" cy="36383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Input buffer      zeros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028991" y="7792998"/>
            <a:ext cx="0" cy="4545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2028990" y="6403991"/>
            <a:ext cx="0" cy="45458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28990" y="6461026"/>
            <a:ext cx="502866" cy="37867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FFT</a:t>
            </a:r>
            <a:endParaRPr lang="en-US" sz="20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86757" y="7851926"/>
            <a:ext cx="502866" cy="37867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FFT</a:t>
            </a:r>
            <a:endParaRPr lang="en-US" sz="20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467036" y="7090451"/>
            <a:ext cx="528850" cy="475255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53686" y="7137078"/>
            <a:ext cx="340746" cy="49518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</a:t>
            </a:r>
            <a:endParaRPr lang="en-US" sz="28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cxnSp>
        <p:nvCxnSpPr>
          <p:cNvPr id="29" name="Straight Arrow Connector 28"/>
          <p:cNvCxnSpPr>
            <a:cxnSpLocks/>
            <a:stCxn id="8" idx="3"/>
            <a:endCxn id="26" idx="3"/>
          </p:cNvCxnSpPr>
          <p:nvPr/>
        </p:nvCxnSpPr>
        <p:spPr>
          <a:xfrm flipV="1">
            <a:off x="3329622" y="7496107"/>
            <a:ext cx="1214862" cy="162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3"/>
            <a:endCxn id="26" idx="1"/>
          </p:cNvCxnSpPr>
          <p:nvPr/>
        </p:nvCxnSpPr>
        <p:spPr>
          <a:xfrm>
            <a:off x="3331073" y="7039346"/>
            <a:ext cx="1213411" cy="1207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6"/>
            <a:endCxn id="51" idx="1"/>
          </p:cNvCxnSpPr>
          <p:nvPr/>
        </p:nvCxnSpPr>
        <p:spPr>
          <a:xfrm flipV="1">
            <a:off x="4995886" y="7320981"/>
            <a:ext cx="857561" cy="70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853447" y="7186289"/>
            <a:ext cx="2946250" cy="269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053367" y="7109048"/>
            <a:ext cx="259001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 spectral frame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5853447" y="7599379"/>
            <a:ext cx="2946250" cy="0"/>
          </a:xfrm>
          <a:prstGeom prst="straightConnector1">
            <a:avLst/>
          </a:prstGeom>
          <a:ln w="12700">
            <a:solidFill>
              <a:srgbClr val="7030A0"/>
            </a:solidFill>
            <a:headEnd type="arrow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100505" y="7567600"/>
            <a:ext cx="445388" cy="37867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2N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2C270F-E37D-46C2-B385-07F9786BE6D0}"/>
              </a:ext>
            </a:extLst>
          </p:cNvPr>
          <p:cNvSpPr txBox="1"/>
          <p:nvPr/>
        </p:nvSpPr>
        <p:spPr>
          <a:xfrm>
            <a:off x="715510" y="6867426"/>
            <a:ext cx="2091640" cy="37867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Input spectral frame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173A8E-B815-4715-A208-456C2C5B76B4}"/>
              </a:ext>
            </a:extLst>
          </p:cNvPr>
          <p:cNvSpPr txBox="1"/>
          <p:nvPr/>
        </p:nvSpPr>
        <p:spPr>
          <a:xfrm>
            <a:off x="3955107" y="7642768"/>
            <a:ext cx="1838143" cy="37867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Complex multiply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BF40D4-20BC-4DD0-8EFF-98F904D43102}"/>
              </a:ext>
            </a:extLst>
          </p:cNvPr>
          <p:cNvCxnSpPr>
            <a:cxnSpLocks/>
            <a:stCxn id="51" idx="3"/>
            <a:endCxn id="46" idx="1"/>
          </p:cNvCxnSpPr>
          <p:nvPr/>
        </p:nvCxnSpPr>
        <p:spPr>
          <a:xfrm flipV="1">
            <a:off x="8799697" y="7320292"/>
            <a:ext cx="857561" cy="6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5CE6D63-2159-4659-B9E8-CD715A4EDDC1}"/>
              </a:ext>
            </a:extLst>
          </p:cNvPr>
          <p:cNvSpPr txBox="1"/>
          <p:nvPr/>
        </p:nvSpPr>
        <p:spPr>
          <a:xfrm>
            <a:off x="8898417" y="6941117"/>
            <a:ext cx="561819" cy="37867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IFFT</a:t>
            </a:r>
            <a:endParaRPr lang="en-US" sz="20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BDD5C1-3E2A-46F8-8AA5-A957A08EED9D}"/>
              </a:ext>
            </a:extLst>
          </p:cNvPr>
          <p:cNvSpPr/>
          <p:nvPr/>
        </p:nvSpPr>
        <p:spPr>
          <a:xfrm>
            <a:off x="9657258" y="7185600"/>
            <a:ext cx="1473125" cy="269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FD75DD-6017-44F7-B0BC-783AF4BCDBC1}"/>
              </a:ext>
            </a:extLst>
          </p:cNvPr>
          <p:cNvSpPr/>
          <p:nvPr/>
        </p:nvSpPr>
        <p:spPr>
          <a:xfrm>
            <a:off x="11130383" y="7185096"/>
            <a:ext cx="1473125" cy="269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F9186B-560A-4475-B0FA-59E5666B7006}"/>
              </a:ext>
            </a:extLst>
          </p:cNvPr>
          <p:cNvSpPr txBox="1"/>
          <p:nvPr/>
        </p:nvSpPr>
        <p:spPr>
          <a:xfrm>
            <a:off x="9598744" y="7109048"/>
            <a:ext cx="3058851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 </a:t>
            </a:r>
            <a:r>
              <a:rPr lang="en-GB" sz="2000" i="1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frame   Save 2</a:t>
            </a:r>
            <a:r>
              <a:rPr lang="en-GB" sz="2000" i="1" baseline="3000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nd</a:t>
            </a:r>
            <a:r>
              <a:rPr lang="en-GB" sz="2000" i="1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half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16943C-B053-4894-8B2B-57E3503AE0F0}"/>
              </a:ext>
            </a:extLst>
          </p:cNvPr>
          <p:cNvSpPr txBox="1"/>
          <p:nvPr/>
        </p:nvSpPr>
        <p:spPr>
          <a:xfrm>
            <a:off x="726125" y="7423151"/>
            <a:ext cx="2154757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000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Convolution kernel</a:t>
            </a:r>
            <a:endParaRPr lang="en-US" sz="2000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533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1689065" y="8828722"/>
            <a:ext cx="921702" cy="6175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3413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</a:t>
            </a:r>
            <a:endParaRPr lang="en-US" sz="3413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092358" y="7890425"/>
            <a:ext cx="558080" cy="57358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5238744" y="8173080"/>
            <a:ext cx="2580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5367782" y="8003986"/>
            <a:ext cx="0" cy="3340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46816" y="3095221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h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Straight Arrow Connector 17"/>
          <p:cNvCxnSpPr>
            <a:stCxn id="48" idx="2"/>
            <a:endCxn id="31" idx="1"/>
          </p:cNvCxnSpPr>
          <p:nvPr/>
        </p:nvCxnSpPr>
        <p:spPr>
          <a:xfrm>
            <a:off x="3401272" y="2770058"/>
            <a:ext cx="728666" cy="157450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31" idx="4"/>
            <a:endCxn id="27" idx="0"/>
          </p:cNvCxnSpPr>
          <p:nvPr/>
        </p:nvCxnSpPr>
        <p:spPr>
          <a:xfrm>
            <a:off x="4327247" y="4834152"/>
            <a:ext cx="266047" cy="18121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865294" y="6646254"/>
            <a:ext cx="3456000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-1</a:t>
            </a:r>
            <a:r>
              <a:rPr lang="en-GB" sz="2276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*</a:t>
            </a: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048208" y="4260564"/>
            <a:ext cx="558080" cy="57358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276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4194594" y="4391187"/>
            <a:ext cx="258076" cy="258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194594" y="4520226"/>
            <a:ext cx="2580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4194594" y="4391187"/>
            <a:ext cx="258076" cy="258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323632" y="4351131"/>
            <a:ext cx="0" cy="3340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1" idx="7"/>
            <a:endCxn id="5" idx="2"/>
          </p:cNvCxnSpPr>
          <p:nvPr/>
        </p:nvCxnSpPr>
        <p:spPr>
          <a:xfrm flipV="1">
            <a:off x="4524559" y="3479220"/>
            <a:ext cx="191455" cy="865343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594210" y="3095221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h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341604" y="3095221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h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088999" y="3095221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h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532073" y="2386058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-1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279468" y="2386058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:2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-1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026862" y="2386058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:3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-1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774257" y="2386058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s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:4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-1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Arrow Connector 55"/>
          <p:cNvCxnSpPr>
            <a:stCxn id="49" idx="2"/>
            <a:endCxn id="59" idx="1"/>
          </p:cNvCxnSpPr>
          <p:nvPr/>
        </p:nvCxnSpPr>
        <p:spPr>
          <a:xfrm>
            <a:off x="5148666" y="2770058"/>
            <a:ext cx="747867" cy="1556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44" idx="7"/>
          </p:cNvCxnSpPr>
          <p:nvPr/>
        </p:nvCxnSpPr>
        <p:spPr>
          <a:xfrm flipH="1">
            <a:off x="5568708" y="5881260"/>
            <a:ext cx="421635" cy="20931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4631890" y="5471615"/>
            <a:ext cx="3456000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:2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-1</a:t>
            </a:r>
            <a:r>
              <a:rPr lang="en-GB" sz="2276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*</a:t>
            </a: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5814804" y="4242678"/>
            <a:ext cx="558080" cy="57358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276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5961191" y="4373301"/>
            <a:ext cx="258076" cy="258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961191" y="4502340"/>
            <a:ext cx="2580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5961191" y="4373301"/>
            <a:ext cx="258076" cy="258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090229" y="4333245"/>
            <a:ext cx="0" cy="3340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59" idx="7"/>
            <a:endCxn id="35" idx="2"/>
          </p:cNvCxnSpPr>
          <p:nvPr/>
        </p:nvCxnSpPr>
        <p:spPr>
          <a:xfrm flipV="1">
            <a:off x="6291154" y="3479220"/>
            <a:ext cx="172254" cy="84745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50" idx="2"/>
            <a:endCxn id="97" idx="1"/>
          </p:cNvCxnSpPr>
          <p:nvPr/>
        </p:nvCxnSpPr>
        <p:spPr>
          <a:xfrm>
            <a:off x="6896060" y="2770058"/>
            <a:ext cx="690261" cy="1556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97" idx="4"/>
            <a:endCxn id="96" idx="0"/>
          </p:cNvCxnSpPr>
          <p:nvPr/>
        </p:nvCxnSpPr>
        <p:spPr>
          <a:xfrm>
            <a:off x="7783631" y="4816266"/>
            <a:ext cx="266047" cy="18299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6321678" y="6646254"/>
            <a:ext cx="3456000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:3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-1</a:t>
            </a:r>
            <a:r>
              <a:rPr lang="en-GB" sz="2276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*</a:t>
            </a: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7504592" y="4242678"/>
            <a:ext cx="558080" cy="57358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276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98" name="Straight Connector 97"/>
          <p:cNvCxnSpPr/>
          <p:nvPr/>
        </p:nvCxnSpPr>
        <p:spPr>
          <a:xfrm>
            <a:off x="7650978" y="4373301"/>
            <a:ext cx="258076" cy="258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7650978" y="4502340"/>
            <a:ext cx="2580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7650978" y="4373301"/>
            <a:ext cx="258076" cy="258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7780016" y="4333245"/>
            <a:ext cx="0" cy="3340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97" idx="7"/>
            <a:endCxn id="36" idx="2"/>
          </p:cNvCxnSpPr>
          <p:nvPr/>
        </p:nvCxnSpPr>
        <p:spPr>
          <a:xfrm flipV="1">
            <a:off x="7980942" y="3479220"/>
            <a:ext cx="229860" cy="84745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52" idx="2"/>
            <a:endCxn id="114" idx="1"/>
          </p:cNvCxnSpPr>
          <p:nvPr/>
        </p:nvCxnSpPr>
        <p:spPr>
          <a:xfrm>
            <a:off x="8643455" y="2770058"/>
            <a:ext cx="709463" cy="1556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114" idx="4"/>
            <a:endCxn id="113" idx="0"/>
          </p:cNvCxnSpPr>
          <p:nvPr/>
        </p:nvCxnSpPr>
        <p:spPr>
          <a:xfrm>
            <a:off x="9550228" y="4816266"/>
            <a:ext cx="266047" cy="6553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8088274" y="5471615"/>
            <a:ext cx="3456000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:4</a:t>
            </a:r>
            <a:r>
              <a:rPr lang="en-GB" sz="2276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</a:t>
            </a:r>
            <a:r>
              <a:rPr lang="en-GB" sz="2276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-1</a:t>
            </a:r>
            <a:r>
              <a:rPr lang="en-GB" sz="2276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*</a:t>
            </a: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9271188" y="4242678"/>
            <a:ext cx="558080" cy="57358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276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15" name="Straight Connector 114"/>
          <p:cNvCxnSpPr/>
          <p:nvPr/>
        </p:nvCxnSpPr>
        <p:spPr>
          <a:xfrm>
            <a:off x="9417575" y="4373301"/>
            <a:ext cx="258076" cy="258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9417575" y="4502340"/>
            <a:ext cx="2580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V="1">
            <a:off x="9417575" y="4373301"/>
            <a:ext cx="258076" cy="258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9546613" y="4333245"/>
            <a:ext cx="0" cy="3340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4" idx="7"/>
            <a:endCxn id="38" idx="2"/>
          </p:cNvCxnSpPr>
          <p:nvPr/>
        </p:nvCxnSpPr>
        <p:spPr>
          <a:xfrm flipV="1">
            <a:off x="9747539" y="3479220"/>
            <a:ext cx="210658" cy="84745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27" idx="0"/>
            <a:endCxn id="27" idx="2"/>
          </p:cNvCxnSpPr>
          <p:nvPr/>
        </p:nvCxnSpPr>
        <p:spPr>
          <a:xfrm>
            <a:off x="4593294" y="6646254"/>
            <a:ext cx="0" cy="3840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4" idx="1"/>
          </p:cNvCxnSpPr>
          <p:nvPr/>
        </p:nvCxnSpPr>
        <p:spPr>
          <a:xfrm>
            <a:off x="4887535" y="7030253"/>
            <a:ext cx="286552" cy="9441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58" idx="0"/>
            <a:endCxn id="58" idx="2"/>
          </p:cNvCxnSpPr>
          <p:nvPr/>
        </p:nvCxnSpPr>
        <p:spPr>
          <a:xfrm>
            <a:off x="6359890" y="5471615"/>
            <a:ext cx="0" cy="3840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>
            <a:stCxn id="59" idx="4"/>
            <a:endCxn id="58" idx="0"/>
          </p:cNvCxnSpPr>
          <p:nvPr/>
        </p:nvCxnSpPr>
        <p:spPr>
          <a:xfrm>
            <a:off x="6093844" y="4816266"/>
            <a:ext cx="266047" cy="6553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>
            <a:stCxn id="96" idx="0"/>
            <a:endCxn id="96" idx="2"/>
          </p:cNvCxnSpPr>
          <p:nvPr/>
        </p:nvCxnSpPr>
        <p:spPr>
          <a:xfrm>
            <a:off x="8049678" y="6646254"/>
            <a:ext cx="0" cy="3840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8574345" y="7890425"/>
            <a:ext cx="558080" cy="57358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80" name="Straight Connector 179"/>
          <p:cNvCxnSpPr/>
          <p:nvPr/>
        </p:nvCxnSpPr>
        <p:spPr>
          <a:xfrm>
            <a:off x="8720731" y="8173080"/>
            <a:ext cx="2580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>
            <a:off x="8849769" y="8003986"/>
            <a:ext cx="0" cy="3340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>
            <a:endCxn id="179" idx="7"/>
          </p:cNvCxnSpPr>
          <p:nvPr/>
        </p:nvCxnSpPr>
        <p:spPr>
          <a:xfrm flipH="1">
            <a:off x="9050695" y="5903728"/>
            <a:ext cx="445352" cy="20706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/>
          <p:cNvCxnSpPr>
            <a:endCxn id="179" idx="1"/>
          </p:cNvCxnSpPr>
          <p:nvPr/>
        </p:nvCxnSpPr>
        <p:spPr>
          <a:xfrm>
            <a:off x="8369522" y="7030253"/>
            <a:ext cx="286552" cy="9441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13" idx="0"/>
            <a:endCxn id="113" idx="2"/>
          </p:cNvCxnSpPr>
          <p:nvPr/>
        </p:nvCxnSpPr>
        <p:spPr>
          <a:xfrm>
            <a:off x="9816274" y="5471615"/>
            <a:ext cx="0" cy="3840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6833351" y="7838394"/>
            <a:ext cx="558080" cy="57358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endParaRPr lang="en-US" sz="256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88" name="Straight Connector 187"/>
          <p:cNvCxnSpPr/>
          <p:nvPr/>
        </p:nvCxnSpPr>
        <p:spPr>
          <a:xfrm>
            <a:off x="6979738" y="8121050"/>
            <a:ext cx="2580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>
            <a:off x="7108776" y="7951956"/>
            <a:ext cx="0" cy="3340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87" idx="7"/>
          </p:cNvCxnSpPr>
          <p:nvPr/>
        </p:nvCxnSpPr>
        <p:spPr>
          <a:xfrm flipH="1">
            <a:off x="7309702" y="5881260"/>
            <a:ext cx="319223" cy="20411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endCxn id="187" idx="1"/>
          </p:cNvCxnSpPr>
          <p:nvPr/>
        </p:nvCxnSpPr>
        <p:spPr>
          <a:xfrm>
            <a:off x="6730940" y="7030254"/>
            <a:ext cx="184141" cy="8921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2763210" y="9068443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4510605" y="9068443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6257998" y="9068443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8005393" y="9068443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9727184" y="9068443"/>
            <a:ext cx="1738396" cy="38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276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2276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7" name="Straight Arrow Connector 196"/>
          <p:cNvCxnSpPr>
            <a:stCxn id="44" idx="4"/>
            <a:endCxn id="193" idx="0"/>
          </p:cNvCxnSpPr>
          <p:nvPr/>
        </p:nvCxnSpPr>
        <p:spPr>
          <a:xfrm>
            <a:off x="5371398" y="8464013"/>
            <a:ext cx="8405" cy="6044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>
            <a:stCxn id="187" idx="4"/>
            <a:endCxn id="194" idx="0"/>
          </p:cNvCxnSpPr>
          <p:nvPr/>
        </p:nvCxnSpPr>
        <p:spPr>
          <a:xfrm>
            <a:off x="7112391" y="8411982"/>
            <a:ext cx="14805" cy="656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79" idx="4"/>
            <a:endCxn id="195" idx="0"/>
          </p:cNvCxnSpPr>
          <p:nvPr/>
        </p:nvCxnSpPr>
        <p:spPr>
          <a:xfrm>
            <a:off x="8853385" y="8464013"/>
            <a:ext cx="21207" cy="6044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Box 205"/>
          <p:cNvSpPr txBox="1"/>
          <p:nvPr/>
        </p:nvSpPr>
        <p:spPr>
          <a:xfrm>
            <a:off x="9803281" y="2283647"/>
            <a:ext cx="410690" cy="4862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…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0929806" y="3000527"/>
            <a:ext cx="410690" cy="4862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…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10212927" y="4242679"/>
            <a:ext cx="410690" cy="4862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…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9543481" y="7849545"/>
            <a:ext cx="410690" cy="4862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…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10315338" y="6518197"/>
            <a:ext cx="410690" cy="4862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…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1646686" y="5369204"/>
            <a:ext cx="410690" cy="4862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…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1567992" y="8940387"/>
            <a:ext cx="410690" cy="4862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256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…</a:t>
            </a:r>
            <a:endParaRPr lang="en-US" sz="256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177008" y="7519842"/>
            <a:ext cx="2150639" cy="11431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1707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Sum end of previous convolution and beginning of current convolution </a:t>
            </a:r>
            <a:endParaRPr lang="en-US" sz="1707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016772" y="7519842"/>
            <a:ext cx="436338" cy="10553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6258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{</a:t>
            </a:r>
            <a:endParaRPr lang="en-US" sz="6258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177008" y="4037855"/>
            <a:ext cx="1945816" cy="88043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1707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Convolve impulse response and the current block</a:t>
            </a:r>
            <a:endParaRPr lang="en-US" sz="1707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016772" y="3935444"/>
            <a:ext cx="436338" cy="10553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6258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{</a:t>
            </a:r>
            <a:endParaRPr lang="en-US" sz="6258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689065" y="2194451"/>
            <a:ext cx="1024114" cy="6175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defTabSz="1300460" fontAlgn="auto">
              <a:spcBef>
                <a:spcPts val="0"/>
              </a:spcBef>
              <a:spcAft>
                <a:spcPts val="0"/>
              </a:spcAft>
            </a:pPr>
            <a:r>
              <a:rPr lang="en-GB" sz="3413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endParaRPr lang="en-US" sz="3413" i="1" dirty="0">
              <a:solidFill>
                <a:prstClr val="black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6" name="Title 85"/>
          <p:cNvSpPr>
            <a:spLocks noGrp="1"/>
          </p:cNvSpPr>
          <p:nvPr>
            <p:ph type="title" idx="4294967295"/>
          </p:nvPr>
        </p:nvSpPr>
        <p:spPr>
          <a:xfrm>
            <a:off x="0" y="66481"/>
            <a:ext cx="13055128" cy="1071117"/>
          </a:xfrm>
        </p:spPr>
        <p:txBody>
          <a:bodyPr>
            <a:normAutofit/>
          </a:bodyPr>
          <a:lstStyle/>
          <a:p>
            <a:r>
              <a:rPr lang="en-US" sz="3982" dirty="0">
                <a:ea typeface="Times New Roman"/>
              </a:rPr>
              <a:t>Partitioned convolution for real-time artificial reverberation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C440EE4-C105-43A2-8A92-3ABC7DBE5150}"/>
              </a:ext>
            </a:extLst>
          </p:cNvPr>
          <p:cNvSpPr/>
          <p:nvPr/>
        </p:nvSpPr>
        <p:spPr bwMode="auto">
          <a:xfrm>
            <a:off x="8446523" y="5341644"/>
            <a:ext cx="1980000" cy="61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AB83A2B-D706-45B1-B5DB-6E364F64F829}"/>
              </a:ext>
            </a:extLst>
          </p:cNvPr>
          <p:cNvCxnSpPr>
            <a:cxnSpLocks/>
            <a:endCxn id="51" idx="1"/>
          </p:cNvCxnSpPr>
          <p:nvPr/>
        </p:nvCxnSpPr>
        <p:spPr bwMode="auto">
          <a:xfrm flipV="1">
            <a:off x="7222387" y="5647644"/>
            <a:ext cx="1224136" cy="43200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E34183-6F0B-42F1-8681-976E8C6BA30D}"/>
              </a:ext>
            </a:extLst>
          </p:cNvPr>
          <p:cNvCxnSpPr>
            <a:cxnSpLocks/>
            <a:stCxn id="51" idx="3"/>
          </p:cNvCxnSpPr>
          <p:nvPr/>
        </p:nvCxnSpPr>
        <p:spPr bwMode="auto">
          <a:xfrm>
            <a:off x="10426523" y="5647644"/>
            <a:ext cx="118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B360960A-274F-4A24-BC0B-DA2ABC2FA865}"/>
              </a:ext>
            </a:extLst>
          </p:cNvPr>
          <p:cNvSpPr/>
          <p:nvPr/>
        </p:nvSpPr>
        <p:spPr bwMode="auto">
          <a:xfrm>
            <a:off x="8446523" y="6108124"/>
            <a:ext cx="1980000" cy="61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Buffer[1]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4C75C66-EC39-497B-AF7F-1E2A1389899B}"/>
              </a:ext>
            </a:extLst>
          </p:cNvPr>
          <p:cNvCxnSpPr>
            <a:cxnSpLocks/>
            <a:endCxn id="54" idx="1"/>
          </p:cNvCxnSpPr>
          <p:nvPr/>
        </p:nvCxnSpPr>
        <p:spPr bwMode="auto">
          <a:xfrm>
            <a:off x="7222387" y="6089246"/>
            <a:ext cx="1224136" cy="324878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21C3558-514F-487B-9A83-AE165BAB4114}"/>
              </a:ext>
            </a:extLst>
          </p:cNvPr>
          <p:cNvCxnSpPr>
            <a:cxnSpLocks/>
            <a:stCxn id="54" idx="3"/>
          </p:cNvCxnSpPr>
          <p:nvPr/>
        </p:nvCxnSpPr>
        <p:spPr bwMode="auto">
          <a:xfrm>
            <a:off x="10426523" y="6414124"/>
            <a:ext cx="1188000" cy="163208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A54ABD4-F5D8-4977-9728-78138DC84416}"/>
              </a:ext>
            </a:extLst>
          </p:cNvPr>
          <p:cNvSpPr/>
          <p:nvPr/>
        </p:nvSpPr>
        <p:spPr bwMode="auto">
          <a:xfrm>
            <a:off x="8446523" y="6943740"/>
            <a:ext cx="1980000" cy="61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Buffer[2]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8DE9F0A-3A4D-4979-BB65-B236F05CCF6E}"/>
              </a:ext>
            </a:extLst>
          </p:cNvPr>
          <p:cNvCxnSpPr>
            <a:cxnSpLocks/>
            <a:endCxn id="57" idx="1"/>
          </p:cNvCxnSpPr>
          <p:nvPr/>
        </p:nvCxnSpPr>
        <p:spPr bwMode="auto">
          <a:xfrm flipV="1">
            <a:off x="7222387" y="7249740"/>
            <a:ext cx="1224136" cy="43200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0E2BCF7-D89E-4047-8306-00BB7FE399CB}"/>
              </a:ext>
            </a:extLst>
          </p:cNvPr>
          <p:cNvCxnSpPr>
            <a:cxnSpLocks/>
            <a:stCxn id="57" idx="3"/>
          </p:cNvCxnSpPr>
          <p:nvPr/>
        </p:nvCxnSpPr>
        <p:spPr bwMode="auto">
          <a:xfrm flipV="1">
            <a:off x="10426523" y="5647644"/>
            <a:ext cx="1188000" cy="1602096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2E11CB89-DEFD-4E5D-935A-642D241FEE1E}"/>
              </a:ext>
            </a:extLst>
          </p:cNvPr>
          <p:cNvSpPr/>
          <p:nvPr/>
        </p:nvSpPr>
        <p:spPr bwMode="auto">
          <a:xfrm>
            <a:off x="8446523" y="7745383"/>
            <a:ext cx="1980000" cy="61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Buffer[3]</a:t>
            </a:r>
            <a:endParaRPr kumimoji="0" lang="en-GB" sz="3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130112A-5F57-44C3-9092-FEE3844B9F67}"/>
              </a:ext>
            </a:extLst>
          </p:cNvPr>
          <p:cNvCxnSpPr>
            <a:cxnSpLocks/>
            <a:endCxn id="60" idx="1"/>
          </p:cNvCxnSpPr>
          <p:nvPr/>
        </p:nvCxnSpPr>
        <p:spPr bwMode="auto">
          <a:xfrm>
            <a:off x="7222387" y="7681740"/>
            <a:ext cx="1224136" cy="369643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04FD89D-3866-46A7-9E81-2C2E915A740A}"/>
              </a:ext>
            </a:extLst>
          </p:cNvPr>
          <p:cNvCxnSpPr>
            <a:cxnSpLocks/>
            <a:stCxn id="60" idx="3"/>
          </p:cNvCxnSpPr>
          <p:nvPr/>
        </p:nvCxnSpPr>
        <p:spPr bwMode="auto">
          <a:xfrm>
            <a:off x="10426523" y="8051383"/>
            <a:ext cx="118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25CB44A-7435-483A-A6AE-F72B4399775B}"/>
              </a:ext>
            </a:extLst>
          </p:cNvPr>
          <p:cNvCxnSpPr>
            <a:cxnSpLocks/>
          </p:cNvCxnSpPr>
          <p:nvPr/>
        </p:nvCxnSpPr>
        <p:spPr bwMode="auto">
          <a:xfrm>
            <a:off x="11614475" y="5647644"/>
            <a:ext cx="136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E16DB49-B3B5-4131-96A9-FA41008F64E6}"/>
              </a:ext>
            </a:extLst>
          </p:cNvPr>
          <p:cNvCxnSpPr>
            <a:cxnSpLocks/>
          </p:cNvCxnSpPr>
          <p:nvPr/>
        </p:nvCxnSpPr>
        <p:spPr bwMode="auto">
          <a:xfrm>
            <a:off x="11470459" y="8046204"/>
            <a:ext cx="1368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05FD170F-9D6E-4DFB-BFB3-5C5C32F2A98D}"/>
              </a:ext>
            </a:extLst>
          </p:cNvPr>
          <p:cNvSpPr/>
          <p:nvPr/>
        </p:nvSpPr>
        <p:spPr bwMode="auto">
          <a:xfrm>
            <a:off x="8446616" y="1348408"/>
            <a:ext cx="1980000" cy="61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D805B49-DD0A-4F7A-8A28-9EDE4F670768}"/>
              </a:ext>
            </a:extLst>
          </p:cNvPr>
          <p:cNvCxnSpPr>
            <a:cxnSpLocks/>
            <a:endCxn id="77" idx="1"/>
          </p:cNvCxnSpPr>
          <p:nvPr/>
        </p:nvCxnSpPr>
        <p:spPr bwMode="auto">
          <a:xfrm>
            <a:off x="7078464" y="1654408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E05BB51-4976-4D04-A4DD-E8E57444CF51}"/>
              </a:ext>
            </a:extLst>
          </p:cNvPr>
          <p:cNvCxnSpPr>
            <a:cxnSpLocks/>
            <a:stCxn id="77" idx="3"/>
          </p:cNvCxnSpPr>
          <p:nvPr/>
        </p:nvCxnSpPr>
        <p:spPr bwMode="auto">
          <a:xfrm>
            <a:off x="10426616" y="1654408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60A66B16-3449-4151-9998-B29E9C070E18}"/>
              </a:ext>
            </a:extLst>
          </p:cNvPr>
          <p:cNvSpPr/>
          <p:nvPr/>
        </p:nvSpPr>
        <p:spPr bwMode="auto">
          <a:xfrm>
            <a:off x="8446616" y="2204139"/>
            <a:ext cx="1980000" cy="61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Buffer[1]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821E75-02E7-4FC2-80A6-C4346A5A2853}"/>
              </a:ext>
            </a:extLst>
          </p:cNvPr>
          <p:cNvCxnSpPr>
            <a:cxnSpLocks/>
            <a:endCxn id="80" idx="1"/>
          </p:cNvCxnSpPr>
          <p:nvPr/>
        </p:nvCxnSpPr>
        <p:spPr bwMode="auto">
          <a:xfrm>
            <a:off x="7078464" y="2510139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9EF593A-C9A8-4B2A-9ADB-9DD621882EEE}"/>
              </a:ext>
            </a:extLst>
          </p:cNvPr>
          <p:cNvCxnSpPr>
            <a:cxnSpLocks/>
            <a:stCxn id="80" idx="3"/>
          </p:cNvCxnSpPr>
          <p:nvPr/>
        </p:nvCxnSpPr>
        <p:spPr bwMode="auto">
          <a:xfrm>
            <a:off x="10426616" y="2510139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BE36612C-4D63-4258-9088-A2ABE1C7AF83}"/>
              </a:ext>
            </a:extLst>
          </p:cNvPr>
          <p:cNvSpPr/>
          <p:nvPr/>
        </p:nvSpPr>
        <p:spPr bwMode="auto">
          <a:xfrm>
            <a:off x="8443036" y="3364632"/>
            <a:ext cx="1980000" cy="61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Buffer[0]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9995559-2919-40F1-BC1C-A21221BA4483}"/>
              </a:ext>
            </a:extLst>
          </p:cNvPr>
          <p:cNvCxnSpPr>
            <a:cxnSpLocks/>
            <a:endCxn id="83" idx="1"/>
          </p:cNvCxnSpPr>
          <p:nvPr/>
        </p:nvCxnSpPr>
        <p:spPr bwMode="auto">
          <a:xfrm>
            <a:off x="7074884" y="3670632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579BFC9-9900-42C6-9FE7-35B9CBB57D1D}"/>
              </a:ext>
            </a:extLst>
          </p:cNvPr>
          <p:cNvCxnSpPr>
            <a:cxnSpLocks/>
            <a:stCxn id="83" idx="3"/>
          </p:cNvCxnSpPr>
          <p:nvPr/>
        </p:nvCxnSpPr>
        <p:spPr bwMode="auto">
          <a:xfrm>
            <a:off x="10423036" y="3670632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CF2CB64-251A-40E6-8C0D-FD663BF170E6}"/>
              </a:ext>
            </a:extLst>
          </p:cNvPr>
          <p:cNvSpPr/>
          <p:nvPr/>
        </p:nvSpPr>
        <p:spPr bwMode="auto">
          <a:xfrm>
            <a:off x="8443036" y="4220363"/>
            <a:ext cx="1980000" cy="61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Buffer[1]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3E17116-D19A-47BD-B09E-52F5EFC2C7E1}"/>
              </a:ext>
            </a:extLst>
          </p:cNvPr>
          <p:cNvCxnSpPr>
            <a:cxnSpLocks/>
            <a:endCxn id="86" idx="1"/>
          </p:cNvCxnSpPr>
          <p:nvPr/>
        </p:nvCxnSpPr>
        <p:spPr bwMode="auto">
          <a:xfrm>
            <a:off x="7074884" y="4526363"/>
            <a:ext cx="1368152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ED4B1F5-29F7-4F0C-8F03-00F79A2F81B2}"/>
              </a:ext>
            </a:extLst>
          </p:cNvPr>
          <p:cNvCxnSpPr>
            <a:cxnSpLocks/>
            <a:stCxn id="86" idx="3"/>
          </p:cNvCxnSpPr>
          <p:nvPr/>
        </p:nvCxnSpPr>
        <p:spPr bwMode="auto">
          <a:xfrm>
            <a:off x="10423036" y="4526363"/>
            <a:ext cx="1620000" cy="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32847F-8A0A-4756-9463-D19943393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53198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Guitar black and white illustration | Free SVG">
            <a:extLst>
              <a:ext uri="{FF2B5EF4-FFF2-40B4-BE49-F238E27FC236}">
                <a16:creationId xmlns:a16="http://schemas.microsoft.com/office/drawing/2014/main" id="{82536200-E9C2-44FC-BCF8-3DC933DB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82744">
            <a:off x="4452394" y="7376842"/>
            <a:ext cx="1038032" cy="103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A2DA52-991C-4AE9-9C3D-73782D18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6E0EE1-C8B4-4BF2-A05B-4AFEDF5B50EB}"/>
              </a:ext>
            </a:extLst>
          </p:cNvPr>
          <p:cNvSpPr/>
          <p:nvPr/>
        </p:nvSpPr>
        <p:spPr>
          <a:xfrm>
            <a:off x="3622083" y="6316959"/>
            <a:ext cx="5688632" cy="2952329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endParaRPr lang="en-GB" sz="1800" kern="0" dirty="0">
              <a:solidFill>
                <a:sysClr val="window" lastClr="FFFFFF"/>
              </a:solidFill>
              <a:latin typeface="Calibri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1308D5-79E8-4223-98FE-9765763C4D2E}"/>
              </a:ext>
            </a:extLst>
          </p:cNvPr>
          <p:cNvCxnSpPr>
            <a:cxnSpLocks/>
          </p:cNvCxnSpPr>
          <p:nvPr/>
        </p:nvCxnSpPr>
        <p:spPr>
          <a:xfrm flipV="1">
            <a:off x="5026239" y="7253063"/>
            <a:ext cx="3564393" cy="802632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D97E0C-75BD-4CF3-B6E7-72DB613BFA60}"/>
              </a:ext>
            </a:extLst>
          </p:cNvPr>
          <p:cNvCxnSpPr>
            <a:cxnSpLocks/>
          </p:cNvCxnSpPr>
          <p:nvPr/>
        </p:nvCxnSpPr>
        <p:spPr>
          <a:xfrm>
            <a:off x="5026239" y="8081152"/>
            <a:ext cx="1548172" cy="1188136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 w="lg" len="lg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DAB170-239A-4DFE-88CF-AEE74A9281CA}"/>
              </a:ext>
            </a:extLst>
          </p:cNvPr>
          <p:cNvCxnSpPr/>
          <p:nvPr/>
        </p:nvCxnSpPr>
        <p:spPr>
          <a:xfrm flipV="1">
            <a:off x="6574411" y="7253063"/>
            <a:ext cx="2016224" cy="2016225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 w="lg" len="lg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8CE293-E018-434B-AF55-068CDDFBF682}"/>
              </a:ext>
            </a:extLst>
          </p:cNvPr>
          <p:cNvCxnSpPr/>
          <p:nvPr/>
        </p:nvCxnSpPr>
        <p:spPr>
          <a:xfrm flipV="1">
            <a:off x="5026239" y="6316959"/>
            <a:ext cx="2196244" cy="1728193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 w="lg" len="lg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EEDCE4-BCD3-4098-B494-D7A629655B0D}"/>
              </a:ext>
            </a:extLst>
          </p:cNvPr>
          <p:cNvCxnSpPr/>
          <p:nvPr/>
        </p:nvCxnSpPr>
        <p:spPr>
          <a:xfrm>
            <a:off x="7222483" y="6316959"/>
            <a:ext cx="1368152" cy="936104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 w="lg" len="lg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74DACE-EA86-47CA-8C11-967EAE713B86}"/>
              </a:ext>
            </a:extLst>
          </p:cNvPr>
          <p:cNvCxnSpPr/>
          <p:nvPr/>
        </p:nvCxnSpPr>
        <p:spPr>
          <a:xfrm flipH="1" flipV="1">
            <a:off x="3647544" y="7181055"/>
            <a:ext cx="1353236" cy="874640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DE9668-D9D6-4645-B537-9C2BFA14BFC7}"/>
              </a:ext>
            </a:extLst>
          </p:cNvPr>
          <p:cNvCxnSpPr/>
          <p:nvPr/>
        </p:nvCxnSpPr>
        <p:spPr>
          <a:xfrm flipV="1">
            <a:off x="3622083" y="6316959"/>
            <a:ext cx="1944216" cy="864096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2232B3-826C-434C-898F-E3C560052A23}"/>
              </a:ext>
            </a:extLst>
          </p:cNvPr>
          <p:cNvCxnSpPr/>
          <p:nvPr/>
        </p:nvCxnSpPr>
        <p:spPr>
          <a:xfrm>
            <a:off x="5566299" y="6316959"/>
            <a:ext cx="3024336" cy="972104"/>
          </a:xfrm>
          <a:prstGeom prst="straightConnector1">
            <a:avLst/>
          </a:prstGeom>
          <a:noFill/>
          <a:ln w="12700" cap="flat" cmpd="sng" algn="ctr">
            <a:solidFill>
              <a:srgbClr val="960096"/>
            </a:solidFill>
            <a:prstDash val="solid"/>
            <a:tailEnd type="arrow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C8D9656-C2E7-4DB2-BD24-D5E6A73F59E1}"/>
              </a:ext>
            </a:extLst>
          </p:cNvPr>
          <p:cNvSpPr txBox="1"/>
          <p:nvPr/>
        </p:nvSpPr>
        <p:spPr>
          <a:xfrm>
            <a:off x="4008352" y="811687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1800" kern="0" dirty="0">
                <a:solidFill>
                  <a:sysClr val="windowText" lastClr="000000"/>
                </a:solidFill>
              </a:rPr>
              <a:t>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D3D6E-17B7-4B17-8F0B-BE3E4BA07E3C}"/>
              </a:ext>
            </a:extLst>
          </p:cNvPr>
          <p:cNvSpPr txBox="1"/>
          <p:nvPr/>
        </p:nvSpPr>
        <p:spPr>
          <a:xfrm>
            <a:off x="7967581" y="746444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60" fontAlgn="auto">
              <a:spcBef>
                <a:spcPts val="0"/>
              </a:spcBef>
              <a:spcAft>
                <a:spcPts val="0"/>
              </a:spcAft>
            </a:pPr>
            <a:r>
              <a:rPr lang="en-GB" sz="1800" kern="0" dirty="0">
                <a:solidFill>
                  <a:sysClr val="windowText" lastClr="000000"/>
                </a:solidFill>
              </a:rPr>
              <a:t>Microphone</a:t>
            </a:r>
          </a:p>
        </p:txBody>
      </p:sp>
      <p:pic>
        <p:nvPicPr>
          <p:cNvPr id="15" name="Picture 2" descr="C:\Users\josh\AppData\Local\Microsoft\Windows\Temporary Internet Files\Content.IE5\7GTD6W37\MC900433836[1].png">
            <a:extLst>
              <a:ext uri="{FF2B5EF4-FFF2-40B4-BE49-F238E27FC236}">
                <a16:creationId xmlns:a16="http://schemas.microsoft.com/office/drawing/2014/main" id="{CFF9D02E-1BF2-4ED5-B94D-946E4C5E7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18627" y="7037039"/>
            <a:ext cx="648072" cy="6480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7228772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&amp; Bullets 2col">
  <a:themeElements>
    <a:clrScheme name="Title &amp; Bullets 2co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2col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2co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at top">
  <a:themeElements>
    <a:clrScheme name="Title at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t top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t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itle at top no logo">
  <a:themeElements>
    <a:clrScheme name="Title at top no log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t top no logo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t top no log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Title &amp; Bullets no logo">
  <a:themeElements>
    <a:clrScheme name="Title &amp; Bullets no log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no logo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no log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19050">
          <a:solidFill>
            <a:schemeClr val="tx1"/>
          </a:solidFill>
          <a:miter lim="800000"/>
          <a:headEnd/>
          <a:tailEnd/>
        </a:ln>
      </a:spPr>
      <a:bodyPr wrap="square">
        <a:spAutoFit/>
      </a:bodyPr>
      <a:lstStyle>
        <a:defPPr>
          <a:defRPr i="1" dirty="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ages>0</Pages>
  <Words>1127</Words>
  <Characters>0</Characters>
  <Application>Microsoft Office PowerPoint</Application>
  <PresentationFormat>Custom</PresentationFormat>
  <Lines>0</Lines>
  <Paragraphs>197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Arial</vt:lpstr>
      <vt:lpstr>Calibri</vt:lpstr>
      <vt:lpstr>Consolas</vt:lpstr>
      <vt:lpstr>Gill Sans</vt:lpstr>
      <vt:lpstr>Lucida Grande</vt:lpstr>
      <vt:lpstr>Times New Roman</vt:lpstr>
      <vt:lpstr>Title &amp; Subtitle</vt:lpstr>
      <vt:lpstr>Title &amp; Bullets</vt:lpstr>
      <vt:lpstr>Title &amp; Bullets 2col</vt:lpstr>
      <vt:lpstr>Title at top</vt:lpstr>
      <vt:lpstr>Title at top no logo</vt:lpstr>
      <vt:lpstr>Title &amp; Bullets no logo</vt:lpstr>
      <vt:lpstr>Blank</vt:lpstr>
      <vt:lpstr>Office Theme</vt:lpstr>
      <vt:lpstr>PowerPoint Presentation</vt:lpstr>
      <vt:lpstr>What is reverberation?</vt:lpstr>
      <vt:lpstr>Impulse response</vt:lpstr>
      <vt:lpstr>Why use reverb?</vt:lpstr>
      <vt:lpstr>Convolution Reverb</vt:lpstr>
      <vt:lpstr>ConvolverNode</vt:lpstr>
      <vt:lpstr>Setting up an audio buffer</vt:lpstr>
      <vt:lpstr>Applying convolutional reverb</vt:lpstr>
      <vt:lpstr>PowerPoint Presentation</vt:lpstr>
      <vt:lpstr>One block convolution</vt:lpstr>
      <vt:lpstr>One block convolution</vt:lpstr>
      <vt:lpstr>Partitioned convolution for real-time artificial reverberation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Josh Reiss</dc:creator>
  <cp:lastModifiedBy>Joshua Reiss</cp:lastModifiedBy>
  <cp:revision>39</cp:revision>
  <dcterms:modified xsi:type="dcterms:W3CDTF">2021-12-10T09:48:26Z</dcterms:modified>
</cp:coreProperties>
</file>